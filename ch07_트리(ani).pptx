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696" r:id="rId1"/>
  </p:sldMasterIdLst>
  <p:notesMasterIdLst>
    <p:notesMasterId r:id="rId119"/>
  </p:notesMasterIdLst>
  <p:handoutMasterIdLst>
    <p:handoutMasterId r:id="rId120"/>
  </p:handoutMasterIdLst>
  <p:sldIdLst>
    <p:sldId id="256" r:id="rId2"/>
    <p:sldId id="1036" r:id="rId3"/>
    <p:sldId id="858" r:id="rId4"/>
    <p:sldId id="851" r:id="rId5"/>
    <p:sldId id="859" r:id="rId6"/>
    <p:sldId id="860" r:id="rId7"/>
    <p:sldId id="861" r:id="rId8"/>
    <p:sldId id="862" r:id="rId9"/>
    <p:sldId id="1050" r:id="rId10"/>
    <p:sldId id="864" r:id="rId11"/>
    <p:sldId id="1051" r:id="rId12"/>
    <p:sldId id="948" r:id="rId13"/>
    <p:sldId id="853" r:id="rId14"/>
    <p:sldId id="865" r:id="rId15"/>
    <p:sldId id="866" r:id="rId16"/>
    <p:sldId id="867" r:id="rId17"/>
    <p:sldId id="951" r:id="rId18"/>
    <p:sldId id="1052" r:id="rId19"/>
    <p:sldId id="869" r:id="rId20"/>
    <p:sldId id="854" r:id="rId21"/>
    <p:sldId id="1053" r:id="rId22"/>
    <p:sldId id="871" r:id="rId23"/>
    <p:sldId id="874" r:id="rId24"/>
    <p:sldId id="875" r:id="rId25"/>
    <p:sldId id="952" r:id="rId26"/>
    <p:sldId id="1054" r:id="rId27"/>
    <p:sldId id="1037" r:id="rId28"/>
    <p:sldId id="855" r:id="rId29"/>
    <p:sldId id="879" r:id="rId30"/>
    <p:sldId id="1055" r:id="rId31"/>
    <p:sldId id="891" r:id="rId32"/>
    <p:sldId id="892" r:id="rId33"/>
    <p:sldId id="893" r:id="rId34"/>
    <p:sldId id="1056" r:id="rId35"/>
    <p:sldId id="895" r:id="rId36"/>
    <p:sldId id="896" r:id="rId37"/>
    <p:sldId id="897" r:id="rId38"/>
    <p:sldId id="1057" r:id="rId39"/>
    <p:sldId id="882" r:id="rId40"/>
    <p:sldId id="1044" r:id="rId41"/>
    <p:sldId id="962" r:id="rId42"/>
    <p:sldId id="963" r:id="rId43"/>
    <p:sldId id="964" r:id="rId44"/>
    <p:sldId id="965" r:id="rId45"/>
    <p:sldId id="899" r:id="rId46"/>
    <p:sldId id="966" r:id="rId47"/>
    <p:sldId id="900" r:id="rId48"/>
    <p:sldId id="1045" r:id="rId49"/>
    <p:sldId id="970" r:id="rId50"/>
    <p:sldId id="971" r:id="rId51"/>
    <p:sldId id="972" r:id="rId52"/>
    <p:sldId id="973" r:id="rId53"/>
    <p:sldId id="1046" r:id="rId54"/>
    <p:sldId id="885" r:id="rId55"/>
    <p:sldId id="902" r:id="rId56"/>
    <p:sldId id="903" r:id="rId57"/>
    <p:sldId id="904" r:id="rId58"/>
    <p:sldId id="905" r:id="rId59"/>
    <p:sldId id="906" r:id="rId60"/>
    <p:sldId id="907" r:id="rId61"/>
    <p:sldId id="1058" r:id="rId62"/>
    <p:sldId id="909" r:id="rId63"/>
    <p:sldId id="886" r:id="rId64"/>
    <p:sldId id="910" r:id="rId65"/>
    <p:sldId id="1059" r:id="rId66"/>
    <p:sldId id="912" r:id="rId67"/>
    <p:sldId id="913" r:id="rId68"/>
    <p:sldId id="887" r:id="rId69"/>
    <p:sldId id="914" r:id="rId70"/>
    <p:sldId id="915" r:id="rId71"/>
    <p:sldId id="916" r:id="rId72"/>
    <p:sldId id="1060" r:id="rId73"/>
    <p:sldId id="1061" r:id="rId74"/>
    <p:sldId id="888" r:id="rId75"/>
    <p:sldId id="1047" r:id="rId76"/>
    <p:sldId id="994" r:id="rId77"/>
    <p:sldId id="995" r:id="rId78"/>
    <p:sldId id="996" r:id="rId79"/>
    <p:sldId id="998" r:id="rId80"/>
    <p:sldId id="999" r:id="rId81"/>
    <p:sldId id="1000" r:id="rId82"/>
    <p:sldId id="997" r:id="rId83"/>
    <p:sldId id="1001" r:id="rId84"/>
    <p:sldId id="1003" r:id="rId85"/>
    <p:sldId id="1004" r:id="rId86"/>
    <p:sldId id="1005" r:id="rId87"/>
    <p:sldId id="1002" r:id="rId88"/>
    <p:sldId id="1007" r:id="rId89"/>
    <p:sldId id="1008" r:id="rId90"/>
    <p:sldId id="1009" r:id="rId91"/>
    <p:sldId id="1010" r:id="rId92"/>
    <p:sldId id="1011" r:id="rId93"/>
    <p:sldId id="1006" r:id="rId94"/>
    <p:sldId id="1048" r:id="rId95"/>
    <p:sldId id="991" r:id="rId96"/>
    <p:sldId id="920" r:id="rId97"/>
    <p:sldId id="921" r:id="rId98"/>
    <p:sldId id="922" r:id="rId99"/>
    <p:sldId id="923" r:id="rId100"/>
    <p:sldId id="924" r:id="rId101"/>
    <p:sldId id="925" r:id="rId102"/>
    <p:sldId id="926" r:id="rId103"/>
    <p:sldId id="927" r:id="rId104"/>
    <p:sldId id="928" r:id="rId105"/>
    <p:sldId id="929" r:id="rId106"/>
    <p:sldId id="930" r:id="rId107"/>
    <p:sldId id="947" r:id="rId108"/>
    <p:sldId id="857" r:id="rId109"/>
    <p:sldId id="932" r:id="rId110"/>
    <p:sldId id="1049" r:id="rId111"/>
    <p:sldId id="1030" r:id="rId112"/>
    <p:sldId id="1031" r:id="rId113"/>
    <p:sldId id="1032" r:id="rId114"/>
    <p:sldId id="1033" r:id="rId115"/>
    <p:sldId id="1034" r:id="rId116"/>
    <p:sldId id="1035" r:id="rId117"/>
    <p:sldId id="1043" r:id="rId118"/>
  </p:sldIdLst>
  <p:sldSz cx="9144000" cy="6858000" type="screen4x3"/>
  <p:notesSz cx="6797675" cy="9874250"/>
  <p:defaultTextStyle>
    <a:defPPr>
      <a:defRPr lang="en-US"/>
    </a:defPPr>
    <a:lvl1pPr algn="l" rtl="0" fontAlgn="base" latinLnBrk="1">
      <a:spcBef>
        <a:spcPct val="0"/>
      </a:spcBef>
      <a:spcAft>
        <a:spcPct val="0"/>
      </a:spcAft>
      <a:defRPr kumimoji="1" sz="2000" kern="1200">
        <a:solidFill>
          <a:schemeClr val="tx1"/>
        </a:solidFill>
        <a:latin typeface="돋움" panose="020B0600000101010101" pitchFamily="50" charset="-127"/>
        <a:ea typeface="돋움" panose="020B0600000101010101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sz="2000" kern="1200">
        <a:solidFill>
          <a:schemeClr val="tx1"/>
        </a:solidFill>
        <a:latin typeface="돋움" panose="020B0600000101010101" pitchFamily="50" charset="-127"/>
        <a:ea typeface="돋움" panose="020B0600000101010101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sz="2000" kern="1200">
        <a:solidFill>
          <a:schemeClr val="tx1"/>
        </a:solidFill>
        <a:latin typeface="돋움" panose="020B0600000101010101" pitchFamily="50" charset="-127"/>
        <a:ea typeface="돋움" panose="020B0600000101010101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sz="2000" kern="1200">
        <a:solidFill>
          <a:schemeClr val="tx1"/>
        </a:solidFill>
        <a:latin typeface="돋움" panose="020B0600000101010101" pitchFamily="50" charset="-127"/>
        <a:ea typeface="돋움" panose="020B0600000101010101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sz="2000" kern="1200">
        <a:solidFill>
          <a:schemeClr val="tx1"/>
        </a:solidFill>
        <a:latin typeface="돋움" panose="020B0600000101010101" pitchFamily="50" charset="-127"/>
        <a:ea typeface="돋움" panose="020B0600000101010101" pitchFamily="50" charset="-127"/>
        <a:cs typeface="+mn-cs"/>
      </a:defRPr>
    </a:lvl5pPr>
    <a:lvl6pPr marL="2286000" algn="l" defTabSz="914400" rtl="0" eaLnBrk="1" latinLnBrk="1" hangingPunct="1">
      <a:defRPr kumimoji="1" sz="2000" kern="1200">
        <a:solidFill>
          <a:schemeClr val="tx1"/>
        </a:solidFill>
        <a:latin typeface="돋움" panose="020B0600000101010101" pitchFamily="50" charset="-127"/>
        <a:ea typeface="돋움" panose="020B0600000101010101" pitchFamily="50" charset="-127"/>
        <a:cs typeface="+mn-cs"/>
      </a:defRPr>
    </a:lvl6pPr>
    <a:lvl7pPr marL="2743200" algn="l" defTabSz="914400" rtl="0" eaLnBrk="1" latinLnBrk="1" hangingPunct="1">
      <a:defRPr kumimoji="1" sz="2000" kern="1200">
        <a:solidFill>
          <a:schemeClr val="tx1"/>
        </a:solidFill>
        <a:latin typeface="돋움" panose="020B0600000101010101" pitchFamily="50" charset="-127"/>
        <a:ea typeface="돋움" panose="020B0600000101010101" pitchFamily="50" charset="-127"/>
        <a:cs typeface="+mn-cs"/>
      </a:defRPr>
    </a:lvl7pPr>
    <a:lvl8pPr marL="3200400" algn="l" defTabSz="914400" rtl="0" eaLnBrk="1" latinLnBrk="1" hangingPunct="1">
      <a:defRPr kumimoji="1" sz="2000" kern="1200">
        <a:solidFill>
          <a:schemeClr val="tx1"/>
        </a:solidFill>
        <a:latin typeface="돋움" panose="020B0600000101010101" pitchFamily="50" charset="-127"/>
        <a:ea typeface="돋움" panose="020B0600000101010101" pitchFamily="50" charset="-127"/>
        <a:cs typeface="+mn-cs"/>
      </a:defRPr>
    </a:lvl8pPr>
    <a:lvl9pPr marL="3657600" algn="l" defTabSz="914400" rtl="0" eaLnBrk="1" latinLnBrk="1" hangingPunct="1">
      <a:defRPr kumimoji="1" sz="2000" kern="1200">
        <a:solidFill>
          <a:schemeClr val="tx1"/>
        </a:solidFill>
        <a:latin typeface="돋움" panose="020B0600000101010101" pitchFamily="50" charset="-127"/>
        <a:ea typeface="돋움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784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10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00"/>
    <a:srgbClr val="0000CC"/>
    <a:srgbClr val="008000"/>
    <a:srgbClr val="000066"/>
    <a:srgbClr val="FF0000"/>
    <a:srgbClr val="3366FF"/>
    <a:srgbClr val="660033"/>
    <a:srgbClr val="6400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B301B821-A1FF-4177-AEE7-76D212191A09}" styleName="보통 스타일 1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2833802-FEF1-4C79-8D5D-14CF1EAF98D9}" styleName="밝은 스타일 2 - 강조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45" autoAdjust="0"/>
    <p:restoredTop sz="94519" autoAdjust="0"/>
  </p:normalViewPr>
  <p:slideViewPr>
    <p:cSldViewPr>
      <p:cViewPr varScale="1">
        <p:scale>
          <a:sx n="80" d="100"/>
          <a:sy n="80" d="100"/>
        </p:scale>
        <p:origin x="1704" y="53"/>
      </p:cViewPr>
      <p:guideLst>
        <p:guide orient="horz" pos="2160"/>
        <p:guide pos="2784"/>
      </p:guideLst>
    </p:cSldViewPr>
  </p:slideViewPr>
  <p:outlineViewPr>
    <p:cViewPr>
      <p:scale>
        <a:sx n="33" d="100"/>
        <a:sy n="33" d="100"/>
      </p:scale>
      <p:origin x="0" y="6882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76" d="100"/>
          <a:sy n="76" d="100"/>
        </p:scale>
        <p:origin x="-3330" y="-90"/>
      </p:cViewPr>
      <p:guideLst>
        <p:guide orient="horz" pos="3110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theme" Target="theme/theme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tableStyles" Target="tableStyles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notesMaster" Target="notesMasters/notesMaster1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presProps" Target="presProps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latinLnBrk="0" hangingPunct="0">
              <a:defRPr kumimoji="0"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625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49688" y="0"/>
            <a:ext cx="2946400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latinLnBrk="0" hangingPunct="0">
              <a:defRPr kumimoji="0" sz="1200"/>
            </a:lvl1pPr>
          </a:lstStyle>
          <a:p>
            <a:pPr>
              <a:defRPr/>
            </a:pPr>
            <a:fld id="{68477C03-DFE9-4E1C-8B41-12191BE189CC}" type="datetimeFigureOut">
              <a:rPr lang="ko-KR" altLang="en-US"/>
              <a:pPr>
                <a:defRPr/>
              </a:pPr>
              <a:t>2026-05-05</a:t>
            </a:fld>
            <a:endParaRPr lang="en-US" altLang="ko-KR"/>
          </a:p>
        </p:txBody>
      </p:sp>
      <p:sp>
        <p:nvSpPr>
          <p:cNvPr id="9626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378950"/>
            <a:ext cx="2946400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latinLnBrk="0" hangingPunct="0">
              <a:defRPr kumimoji="0"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626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49688" y="9378950"/>
            <a:ext cx="2946400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latinLnBrk="0" hangingPunct="0">
              <a:defRPr kumimoji="0" sz="1200"/>
            </a:lvl1pPr>
          </a:lstStyle>
          <a:p>
            <a:fld id="{E40DFC98-6826-4CC5-A0CD-6EA8735BA2D5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15380350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0" latinLnBrk="0" hangingPunct="0">
              <a:defRPr kumimoji="0"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0" latinLnBrk="0" hangingPunct="0">
              <a:defRPr kumimoji="0" sz="1200"/>
            </a:lvl1pPr>
          </a:lstStyle>
          <a:p>
            <a:pPr>
              <a:defRPr/>
            </a:pPr>
            <a:fld id="{A5788780-8C3E-4E71-A5E6-7A257B0E8EBE}" type="datetimeFigureOut">
              <a:rPr lang="ko-KR" altLang="en-US"/>
              <a:pPr>
                <a:defRPr/>
              </a:pPr>
              <a:t>2026-05-05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31863" y="741363"/>
            <a:ext cx="4933950" cy="37020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450" y="4691063"/>
            <a:ext cx="5438775" cy="44434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378950"/>
            <a:ext cx="2946400" cy="4937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0" latinLnBrk="0" hangingPunct="0">
              <a:defRPr kumimoji="0"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49688" y="9378950"/>
            <a:ext cx="2946400" cy="493713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latinLnBrk="0" hangingPunct="0">
              <a:defRPr kumimoji="0" sz="1200"/>
            </a:lvl1pPr>
          </a:lstStyle>
          <a:p>
            <a:fld id="{DE2CA943-774A-417B-A494-9A442D40A889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003385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4451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6361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649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06500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fld id="{D450217C-698C-417F-9800-7189E1BAEDF0}" type="slidenum">
              <a:rPr kumimoji="0" lang="ko-KR" altLang="en-US" sz="1200"/>
              <a:pPr/>
              <a:t>74</a:t>
            </a:fld>
            <a:endParaRPr kumimoji="0" lang="ko-KR" altLang="en-US" sz="1200"/>
          </a:p>
        </p:txBody>
      </p:sp>
    </p:spTree>
    <p:extLst>
      <p:ext uri="{BB962C8B-B14F-4D97-AF65-F5344CB8AC3E}">
        <p14:creationId xmlns:p14="http://schemas.microsoft.com/office/powerpoint/2010/main" val="15529883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8547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08548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fld id="{CA083299-DABA-4CF6-B088-653EA858E9BF}" type="slidenum">
              <a:rPr kumimoji="0" lang="ko-KR" altLang="en-US" sz="1200"/>
              <a:pPr/>
              <a:t>103</a:t>
            </a:fld>
            <a:endParaRPr kumimoji="0" lang="ko-KR" altLang="en-US" sz="1200"/>
          </a:p>
        </p:txBody>
      </p:sp>
    </p:spTree>
    <p:extLst>
      <p:ext uri="{BB962C8B-B14F-4D97-AF65-F5344CB8AC3E}">
        <p14:creationId xmlns:p14="http://schemas.microsoft.com/office/powerpoint/2010/main" val="17728808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4755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92014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앞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0"/>
          <p:cNvSpPr>
            <a:spLocks noChangeArrowheads="1"/>
          </p:cNvSpPr>
          <p:nvPr/>
        </p:nvSpPr>
        <p:spPr bwMode="invGray">
          <a:xfrm>
            <a:off x="0" y="5770271"/>
            <a:ext cx="9153526" cy="1103313"/>
          </a:xfrm>
          <a:prstGeom prst="rect">
            <a:avLst/>
          </a:prstGeom>
          <a:solidFill>
            <a:schemeClr val="accent3">
              <a:lumMod val="50000"/>
            </a:schemeClr>
          </a:solidFill>
          <a:ln w="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0" latinLnBrk="0" hangingPunct="0">
              <a:defRPr/>
            </a:pPr>
            <a:endParaRPr kumimoji="0" lang="ko-KR" altLang="en-US"/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95536" y="5914301"/>
            <a:ext cx="5544616" cy="838200"/>
          </a:xfrm>
        </p:spPr>
        <p:txBody>
          <a:bodyPr lIns="0"/>
          <a:lstStyle>
            <a:lvl1pPr marL="0" indent="0" algn="l">
              <a:defRPr sz="2800" b="0" baseline="0">
                <a:solidFill>
                  <a:schemeClr val="bg1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altLang="ko-KR" dirty="0"/>
          </a:p>
        </p:txBody>
      </p:sp>
      <p:pic>
        <p:nvPicPr>
          <p:cNvPr id="3" name="그림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62" r="16362"/>
          <a:stretch/>
        </p:blipFill>
        <p:spPr>
          <a:xfrm>
            <a:off x="7164288" y="188640"/>
            <a:ext cx="1800200" cy="1551644"/>
          </a:xfrm>
          <a:prstGeom prst="rect">
            <a:avLst/>
          </a:prstGeom>
        </p:spPr>
      </p:pic>
      <p:pic>
        <p:nvPicPr>
          <p:cNvPr id="7" name="그림 6" descr="텍스트, 클립아트이(가) 표시된 사진&#10;&#10;자동 생성된 설명">
            <a:extLst>
              <a:ext uri="{FF2B5EF4-FFF2-40B4-BE49-F238E27FC236}">
                <a16:creationId xmlns:a16="http://schemas.microsoft.com/office/drawing/2014/main" id="{E6E9C0C3-DF79-40FB-A31D-9EBCBA42CD6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9675" y="2492896"/>
            <a:ext cx="5455124" cy="2668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27677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학습목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8"/>
          <p:cNvSpPr txBox="1">
            <a:spLocks/>
          </p:cNvSpPr>
          <p:nvPr userDrawn="1"/>
        </p:nvSpPr>
        <p:spPr bwMode="auto">
          <a:xfrm>
            <a:off x="227013" y="93663"/>
            <a:ext cx="6172200" cy="563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eaLnBrk="0" latinLnBrk="0" hangingPunct="0">
              <a:defRPr/>
            </a:pPr>
            <a:r>
              <a:rPr kumimoji="0" lang="en-US" altLang="ko-KR" sz="2800" dirty="0">
                <a:solidFill>
                  <a:srgbClr val="4F784C"/>
                </a:solidFill>
                <a:latin typeface="HY견고딕" pitchFamily="18" charset="-127"/>
                <a:ea typeface="HY견고딕" pitchFamily="18" charset="-127"/>
              </a:rPr>
              <a:t>Contents</a:t>
            </a:r>
            <a:endParaRPr kumimoji="0" lang="ko-KR" altLang="en-US" sz="2800" dirty="0">
              <a:solidFill>
                <a:srgbClr val="4F784C"/>
              </a:solidFill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8" name="내용 개체 틀 5"/>
          <p:cNvSpPr>
            <a:spLocks noGrp="1"/>
          </p:cNvSpPr>
          <p:nvPr>
            <p:ph sz="quarter" idx="10"/>
          </p:nvPr>
        </p:nvSpPr>
        <p:spPr>
          <a:xfrm>
            <a:off x="263436" y="1016727"/>
            <a:ext cx="8568000" cy="5400000"/>
          </a:xfrm>
          <a:prstGeom prst="roundRect">
            <a:avLst>
              <a:gd name="adj" fmla="val 4285"/>
            </a:avLst>
          </a:prstGeom>
          <a:ln w="38100">
            <a:solidFill>
              <a:schemeClr val="accent3">
                <a:lumMod val="50000"/>
              </a:schemeClr>
            </a:solidFill>
            <a:prstDash val="solid"/>
          </a:ln>
        </p:spPr>
        <p:txBody>
          <a:bodyPr/>
          <a:lstStyle>
            <a:lvl1pPr marL="342900" marR="0" indent="-34290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3">
                  <a:lumMod val="50000"/>
                </a:schemeClr>
              </a:buClr>
              <a:buSzTx/>
              <a:buFont typeface="Wingdings" pitchFamily="2" charset="2"/>
              <a:buChar char="v"/>
              <a:tabLst/>
              <a:defRPr sz="2400">
                <a:latin typeface="+mn-ea"/>
                <a:ea typeface="+mn-ea"/>
              </a:defRPr>
            </a:lvl1pPr>
            <a:lvl2pPr marL="539750" marR="0" indent="-182563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ts val="200"/>
              </a:spcAft>
              <a:buClr>
                <a:srgbClr val="B1AE6B"/>
              </a:buClr>
              <a:buSzTx/>
              <a:buFont typeface="Wingdings" pitchFamily="2" charset="2"/>
              <a:buChar char="§"/>
              <a:tabLst/>
              <a:defRPr sz="1800">
                <a:latin typeface="+mn-ea"/>
                <a:ea typeface="+mn-ea"/>
              </a:defRPr>
            </a:lvl2pPr>
            <a:lvl3pPr marL="809625" marR="0" indent="-182563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ADB9AD"/>
              </a:buClr>
              <a:buSzTx/>
              <a:buFontTx/>
              <a:buChar char="•"/>
              <a:tabLst/>
              <a:defRPr/>
            </a:lvl3pPr>
          </a:lstStyle>
          <a:p>
            <a:pPr lvl="0"/>
            <a:r>
              <a:rPr lang="ko-KR" altLang="en-US" noProof="0" dirty="0"/>
              <a:t>마스터 텍스트 스타일을 편집합니다</a:t>
            </a:r>
          </a:p>
          <a:p>
            <a:pPr lvl="1"/>
            <a:r>
              <a:rPr lang="ko-KR" altLang="en-US" noProof="0" dirty="0"/>
              <a:t>둘째 수준</a:t>
            </a:r>
          </a:p>
        </p:txBody>
      </p:sp>
    </p:spTree>
    <p:extLst>
      <p:ext uri="{BB962C8B-B14F-4D97-AF65-F5344CB8AC3E}">
        <p14:creationId xmlns:p14="http://schemas.microsoft.com/office/powerpoint/2010/main" val="28962292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4"/>
          <p:cNvSpPr>
            <a:spLocks noGrp="1"/>
          </p:cNvSpPr>
          <p:nvPr>
            <p:ph sz="quarter" idx="10"/>
          </p:nvPr>
        </p:nvSpPr>
        <p:spPr>
          <a:xfrm>
            <a:off x="228600" y="931818"/>
            <a:ext cx="8686800" cy="5715000"/>
          </a:xfrm>
        </p:spPr>
        <p:txBody>
          <a:bodyPr/>
          <a:lstStyle>
            <a:lvl1pPr marL="342900" marR="0" indent="-34290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3">
                  <a:lumMod val="50000"/>
                </a:schemeClr>
              </a:buClr>
              <a:buSzTx/>
              <a:buFont typeface="Wingdings" pitchFamily="2" charset="2"/>
              <a:buChar char="v"/>
              <a:tabLst/>
              <a:defRPr/>
            </a:lvl1pPr>
            <a:lvl2pPr marL="539750" marR="0" indent="-182563" algn="l" defTabSz="914400" rtl="0" eaLnBrk="0" fontAlgn="base" latinLnBrk="1" hangingPunct="0">
              <a:lnSpc>
                <a:spcPct val="110000"/>
              </a:lnSpc>
              <a:spcBef>
                <a:spcPct val="20000"/>
              </a:spcBef>
              <a:spcAft>
                <a:spcPts val="300"/>
              </a:spcAft>
              <a:buClr>
                <a:srgbClr val="B1AE6B"/>
              </a:buClr>
              <a:buSzTx/>
              <a:buFont typeface="Wingdings" pitchFamily="2" charset="2"/>
              <a:buChar char="§"/>
              <a:tabLst/>
              <a:defRPr/>
            </a:lvl2pPr>
            <a:lvl3pPr marL="809625" marR="0" indent="-182563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ts val="300"/>
              </a:spcAft>
              <a:buClr>
                <a:srgbClr val="ADB9AD"/>
              </a:buClr>
              <a:buSzTx/>
              <a:buFontTx/>
              <a:buChar char="•"/>
              <a:tabLst/>
              <a:defRPr/>
            </a:lvl3pPr>
            <a:lvl4pPr marL="1076325" indent="-180975">
              <a:buFont typeface="Arial" pitchFamily="34" charset="0"/>
              <a:buChar char="−"/>
              <a:defRPr sz="1600" b="0">
                <a:latin typeface="맑은 고딕" pitchFamily="50" charset="-127"/>
                <a:ea typeface="맑은 고딕" pitchFamily="50" charset="-127"/>
              </a:defRPr>
            </a:lvl4pPr>
          </a:lstStyle>
          <a:p>
            <a:pPr lvl="0"/>
            <a:r>
              <a:rPr lang="ko-KR" altLang="en-US" noProof="0" dirty="0"/>
              <a:t>마스터 텍스트 스타일을 편집합니다</a:t>
            </a:r>
          </a:p>
          <a:p>
            <a:pPr lvl="1"/>
            <a:r>
              <a:rPr lang="ko-KR" altLang="en-US" noProof="0" dirty="0"/>
              <a:t>둘째 수준</a:t>
            </a:r>
          </a:p>
          <a:p>
            <a:pPr lvl="2"/>
            <a:r>
              <a:rPr lang="ko-KR" altLang="en-US" noProof="0" dirty="0"/>
              <a:t>셋째 수준</a:t>
            </a:r>
          </a:p>
          <a:p>
            <a:pPr lvl="3"/>
            <a:r>
              <a:rPr lang="ko-KR" altLang="en-US" noProof="0" dirty="0"/>
              <a:t>넷째 수준</a:t>
            </a:r>
          </a:p>
          <a:p>
            <a:pPr lvl="4"/>
            <a:r>
              <a:rPr lang="ko-KR" altLang="en-US" noProof="0" dirty="0"/>
              <a:t>다섯째 수준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4F784C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1C37E15B-5EF1-4CF3-990F-E067222BD1E2}"/>
              </a:ext>
            </a:extLst>
          </p:cNvPr>
          <p:cNvCxnSpPr/>
          <p:nvPr userDrawn="1"/>
        </p:nvCxnSpPr>
        <p:spPr>
          <a:xfrm>
            <a:off x="0" y="764704"/>
            <a:ext cx="9144000" cy="0"/>
          </a:xfrm>
          <a:prstGeom prst="line">
            <a:avLst/>
          </a:prstGeom>
          <a:ln w="47625"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01031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10"/>
            <p:custDataLst>
              <p:tags r:id="rId1"/>
            </p:custDataLst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r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>
                    <a:tint val="75000"/>
                  </a:schemeClr>
                </a:solidFill>
                <a:latin typeface="돋움" panose="020B0600000101010101" pitchFamily="50" charset="-127"/>
                <a:ea typeface="돋움" panose="020B0600000101010101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2000" kern="12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2000" kern="12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2000" kern="12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2000" kern="12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  <a:cs typeface="+mn-cs"/>
              </a:defRPr>
            </a:lvl9pPr>
          </a:lstStyle>
          <a:p>
            <a:pPr latinLnBrk="0"/>
            <a:fld id="{3634E889-5C66-444F-A63E-91A237488BEF}" type="slidenum">
              <a:rPr lang="ko-KR" altLang="en-US" smtClean="0"/>
              <a:pPr/>
              <a:t>‹#›</a:t>
            </a:fld>
            <a:endParaRPr lang="en-US" altLang="ko-KR" kern="0" dirty="0">
              <a:latin typeface="Verdana"/>
            </a:endParaRPr>
          </a:p>
        </p:txBody>
      </p:sp>
      <p:sp>
        <p:nvSpPr>
          <p:cNvPr id="9" name="AutoShape 3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2765425" y="1447800"/>
            <a:ext cx="3587750" cy="3886200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2147483647 w 21600"/>
              <a:gd name="T7" fmla="*/ 2147483647 h 21600"/>
              <a:gd name="T8" fmla="*/ 2147483647 w 21600"/>
              <a:gd name="T9" fmla="*/ 2147483647 h 21600"/>
              <a:gd name="T10" fmla="*/ 2147483647 w 21600"/>
              <a:gd name="T11" fmla="*/ 2147483647 h 21600"/>
              <a:gd name="T12" fmla="*/ 2147483647 w 21600"/>
              <a:gd name="T13" fmla="*/ 2147483647 h 21600"/>
              <a:gd name="T14" fmla="*/ 2147483647 w 21600"/>
              <a:gd name="T15" fmla="*/ 2147483647 h 2160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3163 w 21600"/>
              <a:gd name="T25" fmla="*/ 3163 h 21600"/>
              <a:gd name="T26" fmla="*/ 18437 w 21600"/>
              <a:gd name="T27" fmla="*/ 18437 h 2160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5400" y="10800"/>
                </a:moveTo>
                <a:cubicBezTo>
                  <a:pt x="5400" y="13782"/>
                  <a:pt x="7818" y="16200"/>
                  <a:pt x="10800" y="16200"/>
                </a:cubicBezTo>
                <a:cubicBezTo>
                  <a:pt x="13782" y="16200"/>
                  <a:pt x="16200" y="13782"/>
                  <a:pt x="16200" y="10800"/>
                </a:cubicBezTo>
                <a:cubicBezTo>
                  <a:pt x="16200" y="7818"/>
                  <a:pt x="13782" y="5400"/>
                  <a:pt x="10800" y="5400"/>
                </a:cubicBezTo>
                <a:cubicBezTo>
                  <a:pt x="7818" y="5400"/>
                  <a:pt x="5400" y="7818"/>
                  <a:pt x="5400" y="10800"/>
                </a:cubicBezTo>
                <a:close/>
              </a:path>
            </a:pathLst>
          </a:custGeom>
          <a:gradFill rotWithShape="0">
            <a:gsLst>
              <a:gs pos="0">
                <a:srgbClr val="FFFFFF"/>
              </a:gs>
              <a:gs pos="50000">
                <a:srgbClr val="EEEEEE"/>
              </a:gs>
              <a:gs pos="100000">
                <a:srgbClr val="FFFFFF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11" name="Line 5"/>
          <p:cNvSpPr>
            <a:spLocks noChangeShapeType="1"/>
          </p:cNvSpPr>
          <p:nvPr>
            <p:custDataLst>
              <p:tags r:id="rId3"/>
            </p:custDataLst>
          </p:nvPr>
        </p:nvSpPr>
        <p:spPr bwMode="auto">
          <a:xfrm>
            <a:off x="2506663" y="3706813"/>
            <a:ext cx="4151312" cy="0"/>
          </a:xfrm>
          <a:prstGeom prst="line">
            <a:avLst/>
          </a:prstGeom>
          <a:ln>
            <a:prstDash val="dash"/>
            <a:headEnd/>
            <a:tailEnd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" name="AutoShape 3"/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auto">
          <a:xfrm>
            <a:off x="2765425" y="1447800"/>
            <a:ext cx="3587750" cy="3886200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2147483647 w 21600"/>
              <a:gd name="T7" fmla="*/ 2147483647 h 21600"/>
              <a:gd name="T8" fmla="*/ 2147483647 w 21600"/>
              <a:gd name="T9" fmla="*/ 2147483647 h 21600"/>
              <a:gd name="T10" fmla="*/ 2147483647 w 21600"/>
              <a:gd name="T11" fmla="*/ 2147483647 h 21600"/>
              <a:gd name="T12" fmla="*/ 2147483647 w 21600"/>
              <a:gd name="T13" fmla="*/ 2147483647 h 21600"/>
              <a:gd name="T14" fmla="*/ 2147483647 w 21600"/>
              <a:gd name="T15" fmla="*/ 2147483647 h 2160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3163 w 21600"/>
              <a:gd name="T25" fmla="*/ 3163 h 21600"/>
              <a:gd name="T26" fmla="*/ 18437 w 21600"/>
              <a:gd name="T27" fmla="*/ 18437 h 2160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5400" y="10800"/>
                </a:moveTo>
                <a:cubicBezTo>
                  <a:pt x="5400" y="13782"/>
                  <a:pt x="7818" y="16200"/>
                  <a:pt x="10800" y="16200"/>
                </a:cubicBezTo>
                <a:cubicBezTo>
                  <a:pt x="13782" y="16200"/>
                  <a:pt x="16200" y="13782"/>
                  <a:pt x="16200" y="10800"/>
                </a:cubicBezTo>
                <a:cubicBezTo>
                  <a:pt x="16200" y="7818"/>
                  <a:pt x="13782" y="5400"/>
                  <a:pt x="10800" y="5400"/>
                </a:cubicBezTo>
                <a:cubicBezTo>
                  <a:pt x="7818" y="5400"/>
                  <a:pt x="5400" y="7818"/>
                  <a:pt x="5400" y="10800"/>
                </a:cubicBezTo>
                <a:close/>
              </a:path>
            </a:pathLst>
          </a:custGeom>
          <a:gradFill rotWithShape="0">
            <a:gsLst>
              <a:gs pos="0">
                <a:srgbClr val="FFFFFF"/>
              </a:gs>
              <a:gs pos="50000">
                <a:srgbClr val="EEEEEE"/>
              </a:gs>
              <a:gs pos="100000">
                <a:srgbClr val="FFFFFF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8" name="Line 5"/>
          <p:cNvSpPr>
            <a:spLocks noChangeShapeType="1"/>
          </p:cNvSpPr>
          <p:nvPr userDrawn="1">
            <p:custDataLst>
              <p:tags r:id="rId5"/>
            </p:custDataLst>
          </p:nvPr>
        </p:nvSpPr>
        <p:spPr bwMode="auto">
          <a:xfrm>
            <a:off x="2506663" y="3706813"/>
            <a:ext cx="4151312" cy="0"/>
          </a:xfrm>
          <a:prstGeom prst="line">
            <a:avLst/>
          </a:prstGeom>
          <a:ln>
            <a:prstDash val="dash"/>
            <a:headEnd/>
            <a:tailEnd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10" name="Text Box 4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2735263" y="3048000"/>
            <a:ext cx="3657600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ko-KR" altLang="en-US" sz="4400" b="1" dirty="0">
                <a:solidFill>
                  <a:schemeClr val="tx2">
                    <a:lumMod val="40000"/>
                    <a:lumOff val="60000"/>
                  </a:schemeClr>
                </a:solidFill>
                <a:latin typeface="HY견명조" pitchFamily="18" charset="-127"/>
                <a:ea typeface="HY견명조" pitchFamily="18" charset="-127"/>
              </a:rPr>
              <a:t>연습문제 풀이 </a:t>
            </a:r>
            <a:endParaRPr lang="en-US" altLang="ko-KR" sz="4400" b="1" dirty="0">
              <a:solidFill>
                <a:schemeClr val="tx2">
                  <a:lumMod val="40000"/>
                  <a:lumOff val="60000"/>
                </a:schemeClr>
              </a:solidFill>
              <a:latin typeface="HY견명조" pitchFamily="18" charset="-127"/>
              <a:ea typeface="HY견명조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295317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텍스트 개체 틀 22"/>
          <p:cNvSpPr>
            <a:spLocks noGrp="1"/>
          </p:cNvSpPr>
          <p:nvPr>
            <p:ph type="body" idx="1"/>
          </p:nvPr>
        </p:nvSpPr>
        <p:spPr bwMode="auto">
          <a:xfrm>
            <a:off x="228600" y="931863"/>
            <a:ext cx="8686800" cy="571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endParaRPr lang="en-US" altLang="ko-KR" dirty="0"/>
          </a:p>
        </p:txBody>
      </p:sp>
      <p:sp>
        <p:nvSpPr>
          <p:cNvPr id="1030" name="제목 개체 틀 23"/>
          <p:cNvSpPr>
            <a:spLocks noGrp="1"/>
          </p:cNvSpPr>
          <p:nvPr>
            <p:ph type="title"/>
          </p:nvPr>
        </p:nvSpPr>
        <p:spPr bwMode="auto">
          <a:xfrm>
            <a:off x="227013" y="82550"/>
            <a:ext cx="7559675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제목 스타일 편집</a:t>
            </a:r>
          </a:p>
        </p:txBody>
      </p:sp>
      <p:sp>
        <p:nvSpPr>
          <p:cNvPr id="1031" name="Freeform 126"/>
          <p:cNvSpPr>
            <a:spLocks/>
          </p:cNvSpPr>
          <p:nvPr/>
        </p:nvSpPr>
        <p:spPr bwMode="gray">
          <a:xfrm>
            <a:off x="-12700" y="342900"/>
            <a:ext cx="6032500" cy="679450"/>
          </a:xfrm>
          <a:custGeom>
            <a:avLst/>
            <a:gdLst>
              <a:gd name="T0" fmla="*/ 0 w 3800"/>
              <a:gd name="T1" fmla="*/ 0 h 428"/>
              <a:gd name="T2" fmla="*/ 6032500 w 3800"/>
              <a:gd name="T3" fmla="*/ 0 h 428"/>
              <a:gd name="T4" fmla="*/ 5486400 w 3800"/>
              <a:gd name="T5" fmla="*/ 679450 h 428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3800" h="428">
                <a:moveTo>
                  <a:pt x="0" y="0"/>
                </a:moveTo>
                <a:lnTo>
                  <a:pt x="3800" y="0"/>
                </a:lnTo>
                <a:lnTo>
                  <a:pt x="3456" y="428"/>
                </a:lnTo>
              </a:path>
            </a:pathLst>
          </a:cu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2411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697" r:id="rId1"/>
    <p:sldLayoutId id="2147484698" r:id="rId2"/>
    <p:sldLayoutId id="2147484699" r:id="rId3"/>
    <p:sldLayoutId id="2147484700" r:id="rId4"/>
  </p:sldLayoutIdLst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sz="2800" kern="1200">
          <a:solidFill>
            <a:srgbClr val="4F784C"/>
          </a:solidFill>
          <a:latin typeface="HY견고딕" pitchFamily="18" charset="-127"/>
          <a:ea typeface="HY견고딕" pitchFamily="18" charset="-127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sz="2800">
          <a:solidFill>
            <a:srgbClr val="660033"/>
          </a:solidFill>
          <a:latin typeface="HY견고딕" pitchFamily="18" charset="-127"/>
          <a:ea typeface="HY견고딕" pitchFamily="18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sz="2800">
          <a:solidFill>
            <a:srgbClr val="660033"/>
          </a:solidFill>
          <a:latin typeface="HY견고딕" pitchFamily="18" charset="-127"/>
          <a:ea typeface="HY견고딕" pitchFamily="18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sz="2800">
          <a:solidFill>
            <a:srgbClr val="660033"/>
          </a:solidFill>
          <a:latin typeface="HY견고딕" pitchFamily="18" charset="-127"/>
          <a:ea typeface="HY견고딕" pitchFamily="18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sz="2800">
          <a:solidFill>
            <a:srgbClr val="660033"/>
          </a:solidFill>
          <a:latin typeface="HY견고딕" pitchFamily="18" charset="-127"/>
          <a:ea typeface="HY견고딕" pitchFamily="18" charset="-127"/>
        </a:defRPr>
      </a:lvl5pPr>
      <a:lvl6pPr marL="457200" algn="l" rtl="0" eaLnBrk="1" fontAlgn="base" latinLnBrk="1" hangingPunct="1">
        <a:spcBef>
          <a:spcPct val="0"/>
        </a:spcBef>
        <a:spcAft>
          <a:spcPct val="0"/>
        </a:spcAft>
        <a:defRPr sz="2400">
          <a:solidFill>
            <a:schemeClr val="bg1"/>
          </a:solidFill>
          <a:latin typeface="HY견고딕" pitchFamily="18" charset="-127"/>
          <a:ea typeface="HY견고딕" pitchFamily="18" charset="-127"/>
        </a:defRPr>
      </a:lvl6pPr>
      <a:lvl7pPr marL="914400" algn="l" rtl="0" eaLnBrk="1" fontAlgn="base" latinLnBrk="1" hangingPunct="1">
        <a:spcBef>
          <a:spcPct val="0"/>
        </a:spcBef>
        <a:spcAft>
          <a:spcPct val="0"/>
        </a:spcAft>
        <a:defRPr sz="2400">
          <a:solidFill>
            <a:schemeClr val="bg1"/>
          </a:solidFill>
          <a:latin typeface="HY견고딕" pitchFamily="18" charset="-127"/>
          <a:ea typeface="HY견고딕" pitchFamily="18" charset="-127"/>
        </a:defRPr>
      </a:lvl7pPr>
      <a:lvl8pPr marL="1371600" algn="l" rtl="0" eaLnBrk="1" fontAlgn="base" latinLnBrk="1" hangingPunct="1">
        <a:spcBef>
          <a:spcPct val="0"/>
        </a:spcBef>
        <a:spcAft>
          <a:spcPct val="0"/>
        </a:spcAft>
        <a:defRPr sz="2400">
          <a:solidFill>
            <a:schemeClr val="bg1"/>
          </a:solidFill>
          <a:latin typeface="HY견고딕" pitchFamily="18" charset="-127"/>
          <a:ea typeface="HY견고딕" pitchFamily="18" charset="-127"/>
        </a:defRPr>
      </a:lvl8pPr>
      <a:lvl9pPr marL="1828800" algn="l" rtl="0" eaLnBrk="1" fontAlgn="base" latinLnBrk="1" hangingPunct="1">
        <a:spcBef>
          <a:spcPct val="0"/>
        </a:spcBef>
        <a:spcAft>
          <a:spcPct val="0"/>
        </a:spcAft>
        <a:defRPr sz="2400">
          <a:solidFill>
            <a:schemeClr val="bg1"/>
          </a:solidFill>
          <a:latin typeface="HY견고딕" pitchFamily="18" charset="-127"/>
          <a:ea typeface="HY견고딕" pitchFamily="18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ts val="200"/>
        </a:spcAft>
        <a:buClr>
          <a:schemeClr val="accent3">
            <a:lumMod val="50000"/>
          </a:schemeClr>
        </a:buClr>
        <a:buFont typeface="Wingdings" panose="05000000000000000000" pitchFamily="2" charset="2"/>
        <a:buChar char="v"/>
        <a:defRPr sz="2400" b="1" kern="1200">
          <a:solidFill>
            <a:schemeClr val="tx1"/>
          </a:solidFill>
          <a:latin typeface="+mn-ea"/>
          <a:ea typeface="+mn-ea"/>
          <a:cs typeface="+mn-cs"/>
        </a:defRPr>
      </a:lvl1pPr>
      <a:lvl2pPr marL="539750" indent="-182563" algn="l" rtl="0" eaLnBrk="0" fontAlgn="base" latinLnBrk="1" hangingPunct="0">
        <a:spcBef>
          <a:spcPct val="20000"/>
        </a:spcBef>
        <a:spcAft>
          <a:spcPct val="0"/>
        </a:spcAft>
        <a:buClr>
          <a:srgbClr val="B1AE6B"/>
        </a:buClr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ea"/>
          <a:ea typeface="+mn-ea"/>
          <a:cs typeface="+mn-cs"/>
        </a:defRPr>
      </a:lvl2pPr>
      <a:lvl3pPr marL="809625" indent="-182563" algn="l" rtl="0" eaLnBrk="0" fontAlgn="base" latinLnBrk="1" hangingPunct="0">
        <a:spcBef>
          <a:spcPct val="20000"/>
        </a:spcBef>
        <a:spcAft>
          <a:spcPct val="0"/>
        </a:spcAft>
        <a:buClr>
          <a:srgbClr val="ADB9AD"/>
        </a:buClr>
        <a:buChar char="•"/>
        <a:defRPr kern="1200">
          <a:solidFill>
            <a:schemeClr val="tx1"/>
          </a:solidFill>
          <a:latin typeface="+mn-ea"/>
          <a:ea typeface="+mn-ea"/>
          <a:cs typeface="+mn-cs"/>
        </a:defRPr>
      </a:lvl3pPr>
      <a:lvl4pPr marL="1162050" indent="-2667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HY견고딕" pitchFamily="18" charset="-127"/>
          <a:ea typeface="HY견고딕" pitchFamily="18" charset="-127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kern="1200">
          <a:solidFill>
            <a:schemeClr val="tx1"/>
          </a:solidFill>
          <a:latin typeface="HY견고딕" pitchFamily="18" charset="-127"/>
          <a:ea typeface="HY견고딕" pitchFamily="18" charset="-127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2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g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g"/><Relationship Id="rId2" Type="http://schemas.openxmlformats.org/officeDocument/2006/relationships/image" Target="../media/image45.jpg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eg"/><Relationship Id="rId2" Type="http://schemas.openxmlformats.org/officeDocument/2006/relationships/image" Target="../media/image47.jp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9.jpe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jpg"/><Relationship Id="rId2" Type="http://schemas.openxmlformats.org/officeDocument/2006/relationships/image" Target="../media/image50.jpeg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jpeg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jpg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jpg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jpg"/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jpg"/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jpg"/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jpg"/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jpeg"/><Relationship Id="rId2" Type="http://schemas.openxmlformats.org/officeDocument/2006/relationships/image" Target="../media/image59.jpeg"/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jpeg"/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jpeg"/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jpeg"/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jpeg"/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3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jpeg"/><Relationship Id="rId1" Type="http://schemas.openxmlformats.org/officeDocument/2006/relationships/slideLayout" Target="../slideLayouts/slideLayout3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jpg"/><Relationship Id="rId1" Type="http://schemas.openxmlformats.org/officeDocument/2006/relationships/slideLayout" Target="../slideLayouts/slideLayout3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3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jpg"/><Relationship Id="rId1" Type="http://schemas.openxmlformats.org/officeDocument/2006/relationships/slideLayout" Target="../slideLayouts/slideLayout3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jpeg"/><Relationship Id="rId1" Type="http://schemas.openxmlformats.org/officeDocument/2006/relationships/slideLayout" Target="../slideLayouts/slideLayout3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jpg"/><Relationship Id="rId1" Type="http://schemas.openxmlformats.org/officeDocument/2006/relationships/slideLayout" Target="../slideLayouts/slideLayout3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jpg"/><Relationship Id="rId1" Type="http://schemas.openxmlformats.org/officeDocument/2006/relationships/slideLayout" Target="../slideLayouts/slideLayout3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jpg"/><Relationship Id="rId1" Type="http://schemas.openxmlformats.org/officeDocument/2006/relationships/slideLayout" Target="../slideLayouts/slideLayout3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jpeg"/><Relationship Id="rId1" Type="http://schemas.openxmlformats.org/officeDocument/2006/relationships/slideLayout" Target="../slideLayouts/slideLayout3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jpeg"/><Relationship Id="rId1" Type="http://schemas.openxmlformats.org/officeDocument/2006/relationships/slideLayout" Target="../slideLayouts/slideLayout3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jpeg"/><Relationship Id="rId1" Type="http://schemas.openxmlformats.org/officeDocument/2006/relationships/slideLayout" Target="../slideLayouts/slideLayout3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jpeg"/><Relationship Id="rId2" Type="http://schemas.openxmlformats.org/officeDocument/2006/relationships/image" Target="../media/image78.jpg"/><Relationship Id="rId1" Type="http://schemas.openxmlformats.org/officeDocument/2006/relationships/slideLayout" Target="../slideLayouts/slideLayout3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jpeg"/><Relationship Id="rId2" Type="http://schemas.openxmlformats.org/officeDocument/2006/relationships/image" Target="../media/image80.jpg"/><Relationship Id="rId1" Type="http://schemas.openxmlformats.org/officeDocument/2006/relationships/slideLayout" Target="../slideLayouts/slideLayout3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jpeg"/><Relationship Id="rId2" Type="http://schemas.openxmlformats.org/officeDocument/2006/relationships/image" Target="../media/image82.jpeg"/><Relationship Id="rId1" Type="http://schemas.openxmlformats.org/officeDocument/2006/relationships/slideLayout" Target="../slideLayouts/slideLayout3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jpeg"/><Relationship Id="rId2" Type="http://schemas.openxmlformats.org/officeDocument/2006/relationships/image" Target="../media/image84.jpg"/><Relationship Id="rId1" Type="http://schemas.openxmlformats.org/officeDocument/2006/relationships/slideLayout" Target="../slideLayouts/slideLayout3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jpg"/><Relationship Id="rId2" Type="http://schemas.openxmlformats.org/officeDocument/2006/relationships/image" Target="../media/image86.jpg"/><Relationship Id="rId1" Type="http://schemas.openxmlformats.org/officeDocument/2006/relationships/slideLayout" Target="../slideLayouts/slideLayout3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jpeg"/><Relationship Id="rId2" Type="http://schemas.openxmlformats.org/officeDocument/2006/relationships/image" Target="../media/image88.jpg"/><Relationship Id="rId1" Type="http://schemas.openxmlformats.org/officeDocument/2006/relationships/slideLayout" Target="../slideLayouts/slideLayout3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jpeg"/><Relationship Id="rId1" Type="http://schemas.openxmlformats.org/officeDocument/2006/relationships/slideLayout" Target="../slideLayouts/slideLayout3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jpeg"/><Relationship Id="rId1" Type="http://schemas.openxmlformats.org/officeDocument/2006/relationships/slideLayout" Target="../slideLayouts/slideLayout3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jpeg"/><Relationship Id="rId2" Type="http://schemas.openxmlformats.org/officeDocument/2006/relationships/image" Target="../media/image92.jpeg"/><Relationship Id="rId1" Type="http://schemas.openxmlformats.org/officeDocument/2006/relationships/slideLayout" Target="../slideLayouts/slideLayout3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jpeg"/><Relationship Id="rId1" Type="http://schemas.openxmlformats.org/officeDocument/2006/relationships/slideLayout" Target="../slideLayouts/slideLayout3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jpg"/><Relationship Id="rId1" Type="http://schemas.openxmlformats.org/officeDocument/2006/relationships/slideLayout" Target="../slideLayouts/slideLayout3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jpg"/><Relationship Id="rId1" Type="http://schemas.openxmlformats.org/officeDocument/2006/relationships/slideLayout" Target="../slideLayouts/slideLayout3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jpeg"/><Relationship Id="rId2" Type="http://schemas.openxmlformats.org/officeDocument/2006/relationships/image" Target="../media/image97.jpeg"/><Relationship Id="rId1" Type="http://schemas.openxmlformats.org/officeDocument/2006/relationships/slideLayout" Target="../slideLayouts/slideLayout3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jpg"/><Relationship Id="rId1" Type="http://schemas.openxmlformats.org/officeDocument/2006/relationships/slideLayout" Target="../slideLayouts/slideLayout3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jpg"/><Relationship Id="rId1" Type="http://schemas.openxmlformats.org/officeDocument/2006/relationships/slideLayout" Target="../slideLayouts/slideLayout3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1.jpg"/><Relationship Id="rId1" Type="http://schemas.openxmlformats.org/officeDocument/2006/relationships/slideLayout" Target="../slideLayouts/slideLayout3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jpg"/><Relationship Id="rId1" Type="http://schemas.openxmlformats.org/officeDocument/2006/relationships/slideLayout" Target="../slideLayouts/slideLayout3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jpeg"/><Relationship Id="rId1" Type="http://schemas.openxmlformats.org/officeDocument/2006/relationships/slideLayout" Target="../slideLayouts/slideLayout3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jpg"/><Relationship Id="rId1" Type="http://schemas.openxmlformats.org/officeDocument/2006/relationships/slideLayout" Target="../slideLayouts/slideLayout3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5.jpg"/><Relationship Id="rId1" Type="http://schemas.openxmlformats.org/officeDocument/2006/relationships/slideLayout" Target="../slideLayouts/slideLayout3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6.jpeg"/><Relationship Id="rId1" Type="http://schemas.openxmlformats.org/officeDocument/2006/relationships/slideLayout" Target="../slideLayouts/slideLayout3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7.jpg"/><Relationship Id="rId1" Type="http://schemas.openxmlformats.org/officeDocument/2006/relationships/slideLayout" Target="../slideLayouts/slideLayout3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8.jpg"/><Relationship Id="rId1" Type="http://schemas.openxmlformats.org/officeDocument/2006/relationships/slideLayout" Target="../slideLayouts/slideLayout3.xml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jpg"/><Relationship Id="rId2" Type="http://schemas.openxmlformats.org/officeDocument/2006/relationships/image" Target="../media/image109.jpeg"/><Relationship Id="rId1" Type="http://schemas.openxmlformats.org/officeDocument/2006/relationships/slideLayout" Target="../slideLayouts/slideLayout3.xml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jpg"/><Relationship Id="rId2" Type="http://schemas.openxmlformats.org/officeDocument/2006/relationships/image" Target="../media/image111.jpeg"/><Relationship Id="rId1" Type="http://schemas.openxmlformats.org/officeDocument/2006/relationships/slideLayout" Target="../slideLayouts/slideLayout3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3.jpeg"/><Relationship Id="rId1" Type="http://schemas.openxmlformats.org/officeDocument/2006/relationships/slideLayout" Target="../slideLayouts/slideLayout3.xml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jpeg"/><Relationship Id="rId2" Type="http://schemas.openxmlformats.org/officeDocument/2006/relationships/image" Target="../media/image114.jpeg"/><Relationship Id="rId1" Type="http://schemas.openxmlformats.org/officeDocument/2006/relationships/slideLayout" Target="../slideLayouts/slideLayout3.xml"/></Relationships>
</file>

<file path=ppt/slides/_rels/slide1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jpg"/><Relationship Id="rId2" Type="http://schemas.openxmlformats.org/officeDocument/2006/relationships/image" Target="../media/image116.jpg"/><Relationship Id="rId1" Type="http://schemas.openxmlformats.org/officeDocument/2006/relationships/slideLayout" Target="../slideLayouts/slideLayout3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8.jpg"/><Relationship Id="rId1" Type="http://schemas.openxmlformats.org/officeDocument/2006/relationships/slideLayout" Target="../slideLayouts/slideLayout3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제목 5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ko-KR" sz="2800" dirty="0"/>
              <a:t>Chapter 07 </a:t>
            </a:r>
            <a:r>
              <a:rPr lang="ko-KR" altLang="en-US" dirty="0"/>
              <a:t>트리</a:t>
            </a:r>
          </a:p>
        </p:txBody>
      </p:sp>
    </p:spTree>
  </p:cSld>
  <p:clrMapOvr>
    <a:masterClrMapping/>
  </p:clrMapOvr>
  <p:transition>
    <p:zoom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ko-KR" altLang="en-US" dirty="0"/>
              <a:t>학습목표</a:t>
            </a:r>
          </a:p>
          <a:p>
            <a:pPr lvl="1"/>
            <a:r>
              <a:rPr lang="ko-KR" altLang="en-US" dirty="0"/>
              <a:t>트리의 개념을 이해한다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이진 트리의 자료구조를 알아본다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이진 트리의 순회를 이해한다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이진 탐색 트리의 개념을 이해하고 연산 방법을 이해한다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 err="1"/>
              <a:t>히프의</a:t>
            </a:r>
            <a:r>
              <a:rPr lang="ko-KR" altLang="en-US" dirty="0"/>
              <a:t> 자료구조를 이해한다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내용</a:t>
            </a:r>
          </a:p>
          <a:p>
            <a:pPr marL="357187" lvl="1" indent="0">
              <a:buNone/>
            </a:pPr>
            <a:r>
              <a:rPr lang="en-US" altLang="ko-KR" dirty="0"/>
              <a:t>01 </a:t>
            </a:r>
            <a:r>
              <a:rPr lang="ko-KR" altLang="en-US" dirty="0"/>
              <a:t>트리의 이해</a:t>
            </a:r>
          </a:p>
          <a:p>
            <a:pPr marL="357187" lvl="1" indent="0">
              <a:buNone/>
            </a:pPr>
            <a:r>
              <a:rPr lang="en-US" altLang="ko-KR" dirty="0"/>
              <a:t>02 </a:t>
            </a:r>
            <a:r>
              <a:rPr lang="ko-KR" altLang="en-US" dirty="0"/>
              <a:t>이진 트리</a:t>
            </a:r>
          </a:p>
          <a:p>
            <a:pPr marL="357187" lvl="1" indent="0">
              <a:buNone/>
            </a:pPr>
            <a:r>
              <a:rPr lang="en-US" altLang="ko-KR" dirty="0"/>
              <a:t>03 </a:t>
            </a:r>
            <a:r>
              <a:rPr lang="ko-KR" altLang="en-US" dirty="0"/>
              <a:t>이진 트리의 구현</a:t>
            </a:r>
          </a:p>
          <a:p>
            <a:pPr marL="357187" lvl="1" indent="0">
              <a:buNone/>
            </a:pPr>
            <a:r>
              <a:rPr lang="en-US" altLang="ko-KR" dirty="0"/>
              <a:t>04 </a:t>
            </a:r>
            <a:r>
              <a:rPr lang="ko-KR" altLang="en-US" dirty="0"/>
              <a:t>이진 트리의 순회</a:t>
            </a:r>
          </a:p>
          <a:p>
            <a:pPr marL="357187" lvl="1" indent="0">
              <a:buNone/>
            </a:pPr>
            <a:r>
              <a:rPr lang="en-US" altLang="ko-KR" dirty="0"/>
              <a:t>05 </a:t>
            </a:r>
            <a:r>
              <a:rPr lang="ko-KR" altLang="en-US" dirty="0"/>
              <a:t>이진 탐색 트리</a:t>
            </a:r>
          </a:p>
          <a:p>
            <a:pPr marL="357187" lvl="1" indent="0">
              <a:buNone/>
            </a:pPr>
            <a:r>
              <a:rPr lang="en-US" altLang="ko-KR" dirty="0"/>
              <a:t>06 </a:t>
            </a:r>
            <a:r>
              <a:rPr lang="ko-KR" altLang="en-US" dirty="0"/>
              <a:t>균형 이진 탐색 트리</a:t>
            </a:r>
          </a:p>
          <a:p>
            <a:pPr marL="357187" lvl="1" indent="0">
              <a:buNone/>
            </a:pPr>
            <a:r>
              <a:rPr lang="en-US" altLang="ko-KR" dirty="0"/>
              <a:t>07 </a:t>
            </a:r>
            <a:r>
              <a:rPr lang="ko-KR" altLang="en-US" dirty="0" err="1"/>
              <a:t>히프의</a:t>
            </a:r>
            <a:r>
              <a:rPr lang="ko-KR" altLang="en-US" dirty="0"/>
              <a:t> 개념과 연산 및 구현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12475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ko-KR" altLang="en-US" dirty="0"/>
              <a:t>트리</a:t>
            </a:r>
            <a:r>
              <a:rPr lang="en-US" altLang="ko-KR" baseline="30000" dirty="0"/>
              <a:t>tree</a:t>
            </a:r>
            <a:endParaRPr lang="en-US" altLang="ko-KR" dirty="0"/>
          </a:p>
          <a:p>
            <a:pPr lvl="1" eaLnBrk="1" hangingPunct="1">
              <a:defRPr/>
            </a:pPr>
            <a:r>
              <a:rPr lang="ko-KR" altLang="en-US" dirty="0"/>
              <a:t>원소들 간에 </a:t>
            </a:r>
            <a:r>
              <a:rPr lang="en-US" altLang="ko-KR" dirty="0"/>
              <a:t>1:n </a:t>
            </a:r>
            <a:r>
              <a:rPr lang="ko-KR" altLang="en-US" dirty="0"/>
              <a:t>관계를 가지는 비선형 자료구조</a:t>
            </a:r>
          </a:p>
          <a:p>
            <a:pPr lvl="1" eaLnBrk="1" hangingPunct="1">
              <a:defRPr/>
            </a:pPr>
            <a:r>
              <a:rPr lang="ko-KR" altLang="en-US" dirty="0"/>
              <a:t>원소들 간에 계층관계를 가지는 계층형 자료구조</a:t>
            </a:r>
            <a:r>
              <a:rPr lang="en-US" altLang="ko-KR" baseline="30000" dirty="0"/>
              <a:t>Hierarchical Data Structure</a:t>
            </a:r>
            <a:endParaRPr lang="ko-KR" altLang="en-US" dirty="0"/>
          </a:p>
          <a:p>
            <a:pPr lvl="1" eaLnBrk="1" hangingPunct="1">
              <a:defRPr/>
            </a:pPr>
            <a:r>
              <a:rPr lang="ko-KR" altLang="en-US" dirty="0"/>
              <a:t>상위 원소에서 하위 </a:t>
            </a:r>
            <a:r>
              <a:rPr lang="ko-KR" altLang="en-US" spc="-100" dirty="0"/>
              <a:t>원소로 내려가면서 확장되는 </a:t>
            </a:r>
            <a:r>
              <a:rPr lang="ko-KR" altLang="en-US" dirty="0"/>
              <a:t>트리</a:t>
            </a:r>
            <a:r>
              <a:rPr lang="en-US" altLang="ko-KR" dirty="0"/>
              <a:t>(</a:t>
            </a:r>
            <a:r>
              <a:rPr lang="ko-KR" altLang="en-US" dirty="0"/>
              <a:t>나무</a:t>
            </a:r>
            <a:r>
              <a:rPr lang="en-US" altLang="ko-KR" dirty="0"/>
              <a:t>)</a:t>
            </a:r>
            <a:r>
              <a:rPr lang="ko-KR" altLang="en-US" dirty="0"/>
              <a:t>모양의 구조</a:t>
            </a:r>
            <a:endParaRPr lang="en-US" altLang="ko-KR" dirty="0"/>
          </a:p>
          <a:p>
            <a:pPr lvl="1" eaLnBrk="1" hangingPunct="1">
              <a:defRPr/>
            </a:pPr>
            <a:endParaRPr lang="ko-KR" altLang="en-US" dirty="0"/>
          </a:p>
          <a:p>
            <a:pPr marL="0" indent="0">
              <a:buNone/>
              <a:defRPr/>
            </a:pPr>
            <a:endParaRPr lang="ko-KR" altLang="en-US" dirty="0"/>
          </a:p>
        </p:txBody>
      </p:sp>
      <p:sp>
        <p:nvSpPr>
          <p:cNvPr id="7171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 err="1"/>
              <a:t>트리의</a:t>
            </a:r>
            <a:r>
              <a:rPr lang="ko-KR" altLang="en-US" dirty="0"/>
              <a:t> 이해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내용 개체 틀 3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ko-KR" altLang="en-US" dirty="0"/>
              <a:t>트리 자료구조의 예 </a:t>
            </a:r>
            <a:r>
              <a:rPr lang="en-US" altLang="ko-KR" dirty="0"/>
              <a:t>– </a:t>
            </a:r>
            <a:r>
              <a:rPr lang="ko-KR" altLang="en-US" dirty="0"/>
              <a:t>가계도</a:t>
            </a:r>
          </a:p>
          <a:p>
            <a:pPr lvl="2"/>
            <a:r>
              <a:rPr lang="ko-KR" altLang="en-US" dirty="0"/>
              <a:t>가계도의 자료 </a:t>
            </a:r>
            <a:r>
              <a:rPr lang="en-US" altLang="ko-KR" dirty="0"/>
              <a:t>: </a:t>
            </a:r>
            <a:r>
              <a:rPr lang="ko-KR" altLang="en-US" dirty="0"/>
              <a:t>가족 구성원</a:t>
            </a:r>
          </a:p>
          <a:p>
            <a:pPr lvl="2"/>
            <a:r>
              <a:rPr lang="ko-KR" altLang="en-US" dirty="0"/>
              <a:t>자료를 연결하는 선 </a:t>
            </a:r>
            <a:r>
              <a:rPr lang="en-US" altLang="ko-KR" dirty="0"/>
              <a:t>: </a:t>
            </a:r>
            <a:r>
              <a:rPr lang="ko-KR" altLang="en-US" dirty="0"/>
              <a:t>부모</a:t>
            </a:r>
            <a:r>
              <a:rPr lang="en-US" altLang="ko-KR" dirty="0"/>
              <a:t>-</a:t>
            </a:r>
            <a:r>
              <a:rPr lang="ko-KR" altLang="en-US" dirty="0"/>
              <a:t>자식 관계 표현 </a:t>
            </a:r>
          </a:p>
        </p:txBody>
      </p:sp>
      <p:sp>
        <p:nvSpPr>
          <p:cNvPr id="8195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 err="1"/>
              <a:t>트리의</a:t>
            </a:r>
            <a:r>
              <a:rPr lang="ko-KR" altLang="en-US" dirty="0"/>
              <a:t> 이해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788168" y="980728"/>
            <a:ext cx="5680893" cy="36803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내용 개체 틀 3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lvl="2" eaLnBrk="1" hangingPunct="1">
              <a:lnSpc>
                <a:spcPct val="110000"/>
              </a:lnSpc>
            </a:pPr>
            <a:r>
              <a:rPr lang="ko-KR" altLang="en-US" dirty="0"/>
              <a:t>길동의 자식 </a:t>
            </a:r>
            <a:r>
              <a:rPr lang="en-US" altLang="ko-KR" dirty="0">
                <a:latin typeface="Times New Roman" panose="02020603050405020304" pitchFamily="18" charset="0"/>
              </a:rPr>
              <a:t>–</a:t>
            </a:r>
            <a:r>
              <a:rPr lang="en-US" altLang="ko-KR" dirty="0"/>
              <a:t> </a:t>
            </a:r>
            <a:r>
              <a:rPr lang="ko-KR" altLang="en-US" dirty="0"/>
              <a:t>진호</a:t>
            </a:r>
            <a:r>
              <a:rPr lang="en-US" altLang="ko-KR" dirty="0"/>
              <a:t>, </a:t>
            </a:r>
            <a:r>
              <a:rPr lang="ko-KR" altLang="en-US" dirty="0"/>
              <a:t>영주</a:t>
            </a:r>
            <a:r>
              <a:rPr lang="en-US" altLang="ko-KR" dirty="0"/>
              <a:t>, </a:t>
            </a:r>
            <a:r>
              <a:rPr lang="ko-KR" altLang="en-US" dirty="0"/>
              <a:t>성호</a:t>
            </a:r>
          </a:p>
          <a:p>
            <a:pPr lvl="2" eaLnBrk="1" hangingPunct="1">
              <a:lnSpc>
                <a:spcPct val="80000"/>
              </a:lnSpc>
            </a:pPr>
            <a:r>
              <a:rPr lang="ko-KR" altLang="en-US" dirty="0"/>
              <a:t>진호</a:t>
            </a:r>
            <a:r>
              <a:rPr lang="en-US" altLang="ko-KR" dirty="0"/>
              <a:t>, </a:t>
            </a:r>
            <a:r>
              <a:rPr lang="ko-KR" altLang="en-US" dirty="0"/>
              <a:t>영주</a:t>
            </a:r>
            <a:r>
              <a:rPr lang="en-US" altLang="ko-KR" dirty="0"/>
              <a:t>, </a:t>
            </a:r>
            <a:r>
              <a:rPr lang="ko-KR" altLang="en-US" dirty="0"/>
              <a:t>성호의 부모 </a:t>
            </a:r>
            <a:r>
              <a:rPr lang="en-US" altLang="ko-KR" dirty="0">
                <a:latin typeface="Times New Roman" panose="02020603050405020304" pitchFamily="18" charset="0"/>
              </a:rPr>
              <a:t>–</a:t>
            </a:r>
            <a:r>
              <a:rPr lang="en-US" altLang="ko-KR" dirty="0"/>
              <a:t> </a:t>
            </a:r>
            <a:r>
              <a:rPr lang="ko-KR" altLang="en-US" dirty="0"/>
              <a:t>길동</a:t>
            </a:r>
          </a:p>
          <a:p>
            <a:pPr lvl="2" eaLnBrk="1" hangingPunct="1">
              <a:lnSpc>
                <a:spcPct val="70000"/>
              </a:lnSpc>
            </a:pPr>
            <a:r>
              <a:rPr lang="ko-KR" altLang="en-US" dirty="0"/>
              <a:t>같은 부모의 자식들끼리는 형제관계</a:t>
            </a:r>
          </a:p>
          <a:p>
            <a:pPr lvl="3" eaLnBrk="1" hangingPunct="1">
              <a:lnSpc>
                <a:spcPct val="60000"/>
              </a:lnSpc>
            </a:pPr>
            <a:r>
              <a:rPr lang="ko-KR" altLang="en-US" dirty="0"/>
              <a:t>진호</a:t>
            </a:r>
            <a:r>
              <a:rPr lang="en-US" altLang="ko-KR" dirty="0"/>
              <a:t>, </a:t>
            </a:r>
            <a:r>
              <a:rPr lang="ko-KR" altLang="en-US" dirty="0"/>
              <a:t>영주</a:t>
            </a:r>
            <a:r>
              <a:rPr lang="en-US" altLang="ko-KR" dirty="0"/>
              <a:t>, </a:t>
            </a:r>
            <a:r>
              <a:rPr lang="ko-KR" altLang="en-US" dirty="0"/>
              <a:t>성호는 형제관계</a:t>
            </a:r>
          </a:p>
          <a:p>
            <a:pPr lvl="2" eaLnBrk="1" hangingPunct="1">
              <a:lnSpc>
                <a:spcPct val="140000"/>
              </a:lnSpc>
            </a:pPr>
            <a:r>
              <a:rPr lang="ko-KR" altLang="en-US" dirty="0"/>
              <a:t>조상 </a:t>
            </a:r>
            <a:r>
              <a:rPr lang="en-US" altLang="ko-KR" dirty="0">
                <a:latin typeface="Times New Roman" panose="02020603050405020304" pitchFamily="18" charset="0"/>
              </a:rPr>
              <a:t>–</a:t>
            </a:r>
            <a:r>
              <a:rPr lang="en-US" altLang="ko-KR" dirty="0"/>
              <a:t> </a:t>
            </a:r>
            <a:r>
              <a:rPr lang="ko-KR" altLang="en-US" dirty="0"/>
              <a:t>자신과 연결된 선을 따라 올라가면서 만나는 사람들</a:t>
            </a:r>
          </a:p>
          <a:p>
            <a:pPr lvl="3" eaLnBrk="1" hangingPunct="1">
              <a:lnSpc>
                <a:spcPct val="50000"/>
              </a:lnSpc>
            </a:pPr>
            <a:r>
              <a:rPr lang="ko-KR" altLang="en-US" dirty="0"/>
              <a:t>수영의 조상 </a:t>
            </a:r>
            <a:r>
              <a:rPr lang="en-US" altLang="ko-KR" dirty="0"/>
              <a:t>: </a:t>
            </a:r>
            <a:r>
              <a:rPr lang="ko-KR" altLang="en-US" dirty="0"/>
              <a:t>상범</a:t>
            </a:r>
            <a:r>
              <a:rPr lang="en-US" altLang="ko-KR" dirty="0"/>
              <a:t>, </a:t>
            </a:r>
            <a:r>
              <a:rPr lang="ko-KR" altLang="en-US" dirty="0"/>
              <a:t>진호</a:t>
            </a:r>
            <a:r>
              <a:rPr lang="en-US" altLang="ko-KR" dirty="0"/>
              <a:t>, </a:t>
            </a:r>
            <a:r>
              <a:rPr lang="ko-KR" altLang="en-US" dirty="0"/>
              <a:t>길동</a:t>
            </a:r>
          </a:p>
          <a:p>
            <a:pPr lvl="2" eaLnBrk="1" hangingPunct="1">
              <a:lnSpc>
                <a:spcPct val="170000"/>
              </a:lnSpc>
            </a:pPr>
            <a:r>
              <a:rPr lang="ko-KR" altLang="en-US" dirty="0"/>
              <a:t>자손 </a:t>
            </a:r>
            <a:r>
              <a:rPr lang="en-US" altLang="ko-KR" dirty="0"/>
              <a:t>- </a:t>
            </a:r>
            <a:r>
              <a:rPr lang="ko-KR" altLang="en-US" dirty="0"/>
              <a:t>자신과 연결된 선을 따라 내려가면서 만나는 사람들</a:t>
            </a:r>
          </a:p>
          <a:p>
            <a:pPr lvl="3" eaLnBrk="1" hangingPunct="1">
              <a:lnSpc>
                <a:spcPct val="50000"/>
              </a:lnSpc>
            </a:pPr>
            <a:r>
              <a:rPr lang="ko-KR" altLang="en-US" dirty="0"/>
              <a:t>진호의 자손 </a:t>
            </a:r>
            <a:r>
              <a:rPr lang="en-US" altLang="ko-KR" dirty="0"/>
              <a:t>: </a:t>
            </a:r>
            <a:r>
              <a:rPr lang="ko-KR" altLang="en-US" dirty="0"/>
              <a:t>상원</a:t>
            </a:r>
            <a:r>
              <a:rPr lang="en-US" altLang="ko-KR" dirty="0"/>
              <a:t>, </a:t>
            </a:r>
            <a:r>
              <a:rPr lang="ko-KR" altLang="en-US" dirty="0"/>
              <a:t>상범</a:t>
            </a:r>
            <a:r>
              <a:rPr lang="en-US" altLang="ko-KR" dirty="0"/>
              <a:t>, </a:t>
            </a:r>
            <a:r>
              <a:rPr lang="ko-KR" altLang="en-US" dirty="0"/>
              <a:t>수영</a:t>
            </a:r>
            <a:r>
              <a:rPr lang="en-US" altLang="ko-KR" dirty="0"/>
              <a:t>, </a:t>
            </a:r>
            <a:r>
              <a:rPr lang="ko-KR" altLang="en-US" dirty="0"/>
              <a:t>수철</a:t>
            </a:r>
          </a:p>
          <a:p>
            <a:pPr lvl="2"/>
            <a:r>
              <a:rPr lang="ko-KR" altLang="en-US" dirty="0"/>
              <a:t>가계도의 시작</a:t>
            </a:r>
            <a:r>
              <a:rPr lang="en-US" altLang="ko-KR" dirty="0"/>
              <a:t>(</a:t>
            </a:r>
            <a:r>
              <a:rPr lang="ko-KR" altLang="en-US" dirty="0"/>
              <a:t>루트</a:t>
            </a:r>
            <a:r>
              <a:rPr lang="en-US" altLang="ko-KR" dirty="0"/>
              <a:t>)</a:t>
            </a:r>
            <a:r>
              <a:rPr lang="ko-KR" altLang="en-US" dirty="0"/>
              <a:t>인 길동이를 </a:t>
            </a:r>
            <a:r>
              <a:rPr lang="en-US" altLang="ko-KR" dirty="0"/>
              <a:t>0</a:t>
            </a:r>
            <a:r>
              <a:rPr lang="ko-KR" altLang="en-US" dirty="0"/>
              <a:t>세대</a:t>
            </a:r>
            <a:r>
              <a:rPr lang="en-US" altLang="ko-KR" dirty="0"/>
              <a:t>(</a:t>
            </a:r>
            <a:r>
              <a:rPr lang="ko-KR" altLang="en-US" dirty="0"/>
              <a:t>레벨 </a:t>
            </a:r>
            <a:r>
              <a:rPr lang="en-US" altLang="ko-KR" dirty="0"/>
              <a:t>0),</a:t>
            </a:r>
            <a:r>
              <a:rPr lang="ko-KR" altLang="en-US" dirty="0"/>
              <a:t> 길동이 자식들은 </a:t>
            </a:r>
            <a:r>
              <a:rPr lang="en-US" altLang="ko-KR" dirty="0"/>
              <a:t>1</a:t>
            </a:r>
            <a:r>
              <a:rPr lang="ko-KR" altLang="en-US" dirty="0"/>
              <a:t>세대</a:t>
            </a:r>
            <a:r>
              <a:rPr lang="en-US" altLang="ko-KR" dirty="0"/>
              <a:t>(</a:t>
            </a:r>
            <a:r>
              <a:rPr lang="ko-KR" altLang="en-US" dirty="0" err="1"/>
              <a:t>레</a:t>
            </a:r>
            <a:endParaRPr lang="en-US" altLang="ko-KR" dirty="0"/>
          </a:p>
          <a:p>
            <a:pPr marL="627062" lvl="2" indent="0">
              <a:buNone/>
            </a:pPr>
            <a:r>
              <a:rPr lang="en-US" altLang="ko-KR" dirty="0"/>
              <a:t>  </a:t>
            </a:r>
            <a:r>
              <a:rPr lang="ko-KR" altLang="en-US" dirty="0"/>
              <a:t>벨 </a:t>
            </a:r>
            <a:r>
              <a:rPr lang="en-US" altLang="ko-KR" dirty="0"/>
              <a:t>1), </a:t>
            </a:r>
            <a:r>
              <a:rPr lang="ko-KR" altLang="en-US" dirty="0"/>
              <a:t>그 다음 자식들은 </a:t>
            </a:r>
            <a:r>
              <a:rPr lang="en-US" altLang="ko-KR" dirty="0"/>
              <a:t>2</a:t>
            </a:r>
            <a:r>
              <a:rPr lang="ko-KR" altLang="en-US" dirty="0"/>
              <a:t>세대</a:t>
            </a:r>
            <a:r>
              <a:rPr lang="en-US" altLang="ko-KR" dirty="0"/>
              <a:t>(</a:t>
            </a:r>
            <a:r>
              <a:rPr lang="ko-KR" altLang="en-US" dirty="0"/>
              <a:t>레벨 </a:t>
            </a:r>
            <a:r>
              <a:rPr lang="en-US" altLang="ko-KR" dirty="0"/>
              <a:t>2), </a:t>
            </a:r>
            <a:r>
              <a:rPr lang="ko-KR" altLang="en-US" dirty="0"/>
              <a:t>그 다음 자식들은 </a:t>
            </a:r>
            <a:r>
              <a:rPr lang="en-US" altLang="ko-KR" dirty="0"/>
              <a:t>3</a:t>
            </a:r>
            <a:r>
              <a:rPr lang="ko-KR" altLang="en-US" dirty="0"/>
              <a:t>세대</a:t>
            </a:r>
            <a:r>
              <a:rPr lang="en-US" altLang="ko-KR" dirty="0"/>
              <a:t>(</a:t>
            </a:r>
            <a:r>
              <a:rPr lang="ko-KR" altLang="en-US" dirty="0"/>
              <a:t>레벨 </a:t>
            </a:r>
            <a:r>
              <a:rPr lang="en-US" altLang="ko-KR" dirty="0"/>
              <a:t>3)</a:t>
            </a:r>
          </a:p>
          <a:p>
            <a:pPr lvl="2"/>
            <a:r>
              <a:rPr lang="ko-KR" altLang="en-US" dirty="0"/>
              <a:t>가족 구성원 누구든지 분가하여 독립된 가계를 이룰 수 있음</a:t>
            </a:r>
          </a:p>
        </p:txBody>
      </p:sp>
      <p:sp>
        <p:nvSpPr>
          <p:cNvPr id="9219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 err="1"/>
              <a:t>트리의</a:t>
            </a:r>
            <a:r>
              <a:rPr lang="ko-KR" altLang="en-US" dirty="0"/>
              <a:t> 이해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내용 개체 틀 3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lvl="1"/>
            <a:r>
              <a:rPr lang="ko-KR" altLang="en-US"/>
              <a:t>트리 </a:t>
            </a:r>
            <a:r>
              <a:rPr lang="en-US" altLang="ko-KR"/>
              <a:t>A</a:t>
            </a:r>
          </a:p>
          <a:p>
            <a:pPr lvl="1"/>
            <a:endParaRPr lang="ko-KR" altLang="en-US"/>
          </a:p>
        </p:txBody>
      </p:sp>
      <p:sp>
        <p:nvSpPr>
          <p:cNvPr id="1024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 err="1"/>
              <a:t>트리의</a:t>
            </a:r>
            <a:r>
              <a:rPr lang="ko-KR" altLang="en-US" dirty="0"/>
              <a:t> 이해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727233" y="1762125"/>
            <a:ext cx="5689535" cy="3333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3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lvl="1">
              <a:defRPr/>
            </a:pPr>
            <a:r>
              <a:rPr lang="ko-KR" altLang="en-US" dirty="0"/>
              <a:t>트리 </a:t>
            </a:r>
            <a:r>
              <a:rPr lang="en-US" altLang="ko-KR" dirty="0"/>
              <a:t>A</a:t>
            </a:r>
          </a:p>
          <a:p>
            <a:pPr lvl="2" eaLnBrk="1" hangingPunct="1">
              <a:defRPr/>
            </a:pPr>
            <a:r>
              <a:rPr lang="ko-KR" altLang="en-US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노드</a:t>
            </a:r>
            <a:r>
              <a:rPr lang="en-US" altLang="ko-KR" b="1" baseline="30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node</a:t>
            </a:r>
            <a:r>
              <a:rPr lang="ko-KR" altLang="en-US" dirty="0"/>
              <a:t> </a:t>
            </a:r>
            <a:r>
              <a:rPr lang="en-US" altLang="ko-KR" dirty="0">
                <a:latin typeface="Times New Roman"/>
              </a:rPr>
              <a:t>–</a:t>
            </a:r>
            <a:r>
              <a:rPr lang="en-US" altLang="ko-KR" dirty="0"/>
              <a:t> </a:t>
            </a:r>
            <a:r>
              <a:rPr lang="ko-KR" altLang="en-US" dirty="0" err="1"/>
              <a:t>트리의</a:t>
            </a:r>
            <a:r>
              <a:rPr lang="ko-KR" altLang="en-US" dirty="0"/>
              <a:t> 원소</a:t>
            </a:r>
          </a:p>
          <a:p>
            <a:pPr lvl="3" eaLnBrk="1" hangingPunct="1">
              <a:lnSpc>
                <a:spcPct val="50000"/>
              </a:lnSpc>
              <a:defRPr/>
            </a:pPr>
            <a:r>
              <a:rPr lang="ko-KR" altLang="en-US" dirty="0"/>
              <a:t>트리 </a:t>
            </a:r>
            <a:r>
              <a:rPr lang="en-US" altLang="ko-KR" dirty="0"/>
              <a:t>A</a:t>
            </a:r>
            <a:r>
              <a:rPr lang="ko-KR" altLang="en-US" dirty="0"/>
              <a:t>의 </a:t>
            </a:r>
            <a:r>
              <a:rPr lang="ko-KR" altLang="en-US" dirty="0" err="1"/>
              <a:t>노드</a:t>
            </a:r>
            <a:r>
              <a:rPr lang="ko-KR" altLang="en-US" dirty="0"/>
              <a:t> </a:t>
            </a:r>
            <a:r>
              <a:rPr lang="en-US" altLang="ko-KR" dirty="0"/>
              <a:t>- A,B,C,D,E,F,G,H,I,J,K,L</a:t>
            </a:r>
          </a:p>
          <a:p>
            <a:pPr lvl="2" eaLnBrk="1" hangingPunct="1">
              <a:lnSpc>
                <a:spcPct val="130000"/>
              </a:lnSpc>
              <a:defRPr/>
            </a:pPr>
            <a:r>
              <a:rPr lang="ko-KR" altLang="en-US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루트 노드</a:t>
            </a:r>
            <a:r>
              <a:rPr lang="en-US" altLang="ko-KR" b="1" baseline="30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root node</a:t>
            </a:r>
            <a:r>
              <a:rPr lang="ko-KR" altLang="en-US" b="1" dirty="0"/>
              <a:t> </a:t>
            </a:r>
            <a:r>
              <a:rPr lang="en-US" altLang="ko-KR" dirty="0">
                <a:latin typeface="Times New Roman"/>
              </a:rPr>
              <a:t>–</a:t>
            </a:r>
            <a:r>
              <a:rPr lang="en-US" altLang="ko-KR" dirty="0"/>
              <a:t> </a:t>
            </a:r>
            <a:r>
              <a:rPr lang="ko-KR" altLang="en-US" dirty="0" err="1"/>
              <a:t>트리의</a:t>
            </a:r>
            <a:r>
              <a:rPr lang="ko-KR" altLang="en-US" dirty="0"/>
              <a:t> 시작 </a:t>
            </a:r>
            <a:r>
              <a:rPr lang="ko-KR" altLang="en-US" dirty="0" err="1"/>
              <a:t>노드</a:t>
            </a:r>
            <a:r>
              <a:rPr lang="en-US" altLang="ko-KR" dirty="0"/>
              <a:t>(</a:t>
            </a:r>
            <a:r>
              <a:rPr lang="ko-KR" altLang="en-US" dirty="0"/>
              <a:t>레벨</a:t>
            </a:r>
            <a:r>
              <a:rPr lang="en-US" altLang="ko-KR" baseline="30000" dirty="0"/>
              <a:t>Level</a:t>
            </a:r>
            <a:r>
              <a:rPr lang="en-US" altLang="ko-KR" dirty="0"/>
              <a:t> 0)</a:t>
            </a:r>
            <a:endParaRPr lang="ko-KR" altLang="en-US" dirty="0"/>
          </a:p>
          <a:p>
            <a:pPr lvl="3" eaLnBrk="1" hangingPunct="1">
              <a:lnSpc>
                <a:spcPct val="60000"/>
              </a:lnSpc>
              <a:defRPr/>
            </a:pPr>
            <a:r>
              <a:rPr lang="ko-KR" altLang="en-US" dirty="0"/>
              <a:t>트리 </a:t>
            </a:r>
            <a:r>
              <a:rPr lang="en-US" altLang="ko-KR" dirty="0"/>
              <a:t>A</a:t>
            </a:r>
            <a:r>
              <a:rPr lang="ko-KR" altLang="en-US" dirty="0"/>
              <a:t>의 </a:t>
            </a:r>
            <a:r>
              <a:rPr lang="ko-KR" altLang="en-US" dirty="0" err="1"/>
              <a:t>루트노드</a:t>
            </a:r>
            <a:r>
              <a:rPr lang="ko-KR" altLang="en-US" dirty="0"/>
              <a:t> </a:t>
            </a:r>
            <a:r>
              <a:rPr lang="en-US" altLang="ko-KR" dirty="0"/>
              <a:t>- A</a:t>
            </a:r>
          </a:p>
          <a:p>
            <a:pPr lvl="2" eaLnBrk="1" hangingPunct="1">
              <a:lnSpc>
                <a:spcPct val="170000"/>
              </a:lnSpc>
              <a:defRPr/>
            </a:pPr>
            <a:r>
              <a:rPr lang="ko-KR" altLang="en-US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간선</a:t>
            </a:r>
            <a:r>
              <a:rPr lang="en-US" altLang="ko-KR" b="1" baseline="30000" dirty="0"/>
              <a:t>edge</a:t>
            </a:r>
            <a:r>
              <a:rPr lang="ko-KR" altLang="en-US" b="1" dirty="0"/>
              <a:t> </a:t>
            </a:r>
            <a:r>
              <a:rPr lang="en-US" altLang="ko-KR" dirty="0">
                <a:latin typeface="Times New Roman"/>
              </a:rPr>
              <a:t>–</a:t>
            </a:r>
            <a:r>
              <a:rPr lang="en-US" altLang="ko-KR" dirty="0"/>
              <a:t> </a:t>
            </a:r>
            <a:r>
              <a:rPr lang="ko-KR" altLang="en-US" dirty="0" err="1"/>
              <a:t>노드를</a:t>
            </a:r>
            <a:r>
              <a:rPr lang="ko-KR" altLang="en-US" dirty="0"/>
              <a:t> 연결하는 선</a:t>
            </a:r>
            <a:r>
              <a:rPr lang="en-US" altLang="ko-KR" dirty="0"/>
              <a:t>. </a:t>
            </a:r>
            <a:r>
              <a:rPr lang="ko-KR" altLang="en-US" dirty="0"/>
              <a:t>부모</a:t>
            </a:r>
            <a:r>
              <a:rPr lang="en-US" altLang="ko-KR" baseline="30000" dirty="0"/>
              <a:t>Parent</a:t>
            </a:r>
            <a:r>
              <a:rPr lang="ko-KR" altLang="en-US" dirty="0"/>
              <a:t> </a:t>
            </a:r>
            <a:r>
              <a:rPr lang="ko-KR" altLang="en-US" dirty="0" err="1"/>
              <a:t>노드와</a:t>
            </a:r>
            <a:r>
              <a:rPr lang="ko-KR" altLang="en-US" dirty="0"/>
              <a:t> 자식</a:t>
            </a:r>
            <a:r>
              <a:rPr lang="en-US" altLang="ko-KR" baseline="30000" dirty="0"/>
              <a:t>Child</a:t>
            </a:r>
            <a:r>
              <a:rPr lang="ko-KR" altLang="en-US" dirty="0"/>
              <a:t> </a:t>
            </a:r>
            <a:r>
              <a:rPr lang="ko-KR" altLang="en-US" dirty="0" err="1"/>
              <a:t>노드를</a:t>
            </a:r>
            <a:r>
              <a:rPr lang="ko-KR" altLang="en-US" dirty="0"/>
              <a:t> 연결</a:t>
            </a:r>
          </a:p>
          <a:p>
            <a:pPr lvl="2" eaLnBrk="1" hangingPunct="1">
              <a:defRPr/>
            </a:pPr>
            <a:r>
              <a:rPr lang="ko-KR" altLang="en-US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형제 노드</a:t>
            </a:r>
            <a:r>
              <a:rPr lang="en-US" altLang="ko-KR" b="1" baseline="30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sibling node</a:t>
            </a:r>
            <a:r>
              <a:rPr lang="ko-KR" altLang="en-US" b="1" dirty="0"/>
              <a:t> </a:t>
            </a:r>
            <a:r>
              <a:rPr lang="en-US" altLang="ko-KR" dirty="0">
                <a:latin typeface="Times New Roman"/>
              </a:rPr>
              <a:t>–</a:t>
            </a:r>
            <a:r>
              <a:rPr lang="en-US" altLang="ko-KR" dirty="0"/>
              <a:t> </a:t>
            </a:r>
            <a:r>
              <a:rPr lang="ko-KR" altLang="en-US" dirty="0"/>
              <a:t>같은 부모 </a:t>
            </a:r>
            <a:r>
              <a:rPr lang="ko-KR" altLang="en-US" dirty="0" err="1"/>
              <a:t>노드의</a:t>
            </a:r>
            <a:r>
              <a:rPr lang="ko-KR" altLang="en-US" dirty="0"/>
              <a:t> 자식 </a:t>
            </a:r>
            <a:r>
              <a:rPr lang="ko-KR" altLang="en-US" dirty="0" err="1"/>
              <a:t>노드들</a:t>
            </a:r>
            <a:endParaRPr lang="ko-KR" altLang="en-US" dirty="0"/>
          </a:p>
          <a:p>
            <a:pPr lvl="3" eaLnBrk="1" hangingPunct="1">
              <a:lnSpc>
                <a:spcPct val="70000"/>
              </a:lnSpc>
              <a:defRPr/>
            </a:pPr>
            <a:r>
              <a:rPr lang="en-US" altLang="ko-KR" dirty="0"/>
              <a:t>B,C,D</a:t>
            </a:r>
            <a:r>
              <a:rPr lang="ko-KR" altLang="en-US" dirty="0"/>
              <a:t>는 형제 </a:t>
            </a:r>
            <a:r>
              <a:rPr lang="ko-KR" altLang="en-US" dirty="0" err="1"/>
              <a:t>노드</a:t>
            </a:r>
            <a:endParaRPr lang="ko-KR" altLang="en-US" dirty="0"/>
          </a:p>
          <a:p>
            <a:pPr lvl="2" eaLnBrk="1" hangingPunct="1">
              <a:lnSpc>
                <a:spcPct val="170000"/>
              </a:lnSpc>
              <a:defRPr/>
            </a:pPr>
            <a:r>
              <a:rPr lang="ko-KR" altLang="en-US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조상 노드</a:t>
            </a:r>
            <a:r>
              <a:rPr lang="en-US" altLang="ko-KR" b="1" baseline="30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Ancestor</a:t>
            </a:r>
            <a:r>
              <a:rPr lang="ko-KR" altLang="en-US" b="1" dirty="0"/>
              <a:t> </a:t>
            </a:r>
            <a:r>
              <a:rPr lang="en-US" altLang="ko-KR" dirty="0">
                <a:latin typeface="Times New Roman"/>
              </a:rPr>
              <a:t>–</a:t>
            </a:r>
            <a:r>
              <a:rPr lang="en-US" altLang="ko-KR" dirty="0"/>
              <a:t> </a:t>
            </a:r>
            <a:r>
              <a:rPr lang="ko-KR" altLang="en-US" dirty="0"/>
              <a:t>간선을 따라 루트 </a:t>
            </a:r>
            <a:r>
              <a:rPr lang="ko-KR" altLang="en-US" dirty="0" err="1"/>
              <a:t>노드까지</a:t>
            </a:r>
            <a:r>
              <a:rPr lang="ko-KR" altLang="en-US" dirty="0"/>
              <a:t> 경로에 있는 모든 </a:t>
            </a:r>
            <a:r>
              <a:rPr lang="ko-KR" altLang="en-US" dirty="0" err="1"/>
              <a:t>노드들</a:t>
            </a:r>
            <a:endParaRPr lang="ko-KR" altLang="en-US" dirty="0"/>
          </a:p>
          <a:p>
            <a:pPr lvl="3" eaLnBrk="1" hangingPunct="1">
              <a:lnSpc>
                <a:spcPct val="50000"/>
              </a:lnSpc>
              <a:defRPr/>
            </a:pPr>
            <a:r>
              <a:rPr lang="ko-KR" altLang="en-US" dirty="0"/>
              <a:t> </a:t>
            </a:r>
            <a:r>
              <a:rPr lang="en-US" altLang="ko-KR" dirty="0"/>
              <a:t>K</a:t>
            </a:r>
            <a:r>
              <a:rPr lang="ko-KR" altLang="en-US" dirty="0"/>
              <a:t>의 조상 </a:t>
            </a:r>
            <a:r>
              <a:rPr lang="ko-KR" altLang="en-US" dirty="0" err="1"/>
              <a:t>노드</a:t>
            </a:r>
            <a:r>
              <a:rPr lang="ko-KR" altLang="en-US" dirty="0"/>
              <a:t> </a:t>
            </a:r>
            <a:r>
              <a:rPr lang="en-US" altLang="ko-KR" dirty="0"/>
              <a:t>: F, B, A</a:t>
            </a:r>
          </a:p>
          <a:p>
            <a:pPr lvl="2" eaLnBrk="1" hangingPunct="1">
              <a:lnSpc>
                <a:spcPct val="150000"/>
              </a:lnSpc>
              <a:defRPr/>
            </a:pPr>
            <a:r>
              <a:rPr lang="ko-KR" altLang="en-US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서브 트리</a:t>
            </a:r>
            <a:r>
              <a:rPr lang="en-US" altLang="ko-KR" b="1" baseline="30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subtree</a:t>
            </a:r>
            <a:r>
              <a:rPr lang="ko-KR" altLang="en-US" b="1" dirty="0"/>
              <a:t> </a:t>
            </a:r>
            <a:r>
              <a:rPr lang="en-US" altLang="ko-KR" dirty="0">
                <a:latin typeface="Times New Roman"/>
              </a:rPr>
              <a:t>–</a:t>
            </a:r>
            <a:r>
              <a:rPr lang="en-US" altLang="ko-KR" dirty="0"/>
              <a:t> </a:t>
            </a:r>
            <a:r>
              <a:rPr lang="ko-KR" altLang="en-US" dirty="0" err="1"/>
              <a:t>부노</a:t>
            </a:r>
            <a:r>
              <a:rPr lang="ko-KR" altLang="en-US" dirty="0"/>
              <a:t> </a:t>
            </a:r>
            <a:r>
              <a:rPr lang="ko-KR" altLang="en-US" dirty="0" err="1"/>
              <a:t>노드와</a:t>
            </a:r>
            <a:r>
              <a:rPr lang="ko-KR" altLang="en-US" dirty="0"/>
              <a:t> 연결된 간선을 끊었을 때 생성되는 트리</a:t>
            </a:r>
          </a:p>
          <a:p>
            <a:pPr lvl="3" eaLnBrk="1" hangingPunct="1">
              <a:lnSpc>
                <a:spcPct val="60000"/>
              </a:lnSpc>
              <a:defRPr/>
            </a:pPr>
            <a:r>
              <a:rPr lang="ko-KR" altLang="en-US" dirty="0"/>
              <a:t>각 </a:t>
            </a:r>
            <a:r>
              <a:rPr lang="ko-KR" altLang="en-US" dirty="0" err="1"/>
              <a:t>노드는</a:t>
            </a:r>
            <a:r>
              <a:rPr lang="ko-KR" altLang="en-US" dirty="0"/>
              <a:t> 자식 </a:t>
            </a:r>
            <a:r>
              <a:rPr lang="ko-KR" altLang="en-US" dirty="0" err="1"/>
              <a:t>노드의</a:t>
            </a:r>
            <a:r>
              <a:rPr lang="ko-KR" altLang="en-US" dirty="0"/>
              <a:t> 개수 만큼 서브 </a:t>
            </a:r>
            <a:r>
              <a:rPr lang="ko-KR" altLang="en-US" dirty="0" err="1"/>
              <a:t>트리를</a:t>
            </a:r>
            <a:r>
              <a:rPr lang="ko-KR" altLang="en-US" dirty="0"/>
              <a:t> 가짐</a:t>
            </a:r>
            <a:endParaRPr lang="en-US" altLang="ko-KR" dirty="0"/>
          </a:p>
          <a:p>
            <a:pPr lvl="2" eaLnBrk="1" hangingPunct="1">
              <a:lnSpc>
                <a:spcPct val="150000"/>
              </a:lnSpc>
              <a:defRPr/>
            </a:pPr>
            <a:r>
              <a:rPr lang="ko-KR" altLang="en-US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자손 </a:t>
            </a:r>
            <a:r>
              <a:rPr lang="ko-KR" altLang="en-US" b="1" dirty="0" err="1">
                <a:effectLst>
                  <a:outerShdw blurRad="38100" dist="38100" dir="2700000" algn="tl">
                    <a:srgbClr val="C0C0C0"/>
                  </a:outerShdw>
                </a:effectLst>
              </a:rPr>
              <a:t>노드</a:t>
            </a:r>
            <a:r>
              <a:rPr lang="ko-KR" altLang="en-US" b="1" dirty="0"/>
              <a:t> </a:t>
            </a:r>
            <a:r>
              <a:rPr lang="en-US" altLang="ko-KR" dirty="0">
                <a:latin typeface="Times New Roman"/>
              </a:rPr>
              <a:t>–</a:t>
            </a:r>
            <a:r>
              <a:rPr lang="en-US" altLang="ko-KR" dirty="0"/>
              <a:t> </a:t>
            </a:r>
            <a:r>
              <a:rPr lang="ko-KR" altLang="en-US" dirty="0"/>
              <a:t>서브 </a:t>
            </a:r>
            <a:r>
              <a:rPr lang="ko-KR" altLang="en-US" dirty="0" err="1"/>
              <a:t>트리에</a:t>
            </a:r>
            <a:r>
              <a:rPr lang="ko-KR" altLang="en-US" dirty="0"/>
              <a:t> 있는 하위 레벨의 </a:t>
            </a:r>
            <a:r>
              <a:rPr lang="ko-KR" altLang="en-US" dirty="0" err="1"/>
              <a:t>노드들</a:t>
            </a:r>
            <a:endParaRPr lang="ko-KR" altLang="en-US" dirty="0"/>
          </a:p>
          <a:p>
            <a:pPr lvl="3" eaLnBrk="1" hangingPunct="1">
              <a:lnSpc>
                <a:spcPct val="70000"/>
              </a:lnSpc>
              <a:defRPr/>
            </a:pPr>
            <a:r>
              <a:rPr lang="en-US" altLang="ko-KR" dirty="0"/>
              <a:t>B</a:t>
            </a:r>
            <a:r>
              <a:rPr lang="ko-KR" altLang="en-US" dirty="0"/>
              <a:t>의 자손 </a:t>
            </a:r>
            <a:r>
              <a:rPr lang="ko-KR" altLang="en-US" dirty="0" err="1"/>
              <a:t>노드</a:t>
            </a:r>
            <a:r>
              <a:rPr lang="ko-KR" altLang="en-US" dirty="0"/>
              <a:t> </a:t>
            </a:r>
            <a:r>
              <a:rPr lang="en-US" altLang="ko-KR" dirty="0">
                <a:latin typeface="Times New Roman"/>
              </a:rPr>
              <a:t>–</a:t>
            </a:r>
            <a:r>
              <a:rPr lang="en-US" altLang="ko-KR" dirty="0"/>
              <a:t> E,F,K,L</a:t>
            </a:r>
          </a:p>
          <a:p>
            <a:pPr lvl="2">
              <a:defRPr/>
            </a:pPr>
            <a:endParaRPr lang="ko-KR" altLang="en-US" dirty="0"/>
          </a:p>
        </p:txBody>
      </p:sp>
      <p:sp>
        <p:nvSpPr>
          <p:cNvPr id="11267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 err="1"/>
              <a:t>트리의</a:t>
            </a:r>
            <a:r>
              <a:rPr lang="ko-KR" altLang="en-US" dirty="0"/>
              <a:t> 이해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3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lvl="2" eaLnBrk="1" hangingPunct="1">
              <a:defRPr/>
            </a:pPr>
            <a:r>
              <a:rPr lang="ko-KR" altLang="en-US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차수</a:t>
            </a:r>
            <a:r>
              <a:rPr lang="en-US" altLang="ko-KR" b="1" baseline="30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degree</a:t>
            </a:r>
            <a:r>
              <a:rPr lang="ko-KR" altLang="en-US" b="1" dirty="0"/>
              <a:t> </a:t>
            </a:r>
          </a:p>
          <a:p>
            <a:pPr lvl="3" eaLnBrk="1" hangingPunct="1">
              <a:lnSpc>
                <a:spcPct val="50000"/>
              </a:lnSpc>
              <a:defRPr/>
            </a:pPr>
            <a:r>
              <a:rPr lang="ko-KR" altLang="en-US" dirty="0" err="1"/>
              <a:t>노드의</a:t>
            </a:r>
            <a:r>
              <a:rPr lang="ko-KR" altLang="en-US" dirty="0"/>
              <a:t> 차수 </a:t>
            </a:r>
            <a:r>
              <a:rPr lang="en-US" altLang="ko-KR" dirty="0"/>
              <a:t>: </a:t>
            </a:r>
            <a:r>
              <a:rPr lang="ko-KR" altLang="en-US" dirty="0" err="1"/>
              <a:t>노드에</a:t>
            </a:r>
            <a:r>
              <a:rPr lang="ko-KR" altLang="en-US" dirty="0"/>
              <a:t> 연결된 자식 </a:t>
            </a:r>
            <a:r>
              <a:rPr lang="ko-KR" altLang="en-US" dirty="0" err="1"/>
              <a:t>노드의</a:t>
            </a:r>
            <a:r>
              <a:rPr lang="ko-KR" altLang="en-US" dirty="0"/>
              <a:t> 수</a:t>
            </a:r>
            <a:r>
              <a:rPr lang="en-US" altLang="ko-KR" dirty="0"/>
              <a:t>. </a:t>
            </a:r>
          </a:p>
          <a:p>
            <a:pPr lvl="4" eaLnBrk="1" hangingPunct="1">
              <a:lnSpc>
                <a:spcPct val="80000"/>
              </a:lnSpc>
              <a:defRPr/>
            </a:pPr>
            <a:r>
              <a:rPr lang="en-US" altLang="ko-KR" dirty="0"/>
              <a:t>A</a:t>
            </a:r>
            <a:r>
              <a:rPr lang="ko-KR" altLang="en-US" dirty="0"/>
              <a:t>의 차수</a:t>
            </a:r>
            <a:r>
              <a:rPr lang="en-US" altLang="ko-KR" dirty="0"/>
              <a:t>=3, B</a:t>
            </a:r>
            <a:r>
              <a:rPr lang="ko-KR" altLang="en-US" dirty="0"/>
              <a:t>의 차수</a:t>
            </a:r>
            <a:r>
              <a:rPr lang="en-US" altLang="ko-KR" dirty="0"/>
              <a:t>=2, C</a:t>
            </a:r>
            <a:r>
              <a:rPr lang="ko-KR" altLang="en-US" dirty="0"/>
              <a:t>의 차수</a:t>
            </a:r>
            <a:r>
              <a:rPr lang="en-US" altLang="ko-KR" dirty="0"/>
              <a:t>=1</a:t>
            </a:r>
          </a:p>
          <a:p>
            <a:pPr lvl="3" eaLnBrk="1" hangingPunct="1">
              <a:lnSpc>
                <a:spcPct val="110000"/>
              </a:lnSpc>
              <a:defRPr/>
            </a:pPr>
            <a:r>
              <a:rPr lang="ko-KR" altLang="en-US" dirty="0" err="1"/>
              <a:t>트리의</a:t>
            </a:r>
            <a:r>
              <a:rPr lang="ko-KR" altLang="en-US" dirty="0"/>
              <a:t> 차수 </a:t>
            </a:r>
            <a:r>
              <a:rPr lang="en-US" altLang="ko-KR" dirty="0"/>
              <a:t>: </a:t>
            </a:r>
            <a:r>
              <a:rPr lang="ko-KR" altLang="en-US" dirty="0" err="1"/>
              <a:t>트리에</a:t>
            </a:r>
            <a:r>
              <a:rPr lang="ko-KR" altLang="en-US" dirty="0"/>
              <a:t> 있는 </a:t>
            </a:r>
            <a:r>
              <a:rPr lang="ko-KR" altLang="en-US" dirty="0" err="1"/>
              <a:t>노드의</a:t>
            </a:r>
            <a:r>
              <a:rPr lang="ko-KR" altLang="en-US" dirty="0"/>
              <a:t> 차수 중에서 가장 큰 값</a:t>
            </a:r>
          </a:p>
          <a:p>
            <a:pPr lvl="4" eaLnBrk="1" hangingPunct="1">
              <a:lnSpc>
                <a:spcPct val="110000"/>
              </a:lnSpc>
              <a:defRPr/>
            </a:pPr>
            <a:r>
              <a:rPr lang="ko-KR" altLang="en-US" dirty="0"/>
              <a:t>트리 </a:t>
            </a:r>
            <a:r>
              <a:rPr lang="en-US" altLang="ko-KR" dirty="0"/>
              <a:t>A</a:t>
            </a:r>
            <a:r>
              <a:rPr lang="ko-KR" altLang="en-US" dirty="0"/>
              <a:t>의 차수</a:t>
            </a:r>
            <a:r>
              <a:rPr lang="en-US" altLang="ko-KR" dirty="0"/>
              <a:t>=3</a:t>
            </a:r>
          </a:p>
          <a:p>
            <a:pPr lvl="3" eaLnBrk="1" hangingPunct="1">
              <a:lnSpc>
                <a:spcPct val="110000"/>
              </a:lnSpc>
              <a:defRPr/>
            </a:pPr>
            <a:r>
              <a:rPr lang="ko-KR" altLang="en-US" dirty="0"/>
              <a:t>단말 </a:t>
            </a:r>
            <a:r>
              <a:rPr lang="ko-KR" altLang="en-US" dirty="0" err="1"/>
              <a:t>노드</a:t>
            </a:r>
            <a:r>
              <a:rPr lang="en-US" altLang="ko-KR" dirty="0"/>
              <a:t>(</a:t>
            </a:r>
            <a:r>
              <a:rPr lang="ko-KR" altLang="en-US" dirty="0" err="1"/>
              <a:t>리프</a:t>
            </a:r>
            <a:r>
              <a:rPr lang="ko-KR" altLang="en-US" dirty="0"/>
              <a:t> </a:t>
            </a:r>
            <a:r>
              <a:rPr lang="ko-KR" altLang="en-US" dirty="0" err="1"/>
              <a:t>노드</a:t>
            </a:r>
            <a:r>
              <a:rPr lang="en-US" altLang="ko-KR" dirty="0"/>
              <a:t>) : </a:t>
            </a:r>
            <a:r>
              <a:rPr lang="ko-KR" altLang="en-US" dirty="0"/>
              <a:t>차수가 </a:t>
            </a:r>
            <a:r>
              <a:rPr lang="en-US" altLang="ko-KR" dirty="0"/>
              <a:t>0</a:t>
            </a:r>
            <a:r>
              <a:rPr lang="ko-KR" altLang="en-US" dirty="0"/>
              <a:t>인 </a:t>
            </a:r>
            <a:r>
              <a:rPr lang="ko-KR" altLang="en-US" dirty="0" err="1"/>
              <a:t>노드</a:t>
            </a:r>
            <a:r>
              <a:rPr lang="en-US" altLang="ko-KR" dirty="0"/>
              <a:t>. </a:t>
            </a:r>
            <a:r>
              <a:rPr lang="ko-KR" altLang="en-US" dirty="0"/>
              <a:t>자식 </a:t>
            </a:r>
            <a:r>
              <a:rPr lang="ko-KR" altLang="en-US" dirty="0" err="1"/>
              <a:t>노드가</a:t>
            </a:r>
            <a:r>
              <a:rPr lang="ko-KR" altLang="en-US" dirty="0"/>
              <a:t> 없는 </a:t>
            </a:r>
            <a:r>
              <a:rPr lang="ko-KR" altLang="en-US" dirty="0" err="1"/>
              <a:t>노드</a:t>
            </a:r>
            <a:endParaRPr lang="ko-KR" altLang="en-US" dirty="0"/>
          </a:p>
          <a:p>
            <a:pPr lvl="2" eaLnBrk="1" hangingPunct="1">
              <a:lnSpc>
                <a:spcPct val="110000"/>
              </a:lnSpc>
              <a:defRPr/>
            </a:pPr>
            <a:r>
              <a:rPr lang="ko-KR" altLang="en-US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높이</a:t>
            </a:r>
            <a:r>
              <a:rPr lang="ko-KR" altLang="en-US" b="1" dirty="0"/>
              <a:t> </a:t>
            </a:r>
          </a:p>
          <a:p>
            <a:pPr lvl="3" eaLnBrk="1" hangingPunct="1">
              <a:lnSpc>
                <a:spcPct val="110000"/>
              </a:lnSpc>
              <a:defRPr/>
            </a:pPr>
            <a:r>
              <a:rPr lang="ko-KR" altLang="en-US" dirty="0" err="1"/>
              <a:t>노드의</a:t>
            </a:r>
            <a:r>
              <a:rPr lang="ko-KR" altLang="en-US" dirty="0"/>
              <a:t> 높이 </a:t>
            </a:r>
            <a:r>
              <a:rPr lang="en-US" altLang="ko-KR" dirty="0"/>
              <a:t>: </a:t>
            </a:r>
            <a:r>
              <a:rPr lang="ko-KR" altLang="en-US" dirty="0"/>
              <a:t>루트에서 </a:t>
            </a:r>
            <a:r>
              <a:rPr lang="ko-KR" altLang="en-US" dirty="0" err="1"/>
              <a:t>노드에</a:t>
            </a:r>
            <a:r>
              <a:rPr lang="ko-KR" altLang="en-US" dirty="0"/>
              <a:t> 이르는 간선의 수</a:t>
            </a:r>
            <a:r>
              <a:rPr lang="en-US" altLang="ko-KR" dirty="0"/>
              <a:t>. </a:t>
            </a:r>
            <a:r>
              <a:rPr lang="ko-KR" altLang="en-US" dirty="0" err="1"/>
              <a:t>노드의</a:t>
            </a:r>
            <a:r>
              <a:rPr lang="ko-KR" altLang="en-US" dirty="0"/>
              <a:t> 레벨</a:t>
            </a:r>
          </a:p>
          <a:p>
            <a:pPr lvl="4" eaLnBrk="1" hangingPunct="1">
              <a:lnSpc>
                <a:spcPct val="110000"/>
              </a:lnSpc>
              <a:defRPr/>
            </a:pPr>
            <a:r>
              <a:rPr lang="en-US" altLang="ko-KR" dirty="0"/>
              <a:t>B</a:t>
            </a:r>
            <a:r>
              <a:rPr lang="ko-KR" altLang="en-US" dirty="0"/>
              <a:t>의 높이</a:t>
            </a:r>
            <a:r>
              <a:rPr lang="en-US" altLang="ko-KR" dirty="0"/>
              <a:t>=1,  F</a:t>
            </a:r>
            <a:r>
              <a:rPr lang="ko-KR" altLang="en-US" dirty="0"/>
              <a:t>의 높이</a:t>
            </a:r>
            <a:r>
              <a:rPr lang="en-US" altLang="ko-KR" dirty="0"/>
              <a:t>=2</a:t>
            </a:r>
          </a:p>
          <a:p>
            <a:pPr lvl="3" eaLnBrk="1" hangingPunct="1">
              <a:lnSpc>
                <a:spcPct val="110000"/>
              </a:lnSpc>
              <a:defRPr/>
            </a:pPr>
            <a:r>
              <a:rPr lang="ko-KR" altLang="en-US" dirty="0" err="1"/>
              <a:t>트리의</a:t>
            </a:r>
            <a:r>
              <a:rPr lang="ko-KR" altLang="en-US" dirty="0"/>
              <a:t> 높이 </a:t>
            </a:r>
            <a:r>
              <a:rPr lang="en-US" altLang="ko-KR" dirty="0"/>
              <a:t>: </a:t>
            </a:r>
            <a:r>
              <a:rPr lang="ko-KR" altLang="en-US" dirty="0" err="1"/>
              <a:t>트리에</a:t>
            </a:r>
            <a:r>
              <a:rPr lang="ko-KR" altLang="en-US" dirty="0"/>
              <a:t> 있는 </a:t>
            </a:r>
            <a:r>
              <a:rPr lang="ko-KR" altLang="en-US" dirty="0" err="1"/>
              <a:t>노드의</a:t>
            </a:r>
            <a:r>
              <a:rPr lang="ko-KR" altLang="en-US" dirty="0"/>
              <a:t> 높이 중에서 가장 큰 값</a:t>
            </a:r>
            <a:r>
              <a:rPr lang="en-US" altLang="ko-KR" dirty="0"/>
              <a:t>. </a:t>
            </a:r>
            <a:r>
              <a:rPr lang="ko-KR" altLang="en-US" dirty="0"/>
              <a:t>최대 레벨</a:t>
            </a:r>
          </a:p>
          <a:p>
            <a:pPr lvl="4" eaLnBrk="1" hangingPunct="1">
              <a:lnSpc>
                <a:spcPct val="110000"/>
              </a:lnSpc>
              <a:defRPr/>
            </a:pPr>
            <a:r>
              <a:rPr lang="ko-KR" altLang="en-US" dirty="0"/>
              <a:t>트리 </a:t>
            </a:r>
            <a:r>
              <a:rPr lang="en-US" altLang="ko-KR" dirty="0"/>
              <a:t>A</a:t>
            </a:r>
            <a:r>
              <a:rPr lang="ko-KR" altLang="en-US" dirty="0"/>
              <a:t>의 높이</a:t>
            </a:r>
            <a:r>
              <a:rPr lang="en-US" altLang="ko-KR" dirty="0"/>
              <a:t>=3</a:t>
            </a:r>
          </a:p>
          <a:p>
            <a:pPr lvl="2">
              <a:defRPr/>
            </a:pPr>
            <a:endParaRPr lang="ko-KR" altLang="en-US" dirty="0"/>
          </a:p>
        </p:txBody>
      </p:sp>
      <p:sp>
        <p:nvSpPr>
          <p:cNvPr id="12291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 err="1"/>
              <a:t>트리의</a:t>
            </a:r>
            <a:r>
              <a:rPr lang="ko-KR" altLang="en-US" dirty="0"/>
              <a:t> 이해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3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lvl="2" eaLnBrk="1" hangingPunct="1">
              <a:lnSpc>
                <a:spcPct val="110000"/>
              </a:lnSpc>
              <a:defRPr/>
            </a:pPr>
            <a:r>
              <a:rPr lang="ko-KR" altLang="en-US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포리스트</a:t>
            </a:r>
            <a:r>
              <a:rPr lang="en-US" altLang="ko-KR" b="1" baseline="30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forest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서브 트리의 집합</a:t>
            </a:r>
          </a:p>
          <a:p>
            <a:pPr lvl="3" eaLnBrk="1" hangingPunct="1">
              <a:lnSpc>
                <a:spcPct val="110000"/>
              </a:lnSpc>
              <a:defRPr/>
            </a:pPr>
            <a:r>
              <a:rPr lang="ko-KR" altLang="en-US" dirty="0"/>
              <a:t>트리 </a:t>
            </a:r>
            <a:r>
              <a:rPr lang="en-US" altLang="ko-KR" dirty="0"/>
              <a:t>A</a:t>
            </a:r>
            <a:r>
              <a:rPr lang="ko-KR" altLang="en-US" dirty="0"/>
              <a:t>에서 </a:t>
            </a:r>
            <a:r>
              <a:rPr lang="ko-KR" altLang="en-US" dirty="0" err="1"/>
              <a:t>노드</a:t>
            </a:r>
            <a:r>
              <a:rPr lang="ko-KR" altLang="en-US" dirty="0"/>
              <a:t> </a:t>
            </a:r>
            <a:r>
              <a:rPr lang="en-US" altLang="ko-KR" dirty="0"/>
              <a:t>A</a:t>
            </a:r>
            <a:r>
              <a:rPr lang="ko-KR" altLang="en-US" dirty="0"/>
              <a:t>를 제거하면</a:t>
            </a:r>
            <a:r>
              <a:rPr lang="en-US" altLang="ko-KR" dirty="0"/>
              <a:t>, A</a:t>
            </a:r>
            <a:r>
              <a:rPr lang="ko-KR" altLang="en-US" dirty="0"/>
              <a:t>의 자식 </a:t>
            </a:r>
            <a:r>
              <a:rPr lang="ko-KR" altLang="en-US" dirty="0" err="1"/>
              <a:t>노드</a:t>
            </a:r>
            <a:r>
              <a:rPr lang="ko-KR" altLang="en-US" dirty="0"/>
              <a:t> </a:t>
            </a:r>
            <a:r>
              <a:rPr lang="en-US" altLang="ko-KR" dirty="0"/>
              <a:t>B, C, D</a:t>
            </a:r>
            <a:r>
              <a:rPr lang="ko-KR" altLang="en-US" dirty="0"/>
              <a:t>에 대한 서브 </a:t>
            </a:r>
            <a:r>
              <a:rPr lang="ko-KR" altLang="en-US" dirty="0" err="1"/>
              <a:t>트리가</a:t>
            </a:r>
            <a:r>
              <a:rPr lang="ko-KR" altLang="en-US" dirty="0"/>
              <a:t> 생기고</a:t>
            </a:r>
            <a:r>
              <a:rPr lang="en-US" altLang="ko-KR" dirty="0"/>
              <a:t>, </a:t>
            </a:r>
            <a:r>
              <a:rPr lang="ko-KR" altLang="en-US" dirty="0"/>
              <a:t>이들의 집합은 </a:t>
            </a:r>
            <a:r>
              <a:rPr lang="ko-KR" altLang="en-US" dirty="0" err="1"/>
              <a:t>포리스트가</a:t>
            </a:r>
            <a:r>
              <a:rPr lang="ko-KR" altLang="en-US" dirty="0"/>
              <a:t> 됨</a:t>
            </a:r>
            <a:endParaRPr lang="en-US" altLang="ko-KR" dirty="0"/>
          </a:p>
          <a:p>
            <a:pPr marL="357187" lvl="1" indent="0">
              <a:buFont typeface="Wingdings" pitchFamily="2" charset="2"/>
              <a:buNone/>
              <a:defRPr/>
            </a:pPr>
            <a:endParaRPr lang="ko-KR" altLang="en-US" dirty="0"/>
          </a:p>
        </p:txBody>
      </p:sp>
      <p:sp>
        <p:nvSpPr>
          <p:cNvPr id="13315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 err="1"/>
              <a:t>트리의</a:t>
            </a:r>
            <a:r>
              <a:rPr lang="ko-KR" altLang="en-US" dirty="0"/>
              <a:t> 이해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561"/>
          <a:stretch/>
        </p:blipFill>
        <p:spPr bwMode="auto">
          <a:xfrm>
            <a:off x="1614419" y="6242458"/>
            <a:ext cx="5562600" cy="345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Line 4"/>
          <p:cNvSpPr>
            <a:spLocks noChangeShapeType="1"/>
          </p:cNvSpPr>
          <p:nvPr/>
        </p:nvSpPr>
        <p:spPr bwMode="auto">
          <a:xfrm flipH="1">
            <a:off x="1939111" y="3511956"/>
            <a:ext cx="484188" cy="57626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6" name="Line 5"/>
          <p:cNvSpPr>
            <a:spLocks noChangeShapeType="1"/>
          </p:cNvSpPr>
          <p:nvPr/>
        </p:nvSpPr>
        <p:spPr bwMode="auto">
          <a:xfrm>
            <a:off x="2434411" y="3511956"/>
            <a:ext cx="484188" cy="57626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7" name="Line 6"/>
          <p:cNvSpPr>
            <a:spLocks noChangeShapeType="1"/>
          </p:cNvSpPr>
          <p:nvPr/>
        </p:nvSpPr>
        <p:spPr bwMode="auto">
          <a:xfrm flipH="1">
            <a:off x="2515374" y="4564469"/>
            <a:ext cx="484187" cy="57626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8" name="Line 7"/>
          <p:cNvSpPr>
            <a:spLocks noChangeShapeType="1"/>
          </p:cNvSpPr>
          <p:nvPr/>
        </p:nvSpPr>
        <p:spPr bwMode="auto">
          <a:xfrm>
            <a:off x="3010674" y="4564469"/>
            <a:ext cx="484187" cy="57626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9" name="Oval 8"/>
          <p:cNvSpPr>
            <a:spLocks noChangeArrowheads="1"/>
          </p:cNvSpPr>
          <p:nvPr/>
        </p:nvSpPr>
        <p:spPr bwMode="auto">
          <a:xfrm>
            <a:off x="2155011" y="3008719"/>
            <a:ext cx="576263" cy="503237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79200" anchor="ctr"/>
          <a:lstStyle>
            <a:lvl1pPr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eaLnBrk="1" hangingPunct="1"/>
            <a:r>
              <a:rPr lang="en-US" altLang="ko-KR" sz="1600" b="1">
                <a:effectLst>
                  <a:outerShdw blurRad="38100" dist="38100" dir="2700000" algn="tl">
                    <a:srgbClr val="FFFFFF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B</a:t>
            </a:r>
          </a:p>
        </p:txBody>
      </p:sp>
      <p:sp>
        <p:nvSpPr>
          <p:cNvPr id="10" name="Oval 9"/>
          <p:cNvSpPr>
            <a:spLocks noChangeArrowheads="1"/>
          </p:cNvSpPr>
          <p:nvPr/>
        </p:nvSpPr>
        <p:spPr bwMode="auto">
          <a:xfrm>
            <a:off x="1578749" y="4073931"/>
            <a:ext cx="576262" cy="503238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79200" anchor="ctr"/>
          <a:lstStyle>
            <a:lvl1pPr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eaLnBrk="1" hangingPunct="1"/>
            <a:r>
              <a:rPr lang="en-US" altLang="ko-KR" sz="1600" b="1">
                <a:effectLst>
                  <a:outerShdw blurRad="38100" dist="38100" dir="2700000" algn="tl">
                    <a:srgbClr val="C0C0C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E</a:t>
            </a:r>
          </a:p>
        </p:txBody>
      </p:sp>
      <p:sp>
        <p:nvSpPr>
          <p:cNvPr id="11" name="Oval 10"/>
          <p:cNvSpPr>
            <a:spLocks noChangeArrowheads="1"/>
          </p:cNvSpPr>
          <p:nvPr/>
        </p:nvSpPr>
        <p:spPr bwMode="auto">
          <a:xfrm>
            <a:off x="2731274" y="4073931"/>
            <a:ext cx="576262" cy="503238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79200" anchor="ctr"/>
          <a:lstStyle>
            <a:lvl1pPr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eaLnBrk="1" hangingPunct="1"/>
            <a:r>
              <a:rPr lang="en-US" altLang="ko-KR" sz="1600" b="1">
                <a:effectLst>
                  <a:outerShdw blurRad="38100" dist="38100" dir="2700000" algn="tl">
                    <a:srgbClr val="C0C0C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F</a:t>
            </a:r>
          </a:p>
        </p:txBody>
      </p:sp>
      <p:sp>
        <p:nvSpPr>
          <p:cNvPr id="12" name="Oval 11"/>
          <p:cNvSpPr>
            <a:spLocks noChangeArrowheads="1"/>
          </p:cNvSpPr>
          <p:nvPr/>
        </p:nvSpPr>
        <p:spPr bwMode="auto">
          <a:xfrm>
            <a:off x="2169299" y="5126444"/>
            <a:ext cx="576262" cy="503237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79200" anchor="ctr"/>
          <a:lstStyle>
            <a:lvl1pPr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eaLnBrk="1" hangingPunct="1"/>
            <a:r>
              <a:rPr lang="en-US" altLang="ko-KR" sz="1600" b="1">
                <a:effectLst>
                  <a:outerShdw blurRad="38100" dist="38100" dir="2700000" algn="tl">
                    <a:srgbClr val="C0C0C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K</a:t>
            </a:r>
          </a:p>
        </p:txBody>
      </p:sp>
      <p:sp>
        <p:nvSpPr>
          <p:cNvPr id="13" name="Oval 12"/>
          <p:cNvSpPr>
            <a:spLocks noChangeArrowheads="1"/>
          </p:cNvSpPr>
          <p:nvPr/>
        </p:nvSpPr>
        <p:spPr bwMode="auto">
          <a:xfrm>
            <a:off x="3293249" y="5124856"/>
            <a:ext cx="576262" cy="503238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79200" anchor="ctr"/>
          <a:lstStyle>
            <a:lvl1pPr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eaLnBrk="1" hangingPunct="1"/>
            <a:r>
              <a:rPr lang="en-US" altLang="ko-KR" sz="1600" b="1">
                <a:effectLst>
                  <a:outerShdw blurRad="38100" dist="38100" dir="2700000" algn="tl">
                    <a:srgbClr val="C0C0C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L</a:t>
            </a:r>
          </a:p>
        </p:txBody>
      </p:sp>
      <p:sp>
        <p:nvSpPr>
          <p:cNvPr id="14" name="Line 13"/>
          <p:cNvSpPr>
            <a:spLocks noChangeShapeType="1"/>
          </p:cNvSpPr>
          <p:nvPr/>
        </p:nvSpPr>
        <p:spPr bwMode="auto">
          <a:xfrm>
            <a:off x="4739461" y="3497669"/>
            <a:ext cx="0" cy="57626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5" name="Oval 14"/>
          <p:cNvSpPr>
            <a:spLocks noChangeArrowheads="1"/>
          </p:cNvSpPr>
          <p:nvPr/>
        </p:nvSpPr>
        <p:spPr bwMode="auto">
          <a:xfrm>
            <a:off x="4450536" y="3008719"/>
            <a:ext cx="576263" cy="503237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79200" anchor="ctr"/>
          <a:lstStyle>
            <a:lvl1pPr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eaLnBrk="1" hangingPunct="1"/>
            <a:r>
              <a:rPr lang="en-US" altLang="ko-KR" sz="1600" b="1">
                <a:effectLst>
                  <a:outerShdw blurRad="38100" dist="38100" dir="2700000" algn="tl">
                    <a:srgbClr val="FFFFFF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C</a:t>
            </a:r>
          </a:p>
        </p:txBody>
      </p:sp>
      <p:sp>
        <p:nvSpPr>
          <p:cNvPr id="16" name="Oval 15"/>
          <p:cNvSpPr>
            <a:spLocks noChangeArrowheads="1"/>
          </p:cNvSpPr>
          <p:nvPr/>
        </p:nvSpPr>
        <p:spPr bwMode="auto">
          <a:xfrm>
            <a:off x="4450536" y="4073931"/>
            <a:ext cx="576263" cy="503238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79200" anchor="ctr"/>
          <a:lstStyle>
            <a:lvl1pPr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eaLnBrk="1" hangingPunct="1"/>
            <a:r>
              <a:rPr lang="en-US" altLang="ko-KR" sz="1600" b="1">
                <a:effectLst>
                  <a:outerShdw blurRad="38100" dist="38100" dir="2700000" algn="tl">
                    <a:srgbClr val="C0C0C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G</a:t>
            </a:r>
          </a:p>
        </p:txBody>
      </p:sp>
      <p:sp>
        <p:nvSpPr>
          <p:cNvPr id="17" name="Line 16"/>
          <p:cNvSpPr>
            <a:spLocks noChangeShapeType="1"/>
          </p:cNvSpPr>
          <p:nvPr/>
        </p:nvSpPr>
        <p:spPr bwMode="auto">
          <a:xfrm>
            <a:off x="6561911" y="3497669"/>
            <a:ext cx="0" cy="57626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8" name="Line 17"/>
          <p:cNvSpPr>
            <a:spLocks noChangeShapeType="1"/>
          </p:cNvSpPr>
          <p:nvPr/>
        </p:nvSpPr>
        <p:spPr bwMode="auto">
          <a:xfrm flipH="1">
            <a:off x="5899924" y="3513544"/>
            <a:ext cx="655637" cy="5746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9" name="Line 18"/>
          <p:cNvSpPr>
            <a:spLocks noChangeShapeType="1"/>
          </p:cNvSpPr>
          <p:nvPr/>
        </p:nvSpPr>
        <p:spPr bwMode="auto">
          <a:xfrm>
            <a:off x="6566674" y="3513544"/>
            <a:ext cx="701675" cy="5746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0" name="Oval 19"/>
          <p:cNvSpPr>
            <a:spLocks noChangeArrowheads="1"/>
          </p:cNvSpPr>
          <p:nvPr/>
        </p:nvSpPr>
        <p:spPr bwMode="auto">
          <a:xfrm>
            <a:off x="6272986" y="3008719"/>
            <a:ext cx="576263" cy="503237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79200" anchor="ctr"/>
          <a:lstStyle>
            <a:lvl1pPr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eaLnBrk="1" hangingPunct="1"/>
            <a:r>
              <a:rPr lang="en-US" altLang="ko-KR" sz="1600" b="1">
                <a:effectLst>
                  <a:outerShdw blurRad="38100" dist="38100" dir="2700000" algn="tl">
                    <a:srgbClr val="FFFFFF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D</a:t>
            </a:r>
          </a:p>
        </p:txBody>
      </p:sp>
      <p:sp>
        <p:nvSpPr>
          <p:cNvPr id="21" name="Oval 20"/>
          <p:cNvSpPr>
            <a:spLocks noChangeArrowheads="1"/>
          </p:cNvSpPr>
          <p:nvPr/>
        </p:nvSpPr>
        <p:spPr bwMode="auto">
          <a:xfrm>
            <a:off x="6287274" y="4073931"/>
            <a:ext cx="576262" cy="503238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79200" anchor="ctr"/>
          <a:lstStyle>
            <a:lvl1pPr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eaLnBrk="1" hangingPunct="1"/>
            <a:r>
              <a:rPr lang="en-US" altLang="ko-KR" sz="1600" b="1">
                <a:effectLst>
                  <a:outerShdw blurRad="38100" dist="38100" dir="2700000" algn="tl">
                    <a:srgbClr val="C0C0C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I</a:t>
            </a:r>
          </a:p>
        </p:txBody>
      </p:sp>
      <p:sp>
        <p:nvSpPr>
          <p:cNvPr id="22" name="Oval 21"/>
          <p:cNvSpPr>
            <a:spLocks noChangeArrowheads="1"/>
          </p:cNvSpPr>
          <p:nvPr/>
        </p:nvSpPr>
        <p:spPr bwMode="auto">
          <a:xfrm>
            <a:off x="7050861" y="4075519"/>
            <a:ext cx="576263" cy="503237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79200" anchor="ctr"/>
          <a:lstStyle>
            <a:lvl1pPr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eaLnBrk="1" hangingPunct="1"/>
            <a:r>
              <a:rPr lang="en-US" altLang="ko-KR" sz="1600" b="1">
                <a:effectLst>
                  <a:outerShdw blurRad="38100" dist="38100" dir="2700000" algn="tl">
                    <a:srgbClr val="C0C0C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J</a:t>
            </a:r>
          </a:p>
        </p:txBody>
      </p:sp>
      <p:sp>
        <p:nvSpPr>
          <p:cNvPr id="23" name="Oval 22"/>
          <p:cNvSpPr>
            <a:spLocks noChangeArrowheads="1"/>
          </p:cNvSpPr>
          <p:nvPr/>
        </p:nvSpPr>
        <p:spPr bwMode="auto">
          <a:xfrm>
            <a:off x="5568136" y="4073931"/>
            <a:ext cx="576263" cy="503238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79200" anchor="ctr"/>
          <a:lstStyle>
            <a:lvl1pPr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eaLnBrk="1" hangingPunct="1"/>
            <a:r>
              <a:rPr lang="en-US" altLang="ko-KR" sz="1600" b="1">
                <a:effectLst>
                  <a:outerShdw blurRad="38100" dist="38100" dir="2700000" algn="tl">
                    <a:srgbClr val="C0C0C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H</a:t>
            </a:r>
          </a:p>
        </p:txBody>
      </p:sp>
      <p:grpSp>
        <p:nvGrpSpPr>
          <p:cNvPr id="24" name="Group 23"/>
          <p:cNvGrpSpPr>
            <a:grpSpLocks/>
          </p:cNvGrpSpPr>
          <p:nvPr/>
        </p:nvGrpSpPr>
        <p:grpSpPr bwMode="auto">
          <a:xfrm>
            <a:off x="1448574" y="2576919"/>
            <a:ext cx="6323012" cy="3635375"/>
            <a:chOff x="893" y="545"/>
            <a:chExt cx="3983" cy="2290"/>
          </a:xfrm>
        </p:grpSpPr>
        <p:sp>
          <p:nvSpPr>
            <p:cNvPr id="25" name="Text Box 24"/>
            <p:cNvSpPr txBox="1">
              <a:spLocks noChangeArrowheads="1"/>
            </p:cNvSpPr>
            <p:nvPr/>
          </p:nvSpPr>
          <p:spPr bwMode="auto">
            <a:xfrm>
              <a:off x="1331" y="614"/>
              <a:ext cx="375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9pPr>
            </a:lstStyle>
            <a:p>
              <a:pPr eaLnBrk="1" hangingPunct="1"/>
              <a:r>
                <a:rPr lang="ko-KR" altLang="en-US" sz="1600" b="1">
                  <a:solidFill>
                    <a:srgbClr val="0000CC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루트</a:t>
              </a:r>
            </a:p>
          </p:txBody>
        </p:sp>
        <p:sp>
          <p:nvSpPr>
            <p:cNvPr id="26" name="Text Box 25"/>
            <p:cNvSpPr txBox="1">
              <a:spLocks noChangeArrowheads="1"/>
            </p:cNvSpPr>
            <p:nvPr/>
          </p:nvSpPr>
          <p:spPr bwMode="auto">
            <a:xfrm>
              <a:off x="2784" y="617"/>
              <a:ext cx="375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9pPr>
            </a:lstStyle>
            <a:p>
              <a:pPr eaLnBrk="1" hangingPunct="1"/>
              <a:r>
                <a:rPr lang="ko-KR" altLang="en-US" sz="1600" b="1">
                  <a:solidFill>
                    <a:srgbClr val="0000CC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루트</a:t>
              </a:r>
            </a:p>
          </p:txBody>
        </p:sp>
        <p:sp>
          <p:nvSpPr>
            <p:cNvPr id="27" name="Text Box 26"/>
            <p:cNvSpPr txBox="1">
              <a:spLocks noChangeArrowheads="1"/>
            </p:cNvSpPr>
            <p:nvPr/>
          </p:nvSpPr>
          <p:spPr bwMode="auto">
            <a:xfrm>
              <a:off x="3918" y="609"/>
              <a:ext cx="375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9pPr>
            </a:lstStyle>
            <a:p>
              <a:pPr eaLnBrk="1" hangingPunct="1"/>
              <a:r>
                <a:rPr lang="ko-KR" altLang="en-US" sz="1600" b="1">
                  <a:solidFill>
                    <a:srgbClr val="0000CC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루트</a:t>
              </a:r>
            </a:p>
          </p:txBody>
        </p:sp>
        <p:sp>
          <p:nvSpPr>
            <p:cNvPr id="28" name="AutoShape 27"/>
            <p:cNvSpPr>
              <a:spLocks noChangeArrowheads="1"/>
            </p:cNvSpPr>
            <p:nvPr/>
          </p:nvSpPr>
          <p:spPr bwMode="auto">
            <a:xfrm>
              <a:off x="893" y="545"/>
              <a:ext cx="1587" cy="2086"/>
            </a:xfrm>
            <a:prstGeom prst="roundRect">
              <a:avLst>
                <a:gd name="adj" fmla="val 9593"/>
              </a:avLst>
            </a:prstGeom>
            <a:noFill/>
            <a:ln w="28575">
              <a:solidFill>
                <a:srgbClr val="FF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9pPr>
            </a:lstStyle>
            <a:p>
              <a:pPr eaLnBrk="1" hangingPunct="1"/>
              <a:endParaRPr lang="ko-KR" altLang="en-US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9" name="AutoShape 28"/>
            <p:cNvSpPr>
              <a:spLocks noChangeArrowheads="1"/>
            </p:cNvSpPr>
            <p:nvPr/>
          </p:nvSpPr>
          <p:spPr bwMode="auto">
            <a:xfrm>
              <a:off x="2562" y="545"/>
              <a:ext cx="772" cy="2086"/>
            </a:xfrm>
            <a:prstGeom prst="roundRect">
              <a:avLst>
                <a:gd name="adj" fmla="val 9593"/>
              </a:avLst>
            </a:prstGeom>
            <a:noFill/>
            <a:ln w="28575">
              <a:solidFill>
                <a:srgbClr val="FF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9pPr>
            </a:lstStyle>
            <a:p>
              <a:pPr eaLnBrk="1" hangingPunct="1"/>
              <a:endParaRPr lang="ko-KR" altLang="en-US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0" name="AutoShape 29"/>
            <p:cNvSpPr>
              <a:spLocks noChangeArrowheads="1"/>
            </p:cNvSpPr>
            <p:nvPr/>
          </p:nvSpPr>
          <p:spPr bwMode="auto">
            <a:xfrm>
              <a:off x="3423" y="545"/>
              <a:ext cx="1453" cy="2086"/>
            </a:xfrm>
            <a:prstGeom prst="roundRect">
              <a:avLst>
                <a:gd name="adj" fmla="val 9593"/>
              </a:avLst>
            </a:prstGeom>
            <a:noFill/>
            <a:ln w="28575">
              <a:solidFill>
                <a:srgbClr val="FF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9pPr>
            </a:lstStyle>
            <a:p>
              <a:pPr eaLnBrk="1" hangingPunct="1"/>
              <a:endParaRPr lang="ko-KR" altLang="en-US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1" name="Text Box 30"/>
            <p:cNvSpPr txBox="1">
              <a:spLocks noChangeArrowheads="1"/>
            </p:cNvSpPr>
            <p:nvPr/>
          </p:nvSpPr>
          <p:spPr bwMode="auto">
            <a:xfrm>
              <a:off x="1557" y="2622"/>
              <a:ext cx="450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9pPr>
            </a:lstStyle>
            <a:p>
              <a:pPr eaLnBrk="1" hangingPunct="1"/>
              <a:r>
                <a:rPr lang="ko-KR" altLang="en-US" sz="1600" b="1">
                  <a:solidFill>
                    <a:srgbClr val="0000CC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트리</a:t>
              </a:r>
              <a:r>
                <a:rPr lang="en-US" altLang="ko-KR" sz="1600" b="1">
                  <a:solidFill>
                    <a:srgbClr val="0000CC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</a:t>
              </a:r>
            </a:p>
          </p:txBody>
        </p:sp>
        <p:sp>
          <p:nvSpPr>
            <p:cNvPr id="32" name="Text Box 31"/>
            <p:cNvSpPr txBox="1">
              <a:spLocks noChangeArrowheads="1"/>
            </p:cNvSpPr>
            <p:nvPr/>
          </p:nvSpPr>
          <p:spPr bwMode="auto">
            <a:xfrm>
              <a:off x="2727" y="2622"/>
              <a:ext cx="450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9pPr>
            </a:lstStyle>
            <a:p>
              <a:pPr eaLnBrk="1" hangingPunct="1"/>
              <a:r>
                <a:rPr lang="ko-KR" altLang="en-US" sz="1600" b="1">
                  <a:solidFill>
                    <a:srgbClr val="0000CC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트리</a:t>
              </a:r>
              <a:r>
                <a:rPr lang="en-US" altLang="ko-KR" sz="1600" b="1">
                  <a:solidFill>
                    <a:srgbClr val="0000CC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</a:t>
              </a:r>
            </a:p>
          </p:txBody>
        </p:sp>
        <p:sp>
          <p:nvSpPr>
            <p:cNvPr id="33" name="Text Box 32"/>
            <p:cNvSpPr txBox="1">
              <a:spLocks noChangeArrowheads="1"/>
            </p:cNvSpPr>
            <p:nvPr/>
          </p:nvSpPr>
          <p:spPr bwMode="auto">
            <a:xfrm>
              <a:off x="3926" y="2622"/>
              <a:ext cx="450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9pPr>
            </a:lstStyle>
            <a:p>
              <a:pPr eaLnBrk="1" hangingPunct="1"/>
              <a:r>
                <a:rPr lang="ko-KR" altLang="en-US" sz="1600" b="1">
                  <a:solidFill>
                    <a:srgbClr val="0000CC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트리</a:t>
              </a:r>
              <a:r>
                <a:rPr lang="en-US" altLang="ko-KR" sz="1600" b="1">
                  <a:solidFill>
                    <a:srgbClr val="0000CC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3</a:t>
              </a:r>
            </a:p>
          </p:txBody>
        </p:sp>
      </p:grpSp>
      <p:grpSp>
        <p:nvGrpSpPr>
          <p:cNvPr id="34" name="Group 33"/>
          <p:cNvGrpSpPr>
            <a:grpSpLocks/>
          </p:cNvGrpSpPr>
          <p:nvPr/>
        </p:nvGrpSpPr>
        <p:grpSpPr bwMode="auto">
          <a:xfrm>
            <a:off x="2586811" y="1910169"/>
            <a:ext cx="3744913" cy="1143000"/>
            <a:chOff x="1610" y="125"/>
            <a:chExt cx="2359" cy="720"/>
          </a:xfrm>
        </p:grpSpPr>
        <p:sp>
          <p:nvSpPr>
            <p:cNvPr id="35" name="Line 34"/>
            <p:cNvSpPr>
              <a:spLocks noChangeShapeType="1"/>
            </p:cNvSpPr>
            <p:nvPr/>
          </p:nvSpPr>
          <p:spPr bwMode="auto">
            <a:xfrm>
              <a:off x="2959" y="442"/>
              <a:ext cx="0" cy="36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6" name="Line 35"/>
            <p:cNvSpPr>
              <a:spLocks noChangeShapeType="1"/>
            </p:cNvSpPr>
            <p:nvPr/>
          </p:nvSpPr>
          <p:spPr bwMode="auto">
            <a:xfrm>
              <a:off x="2959" y="442"/>
              <a:ext cx="1010" cy="40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7" name="Line 36"/>
            <p:cNvSpPr>
              <a:spLocks noChangeShapeType="1"/>
            </p:cNvSpPr>
            <p:nvPr/>
          </p:nvSpPr>
          <p:spPr bwMode="auto">
            <a:xfrm flipH="1">
              <a:off x="1610" y="442"/>
              <a:ext cx="1339" cy="40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8" name="Oval 37"/>
            <p:cNvSpPr>
              <a:spLocks noChangeArrowheads="1"/>
            </p:cNvSpPr>
            <p:nvPr/>
          </p:nvSpPr>
          <p:spPr bwMode="auto">
            <a:xfrm>
              <a:off x="2777" y="125"/>
              <a:ext cx="363" cy="317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lIns="79200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9pPr>
            </a:lstStyle>
            <a:p>
              <a:pPr eaLnBrk="1" hangingPunct="1"/>
              <a:r>
                <a:rPr lang="en-US" altLang="ko-KR" sz="16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맑은 고딕" panose="020B0503020000020004" pitchFamily="50" charset="-127"/>
                  <a:ea typeface="맑은 고딕" panose="020B0503020000020004" pitchFamily="50" charset="-127"/>
                </a:rPr>
                <a:t>A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내용 개체 틀 3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eaLnBrk="1" hangingPunct="1"/>
            <a:r>
              <a:rPr lang="ko-KR" altLang="en-US" dirty="0"/>
              <a:t>이진 트리</a:t>
            </a:r>
            <a:r>
              <a:rPr lang="en-US" altLang="ko-KR" baseline="30000" dirty="0"/>
              <a:t>Binary Tree</a:t>
            </a:r>
            <a:endParaRPr lang="ko-KR" altLang="en-US" dirty="0"/>
          </a:p>
          <a:p>
            <a:pPr lvl="1" eaLnBrk="1" hangingPunct="1"/>
            <a:r>
              <a:rPr lang="ko-KR" altLang="en-US" dirty="0" err="1"/>
              <a:t>트리의</a:t>
            </a:r>
            <a:r>
              <a:rPr lang="ko-KR" altLang="en-US" dirty="0"/>
              <a:t> 모든 </a:t>
            </a:r>
            <a:r>
              <a:rPr lang="ko-KR" altLang="en-US" dirty="0" err="1"/>
              <a:t>노드의</a:t>
            </a:r>
            <a:r>
              <a:rPr lang="ko-KR" altLang="en-US" dirty="0"/>
              <a:t> 차수를 </a:t>
            </a:r>
            <a:r>
              <a:rPr lang="en-US" altLang="ko-KR" dirty="0"/>
              <a:t>2 </a:t>
            </a:r>
            <a:r>
              <a:rPr lang="ko-KR" altLang="en-US" dirty="0"/>
              <a:t>이하로 제한하여 전체 </a:t>
            </a:r>
            <a:r>
              <a:rPr lang="ko-KR" altLang="en-US" dirty="0" err="1"/>
              <a:t>트리의</a:t>
            </a:r>
            <a:r>
              <a:rPr lang="ko-KR" altLang="en-US" dirty="0"/>
              <a:t> 차수가 </a:t>
            </a:r>
            <a:r>
              <a:rPr lang="en-US" altLang="ko-KR" dirty="0"/>
              <a:t>2 </a:t>
            </a:r>
            <a:r>
              <a:rPr lang="ko-KR" altLang="en-US" dirty="0"/>
              <a:t>이하가 되도록 정의</a:t>
            </a:r>
          </a:p>
          <a:p>
            <a:pPr lvl="1" eaLnBrk="1" hangingPunct="1"/>
            <a:r>
              <a:rPr lang="ko-KR" altLang="en-US" dirty="0"/>
              <a:t>이진 </a:t>
            </a:r>
            <a:r>
              <a:rPr lang="ko-KR" altLang="en-US" dirty="0" err="1"/>
              <a:t>트리의</a:t>
            </a:r>
            <a:r>
              <a:rPr lang="ko-KR" altLang="en-US" dirty="0"/>
              <a:t> 모든 </a:t>
            </a:r>
            <a:r>
              <a:rPr lang="ko-KR" altLang="en-US" dirty="0" err="1"/>
              <a:t>노드는</a:t>
            </a:r>
            <a:r>
              <a:rPr lang="ko-KR" altLang="en-US" dirty="0"/>
              <a:t> 왼쪽 자식 </a:t>
            </a:r>
            <a:r>
              <a:rPr lang="ko-KR" altLang="en-US" dirty="0" err="1"/>
              <a:t>노드와</a:t>
            </a:r>
            <a:r>
              <a:rPr lang="ko-KR" altLang="en-US" dirty="0"/>
              <a:t> 오른쪽 자식 </a:t>
            </a:r>
            <a:r>
              <a:rPr lang="ko-KR" altLang="en-US" dirty="0" err="1"/>
              <a:t>노드만</a:t>
            </a:r>
            <a:r>
              <a:rPr lang="ko-KR" altLang="en-US" dirty="0"/>
              <a:t> 가짐</a:t>
            </a:r>
            <a:endParaRPr lang="en-US" altLang="ko-KR" dirty="0"/>
          </a:p>
          <a:p>
            <a:pPr lvl="2" eaLnBrk="1" hangingPunct="1">
              <a:lnSpc>
                <a:spcPct val="130000"/>
              </a:lnSpc>
            </a:pPr>
            <a:r>
              <a:rPr lang="ko-KR" altLang="en-US" dirty="0"/>
              <a:t>부모 </a:t>
            </a:r>
            <a:r>
              <a:rPr lang="ko-KR" altLang="en-US" dirty="0" err="1"/>
              <a:t>노드와</a:t>
            </a:r>
            <a:r>
              <a:rPr lang="ko-KR" altLang="en-US" dirty="0"/>
              <a:t> 자식 </a:t>
            </a:r>
            <a:r>
              <a:rPr lang="ko-KR" altLang="en-US" dirty="0" err="1"/>
              <a:t>노드</a:t>
            </a:r>
            <a:r>
              <a:rPr lang="ko-KR" altLang="en-US" dirty="0"/>
              <a:t> 수와의 관계  ☞  </a:t>
            </a:r>
            <a:r>
              <a:rPr lang="en-US" altLang="ko-KR" dirty="0"/>
              <a:t>1:2  </a:t>
            </a:r>
          </a:p>
          <a:p>
            <a:pPr lvl="2" eaLnBrk="1" hangingPunct="1">
              <a:lnSpc>
                <a:spcPct val="70000"/>
              </a:lnSpc>
            </a:pPr>
            <a:r>
              <a:rPr lang="ko-KR" altLang="en-US" dirty="0"/>
              <a:t>공백 </a:t>
            </a:r>
            <a:r>
              <a:rPr lang="ko-KR" altLang="en-US" dirty="0" err="1"/>
              <a:t>노드도</a:t>
            </a:r>
            <a:r>
              <a:rPr lang="ko-KR" altLang="en-US" dirty="0"/>
              <a:t> 자식 </a:t>
            </a:r>
            <a:r>
              <a:rPr lang="ko-KR" altLang="en-US" dirty="0" err="1"/>
              <a:t>노드로</a:t>
            </a:r>
            <a:r>
              <a:rPr lang="ko-KR" altLang="en-US" dirty="0"/>
              <a:t> 취급</a:t>
            </a:r>
            <a:endParaRPr lang="en-US" altLang="ko-KR" dirty="0"/>
          </a:p>
          <a:p>
            <a:pPr lvl="2" eaLnBrk="1" hangingPunct="1">
              <a:lnSpc>
                <a:spcPct val="70000"/>
              </a:lnSpc>
            </a:pPr>
            <a:r>
              <a:rPr lang="en-US" altLang="ko-KR" dirty="0"/>
              <a:t>0 ≤ </a:t>
            </a:r>
            <a:r>
              <a:rPr lang="ko-KR" altLang="en-US" dirty="0" err="1"/>
              <a:t>노드의</a:t>
            </a:r>
            <a:r>
              <a:rPr lang="ko-KR" altLang="en-US" dirty="0"/>
              <a:t> 차수 ≤ </a:t>
            </a:r>
            <a:r>
              <a:rPr lang="en-US" altLang="ko-KR" dirty="0"/>
              <a:t>2</a:t>
            </a:r>
          </a:p>
          <a:p>
            <a:endParaRPr lang="ko-KR" altLang="en-US" dirty="0"/>
          </a:p>
        </p:txBody>
      </p:sp>
      <p:sp>
        <p:nvSpPr>
          <p:cNvPr id="14339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이진 트리 </a:t>
            </a:r>
            <a:r>
              <a:rPr lang="en-US" altLang="ko-KR" dirty="0"/>
              <a:t>: </a:t>
            </a:r>
            <a:r>
              <a:rPr lang="ko-KR" altLang="en-US" dirty="0"/>
              <a:t>개념과 구조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961730" y="3919993"/>
            <a:ext cx="7318674" cy="236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내용 개체 틀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lvl="1"/>
            <a:r>
              <a:rPr lang="ko-KR" altLang="en-US" dirty="0"/>
              <a:t>이진 트리는 순환적 구성</a:t>
            </a:r>
            <a:endParaRPr lang="en-US" altLang="ko-KR" dirty="0"/>
          </a:p>
          <a:p>
            <a:pPr lvl="2" eaLnBrk="1" hangingPunct="1"/>
            <a:r>
              <a:rPr lang="ko-KR" altLang="en-US" dirty="0"/>
              <a:t>노드의 왼쪽 자식 노드를 루트로 하는 </a:t>
            </a:r>
            <a:r>
              <a:rPr lang="ko-KR" altLang="en-US" u="sng" dirty="0"/>
              <a:t>왼쪽 서브 트리도 이진 트리</a:t>
            </a:r>
          </a:p>
          <a:p>
            <a:pPr lvl="2" eaLnBrk="1" hangingPunct="1">
              <a:lnSpc>
                <a:spcPct val="90000"/>
              </a:lnSpc>
            </a:pPr>
            <a:r>
              <a:rPr lang="ko-KR" altLang="en-US" dirty="0" err="1"/>
              <a:t>노드의</a:t>
            </a:r>
            <a:r>
              <a:rPr lang="ko-KR" altLang="en-US" dirty="0"/>
              <a:t> 오른쪽 자식 </a:t>
            </a:r>
            <a:r>
              <a:rPr lang="ko-KR" altLang="en-US" dirty="0" err="1"/>
              <a:t>노드를</a:t>
            </a:r>
            <a:r>
              <a:rPr lang="ko-KR" altLang="en-US" dirty="0"/>
              <a:t> 루트로 하는 </a:t>
            </a:r>
            <a:r>
              <a:rPr lang="ko-KR" altLang="en-US" u="sng" dirty="0"/>
              <a:t>오른쪽 서브 </a:t>
            </a:r>
            <a:r>
              <a:rPr lang="ko-KR" altLang="en-US" u="sng" dirty="0" err="1"/>
              <a:t>트리도</a:t>
            </a:r>
            <a:r>
              <a:rPr lang="ko-KR" altLang="en-US" u="sng" dirty="0"/>
              <a:t> 이진 트리</a:t>
            </a:r>
          </a:p>
          <a:p>
            <a:pPr lvl="2"/>
            <a:endParaRPr lang="ko-KR" altLang="en-US" dirty="0"/>
          </a:p>
        </p:txBody>
      </p:sp>
      <p:sp>
        <p:nvSpPr>
          <p:cNvPr id="15364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이진 트리 </a:t>
            </a:r>
            <a:r>
              <a:rPr lang="en-US" altLang="ko-KR" dirty="0"/>
              <a:t>: </a:t>
            </a:r>
            <a:r>
              <a:rPr lang="ko-KR" altLang="en-US" dirty="0"/>
              <a:t>개념과 구조 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614"/>
          <a:stretch/>
        </p:blipFill>
        <p:spPr bwMode="auto">
          <a:xfrm>
            <a:off x="1217988" y="6541970"/>
            <a:ext cx="6724650" cy="3282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직사각형 4"/>
          <p:cNvSpPr/>
          <p:nvPr/>
        </p:nvSpPr>
        <p:spPr bwMode="auto">
          <a:xfrm>
            <a:off x="957213" y="2070943"/>
            <a:ext cx="7215187" cy="4500563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endParaRPr lang="ko-KR" altLang="en-US"/>
          </a:p>
        </p:txBody>
      </p:sp>
      <p:grpSp>
        <p:nvGrpSpPr>
          <p:cNvPr id="6" name="Group 4"/>
          <p:cNvGrpSpPr>
            <a:grpSpLocks/>
          </p:cNvGrpSpPr>
          <p:nvPr/>
        </p:nvGrpSpPr>
        <p:grpSpPr bwMode="auto">
          <a:xfrm>
            <a:off x="1665238" y="4988768"/>
            <a:ext cx="1700212" cy="1065213"/>
            <a:chOff x="567" y="2578"/>
            <a:chExt cx="1071" cy="671"/>
          </a:xfrm>
        </p:grpSpPr>
        <p:sp>
          <p:nvSpPr>
            <p:cNvPr id="7" name="Line 5"/>
            <p:cNvSpPr>
              <a:spLocks noChangeShapeType="1"/>
            </p:cNvSpPr>
            <p:nvPr/>
          </p:nvSpPr>
          <p:spPr bwMode="auto">
            <a:xfrm flipH="1">
              <a:off x="785" y="2578"/>
              <a:ext cx="305" cy="36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" name="Line 6"/>
            <p:cNvSpPr>
              <a:spLocks noChangeShapeType="1"/>
            </p:cNvSpPr>
            <p:nvPr/>
          </p:nvSpPr>
          <p:spPr bwMode="auto">
            <a:xfrm>
              <a:off x="1097" y="2578"/>
              <a:ext cx="305" cy="36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" name="Oval 7"/>
            <p:cNvSpPr>
              <a:spLocks noChangeArrowheads="1"/>
            </p:cNvSpPr>
            <p:nvPr/>
          </p:nvSpPr>
          <p:spPr bwMode="auto">
            <a:xfrm>
              <a:off x="567" y="2932"/>
              <a:ext cx="363" cy="317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lIns="79200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9pPr>
            </a:lstStyle>
            <a:p>
              <a:pPr algn="ctr" eaLnBrk="1" hangingPunct="1"/>
              <a:r>
                <a:rPr lang="en-US" altLang="ko-KR" sz="16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맑은 고딕" panose="020B0503020000020004" pitchFamily="50" charset="-127"/>
                  <a:ea typeface="맑은 고딕" panose="020B0503020000020004" pitchFamily="50" charset="-127"/>
                </a:rPr>
                <a:t>H</a:t>
              </a:r>
            </a:p>
          </p:txBody>
        </p:sp>
        <p:sp>
          <p:nvSpPr>
            <p:cNvPr id="10" name="Oval 8"/>
            <p:cNvSpPr>
              <a:spLocks noChangeArrowheads="1"/>
            </p:cNvSpPr>
            <p:nvPr/>
          </p:nvSpPr>
          <p:spPr bwMode="auto">
            <a:xfrm>
              <a:off x="1275" y="2931"/>
              <a:ext cx="363" cy="317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lIns="79200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9pPr>
            </a:lstStyle>
            <a:p>
              <a:pPr algn="ctr" eaLnBrk="1" hangingPunct="1"/>
              <a:r>
                <a:rPr lang="en-US" altLang="ko-KR" sz="16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맑은 고딕" panose="020B0503020000020004" pitchFamily="50" charset="-127"/>
                  <a:ea typeface="맑은 고딕" panose="020B0503020000020004" pitchFamily="50" charset="-127"/>
                </a:rPr>
                <a:t>I</a:t>
              </a:r>
            </a:p>
          </p:txBody>
        </p:sp>
      </p:grpSp>
      <p:grpSp>
        <p:nvGrpSpPr>
          <p:cNvPr id="11" name="Group 9"/>
          <p:cNvGrpSpPr>
            <a:grpSpLocks/>
          </p:cNvGrpSpPr>
          <p:nvPr/>
        </p:nvGrpSpPr>
        <p:grpSpPr bwMode="auto">
          <a:xfrm>
            <a:off x="4376688" y="4988768"/>
            <a:ext cx="1700212" cy="1065213"/>
            <a:chOff x="567" y="2578"/>
            <a:chExt cx="1071" cy="671"/>
          </a:xfrm>
        </p:grpSpPr>
        <p:sp>
          <p:nvSpPr>
            <p:cNvPr id="12" name="Line 10"/>
            <p:cNvSpPr>
              <a:spLocks noChangeShapeType="1"/>
            </p:cNvSpPr>
            <p:nvPr/>
          </p:nvSpPr>
          <p:spPr bwMode="auto">
            <a:xfrm flipH="1">
              <a:off x="785" y="2578"/>
              <a:ext cx="305" cy="36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3" name="Line 11"/>
            <p:cNvSpPr>
              <a:spLocks noChangeShapeType="1"/>
            </p:cNvSpPr>
            <p:nvPr/>
          </p:nvSpPr>
          <p:spPr bwMode="auto">
            <a:xfrm>
              <a:off x="1097" y="2578"/>
              <a:ext cx="305" cy="36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4" name="Oval 12"/>
            <p:cNvSpPr>
              <a:spLocks noChangeArrowheads="1"/>
            </p:cNvSpPr>
            <p:nvPr/>
          </p:nvSpPr>
          <p:spPr bwMode="auto">
            <a:xfrm>
              <a:off x="567" y="2932"/>
              <a:ext cx="363" cy="317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lIns="79200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9pPr>
            </a:lstStyle>
            <a:p>
              <a:pPr algn="ctr" eaLnBrk="1" hangingPunct="1"/>
              <a:r>
                <a:rPr lang="en-US" altLang="ko-KR" sz="16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맑은 고딕" panose="020B0503020000020004" pitchFamily="50" charset="-127"/>
                  <a:ea typeface="맑은 고딕" panose="020B0503020000020004" pitchFamily="50" charset="-127"/>
                </a:rPr>
                <a:t>J</a:t>
              </a:r>
            </a:p>
          </p:txBody>
        </p:sp>
        <p:sp>
          <p:nvSpPr>
            <p:cNvPr id="15" name="Oval 13"/>
            <p:cNvSpPr>
              <a:spLocks noChangeArrowheads="1"/>
            </p:cNvSpPr>
            <p:nvPr/>
          </p:nvSpPr>
          <p:spPr bwMode="auto">
            <a:xfrm>
              <a:off x="1275" y="2931"/>
              <a:ext cx="363" cy="317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lIns="79200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9pPr>
            </a:lstStyle>
            <a:p>
              <a:pPr algn="ctr" eaLnBrk="1" hangingPunct="1"/>
              <a:r>
                <a:rPr lang="en-US" altLang="ko-KR" sz="16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맑은 고딕" panose="020B0503020000020004" pitchFamily="50" charset="-127"/>
                  <a:ea typeface="맑은 고딕" panose="020B0503020000020004" pitchFamily="50" charset="-127"/>
                </a:rPr>
                <a:t>K</a:t>
              </a:r>
            </a:p>
          </p:txBody>
        </p:sp>
      </p:grpSp>
      <p:sp>
        <p:nvSpPr>
          <p:cNvPr id="16" name="Line 14"/>
          <p:cNvSpPr>
            <a:spLocks noChangeShapeType="1"/>
          </p:cNvSpPr>
          <p:nvPr/>
        </p:nvSpPr>
        <p:spPr bwMode="auto">
          <a:xfrm>
            <a:off x="6451550" y="4979243"/>
            <a:ext cx="484188" cy="57626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7" name="Oval 15"/>
          <p:cNvSpPr>
            <a:spLocks noChangeArrowheads="1"/>
          </p:cNvSpPr>
          <p:nvPr/>
        </p:nvSpPr>
        <p:spPr bwMode="auto">
          <a:xfrm>
            <a:off x="6734125" y="5539631"/>
            <a:ext cx="576263" cy="503237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79200" anchor="ctr"/>
          <a:lstStyle>
            <a:lvl1pPr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algn="ctr" eaLnBrk="1" hangingPunct="1"/>
            <a:r>
              <a:rPr lang="en-US" altLang="ko-KR" sz="1600" b="1">
                <a:effectLst>
                  <a:outerShdw blurRad="38100" dist="38100" dir="2700000" algn="tl">
                    <a:srgbClr val="C0C0C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L</a:t>
            </a:r>
          </a:p>
        </p:txBody>
      </p:sp>
      <p:sp>
        <p:nvSpPr>
          <p:cNvPr id="18" name="Line 16"/>
          <p:cNvSpPr>
            <a:spLocks noChangeShapeType="1"/>
          </p:cNvSpPr>
          <p:nvPr/>
        </p:nvSpPr>
        <p:spPr bwMode="auto">
          <a:xfrm>
            <a:off x="4438600" y="2853581"/>
            <a:ext cx="1144588" cy="6223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9" name="Line 17"/>
          <p:cNvSpPr>
            <a:spLocks noChangeShapeType="1"/>
          </p:cNvSpPr>
          <p:nvPr/>
        </p:nvSpPr>
        <p:spPr bwMode="auto">
          <a:xfrm flipH="1">
            <a:off x="3206700" y="2861518"/>
            <a:ext cx="1244600" cy="61436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0" name="Oval 18"/>
          <p:cNvSpPr>
            <a:spLocks noChangeArrowheads="1"/>
          </p:cNvSpPr>
          <p:nvPr/>
        </p:nvSpPr>
        <p:spPr bwMode="auto">
          <a:xfrm>
            <a:off x="4156025" y="2358281"/>
            <a:ext cx="576263" cy="503237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79200" anchor="ctr"/>
          <a:lstStyle>
            <a:lvl1pPr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algn="ctr" eaLnBrk="1" hangingPunct="1"/>
            <a:r>
              <a:rPr lang="en-US" altLang="ko-KR" sz="1600" b="1">
                <a:effectLst>
                  <a:outerShdw blurRad="38100" dist="38100" dir="2700000" algn="tl">
                    <a:srgbClr val="FFFFFF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A</a:t>
            </a:r>
          </a:p>
        </p:txBody>
      </p:sp>
      <p:sp>
        <p:nvSpPr>
          <p:cNvPr id="21" name="Line 19"/>
          <p:cNvSpPr>
            <a:spLocks noChangeShapeType="1"/>
          </p:cNvSpPr>
          <p:nvPr/>
        </p:nvSpPr>
        <p:spPr bwMode="auto">
          <a:xfrm flipH="1">
            <a:off x="5265688" y="3914031"/>
            <a:ext cx="484187" cy="57626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2" name="Line 20"/>
          <p:cNvSpPr>
            <a:spLocks noChangeShapeType="1"/>
          </p:cNvSpPr>
          <p:nvPr/>
        </p:nvSpPr>
        <p:spPr bwMode="auto">
          <a:xfrm>
            <a:off x="5760988" y="3914031"/>
            <a:ext cx="484187" cy="57626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3" name="Oval 21"/>
          <p:cNvSpPr>
            <a:spLocks noChangeArrowheads="1"/>
          </p:cNvSpPr>
          <p:nvPr/>
        </p:nvSpPr>
        <p:spPr bwMode="auto">
          <a:xfrm>
            <a:off x="5430788" y="3423493"/>
            <a:ext cx="576262" cy="503238"/>
          </a:xfrm>
          <a:prstGeom prst="ellipse">
            <a:avLst/>
          </a:prstGeom>
          <a:solidFill>
            <a:srgbClr val="FFCCFF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79200" anchor="ctr"/>
          <a:lstStyle>
            <a:lvl1pPr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algn="ctr" eaLnBrk="1" hangingPunct="1"/>
            <a:r>
              <a:rPr lang="en-US" altLang="ko-KR" sz="1600" b="1">
                <a:effectLst>
                  <a:outerShdw blurRad="38100" dist="38100" dir="2700000" algn="tl">
                    <a:srgbClr val="FFFFFF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C</a:t>
            </a:r>
          </a:p>
        </p:txBody>
      </p:sp>
      <p:sp>
        <p:nvSpPr>
          <p:cNvPr id="24" name="Oval 22"/>
          <p:cNvSpPr>
            <a:spLocks noChangeArrowheads="1"/>
          </p:cNvSpPr>
          <p:nvPr/>
        </p:nvSpPr>
        <p:spPr bwMode="auto">
          <a:xfrm>
            <a:off x="4919613" y="4476006"/>
            <a:ext cx="576262" cy="503237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79200" anchor="ctr"/>
          <a:lstStyle>
            <a:lvl1pPr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algn="ctr" eaLnBrk="1" hangingPunct="1"/>
            <a:r>
              <a:rPr lang="en-US" altLang="ko-KR" sz="1600" b="1">
                <a:effectLst>
                  <a:outerShdw blurRad="38100" dist="38100" dir="2700000" algn="tl">
                    <a:srgbClr val="C0C0C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F</a:t>
            </a:r>
          </a:p>
        </p:txBody>
      </p:sp>
      <p:sp>
        <p:nvSpPr>
          <p:cNvPr id="25" name="Oval 23"/>
          <p:cNvSpPr>
            <a:spLocks noChangeArrowheads="1"/>
          </p:cNvSpPr>
          <p:nvPr/>
        </p:nvSpPr>
        <p:spPr bwMode="auto">
          <a:xfrm>
            <a:off x="6043563" y="4474418"/>
            <a:ext cx="576262" cy="503238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79200" anchor="ctr"/>
          <a:lstStyle>
            <a:lvl1pPr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algn="ctr" eaLnBrk="1" hangingPunct="1"/>
            <a:r>
              <a:rPr lang="en-US" altLang="ko-KR" sz="1600" b="1">
                <a:effectLst>
                  <a:outerShdw blurRad="38100" dist="38100" dir="2700000" algn="tl">
                    <a:srgbClr val="C0C0C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G</a:t>
            </a:r>
          </a:p>
        </p:txBody>
      </p:sp>
      <p:sp>
        <p:nvSpPr>
          <p:cNvPr id="26" name="Line 24"/>
          <p:cNvSpPr>
            <a:spLocks noChangeShapeType="1"/>
          </p:cNvSpPr>
          <p:nvPr/>
        </p:nvSpPr>
        <p:spPr bwMode="auto">
          <a:xfrm flipH="1">
            <a:off x="2590750" y="3920381"/>
            <a:ext cx="484188" cy="57626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7" name="Line 25"/>
          <p:cNvSpPr>
            <a:spLocks noChangeShapeType="1"/>
          </p:cNvSpPr>
          <p:nvPr/>
        </p:nvSpPr>
        <p:spPr bwMode="auto">
          <a:xfrm>
            <a:off x="3086050" y="3920381"/>
            <a:ext cx="484188" cy="57626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8" name="Oval 26"/>
          <p:cNvSpPr>
            <a:spLocks noChangeArrowheads="1"/>
          </p:cNvSpPr>
          <p:nvPr/>
        </p:nvSpPr>
        <p:spPr bwMode="auto">
          <a:xfrm>
            <a:off x="2832050" y="3429843"/>
            <a:ext cx="576263" cy="503238"/>
          </a:xfrm>
          <a:prstGeom prst="ellipse">
            <a:avLst/>
          </a:prstGeom>
          <a:solidFill>
            <a:srgbClr val="FFCCFF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79200" anchor="ctr"/>
          <a:lstStyle>
            <a:lvl1pPr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algn="ctr" eaLnBrk="1" hangingPunct="1"/>
            <a:r>
              <a:rPr lang="en-US" altLang="ko-KR" sz="1600" b="1">
                <a:effectLst>
                  <a:outerShdw blurRad="38100" dist="38100" dir="2700000" algn="tl">
                    <a:srgbClr val="FFFFFF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B</a:t>
            </a:r>
          </a:p>
        </p:txBody>
      </p:sp>
      <p:sp>
        <p:nvSpPr>
          <p:cNvPr id="29" name="Oval 27"/>
          <p:cNvSpPr>
            <a:spLocks noChangeArrowheads="1"/>
          </p:cNvSpPr>
          <p:nvPr/>
        </p:nvSpPr>
        <p:spPr bwMode="auto">
          <a:xfrm>
            <a:off x="2244675" y="4482356"/>
            <a:ext cx="576263" cy="503237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79200" anchor="ctr"/>
          <a:lstStyle>
            <a:lvl1pPr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algn="ctr" eaLnBrk="1" hangingPunct="1"/>
            <a:r>
              <a:rPr lang="en-US" altLang="ko-KR" sz="1600" b="1">
                <a:effectLst>
                  <a:outerShdw blurRad="38100" dist="38100" dir="2700000" algn="tl">
                    <a:srgbClr val="C0C0C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D</a:t>
            </a:r>
          </a:p>
        </p:txBody>
      </p:sp>
      <p:sp>
        <p:nvSpPr>
          <p:cNvPr id="30" name="Oval 28"/>
          <p:cNvSpPr>
            <a:spLocks noChangeArrowheads="1"/>
          </p:cNvSpPr>
          <p:nvPr/>
        </p:nvSpPr>
        <p:spPr bwMode="auto">
          <a:xfrm>
            <a:off x="3368625" y="4480768"/>
            <a:ext cx="576263" cy="503238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79200" anchor="ctr"/>
          <a:lstStyle>
            <a:lvl1pPr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algn="ctr" eaLnBrk="1" hangingPunct="1"/>
            <a:r>
              <a:rPr lang="en-US" altLang="ko-KR" sz="1600" b="1">
                <a:effectLst>
                  <a:outerShdw blurRad="38100" dist="38100" dir="2700000" algn="tl">
                    <a:srgbClr val="C0C0C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E</a:t>
            </a:r>
          </a:p>
        </p:txBody>
      </p:sp>
      <p:grpSp>
        <p:nvGrpSpPr>
          <p:cNvPr id="31" name="Group 29"/>
          <p:cNvGrpSpPr>
            <a:grpSpLocks/>
          </p:cNvGrpSpPr>
          <p:nvPr/>
        </p:nvGrpSpPr>
        <p:grpSpPr bwMode="auto">
          <a:xfrm>
            <a:off x="1362025" y="2772618"/>
            <a:ext cx="3167063" cy="3846513"/>
            <a:chOff x="749" y="890"/>
            <a:chExt cx="1995" cy="2423"/>
          </a:xfrm>
        </p:grpSpPr>
        <p:sp>
          <p:nvSpPr>
            <p:cNvPr id="32" name="Freeform 30"/>
            <p:cNvSpPr>
              <a:spLocks/>
            </p:cNvSpPr>
            <p:nvPr/>
          </p:nvSpPr>
          <p:spPr bwMode="auto">
            <a:xfrm>
              <a:off x="749" y="935"/>
              <a:ext cx="1995" cy="2378"/>
            </a:xfrm>
            <a:custGeom>
              <a:avLst/>
              <a:gdLst>
                <a:gd name="T0" fmla="*/ 1463 w 1950"/>
                <a:gd name="T1" fmla="*/ 147 h 2661"/>
                <a:gd name="T2" fmla="*/ 1144 w 1950"/>
                <a:gd name="T3" fmla="*/ 169 h 2661"/>
                <a:gd name="T4" fmla="*/ 82 w 1950"/>
                <a:gd name="T5" fmla="*/ 933 h 2661"/>
                <a:gd name="T6" fmla="*/ 664 w 1950"/>
                <a:gd name="T7" fmla="*/ 1077 h 2661"/>
                <a:gd name="T8" fmla="*/ 2153 w 1950"/>
                <a:gd name="T9" fmla="*/ 1056 h 2661"/>
                <a:gd name="T10" fmla="*/ 1463 w 1950"/>
                <a:gd name="T11" fmla="*/ 147 h 266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950"/>
                <a:gd name="T19" fmla="*/ 0 h 2661"/>
                <a:gd name="T20" fmla="*/ 1950 w 1950"/>
                <a:gd name="T21" fmla="*/ 2661 h 266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950" h="2661">
                  <a:moveTo>
                    <a:pt x="1247" y="325"/>
                  </a:moveTo>
                  <a:cubicBezTo>
                    <a:pt x="1103" y="0"/>
                    <a:pt x="1171" y="84"/>
                    <a:pt x="975" y="371"/>
                  </a:cubicBezTo>
                  <a:cubicBezTo>
                    <a:pt x="779" y="658"/>
                    <a:pt x="136" y="1717"/>
                    <a:pt x="68" y="2049"/>
                  </a:cubicBezTo>
                  <a:cubicBezTo>
                    <a:pt x="0" y="2381"/>
                    <a:pt x="271" y="2321"/>
                    <a:pt x="566" y="2366"/>
                  </a:cubicBezTo>
                  <a:cubicBezTo>
                    <a:pt x="861" y="2411"/>
                    <a:pt x="1724" y="2661"/>
                    <a:pt x="1837" y="2321"/>
                  </a:cubicBezTo>
                  <a:cubicBezTo>
                    <a:pt x="1950" y="1981"/>
                    <a:pt x="1391" y="650"/>
                    <a:pt x="1247" y="325"/>
                  </a:cubicBezTo>
                  <a:close/>
                </a:path>
              </a:pathLst>
            </a:custGeom>
            <a:noFill/>
            <a:ln w="9525">
              <a:solidFill>
                <a:srgbClr val="FF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3" name="Text Box 31"/>
            <p:cNvSpPr txBox="1">
              <a:spLocks noChangeArrowheads="1"/>
            </p:cNvSpPr>
            <p:nvPr/>
          </p:nvSpPr>
          <p:spPr bwMode="auto">
            <a:xfrm>
              <a:off x="1412" y="890"/>
              <a:ext cx="1067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9pPr>
            </a:lstStyle>
            <a:p>
              <a:pPr algn="ctr" eaLnBrk="1" hangingPunct="1"/>
              <a:r>
                <a:rPr lang="en-US" altLang="ko-KR" sz="1400" b="1">
                  <a:solidFill>
                    <a:srgbClr val="FF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A</a:t>
              </a:r>
              <a:r>
                <a:rPr lang="ko-KR" altLang="en-US" sz="1400" b="1">
                  <a:solidFill>
                    <a:srgbClr val="FF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의 왼쪽 서브트리</a:t>
              </a:r>
            </a:p>
          </p:txBody>
        </p:sp>
      </p:grpSp>
      <p:grpSp>
        <p:nvGrpSpPr>
          <p:cNvPr id="34" name="Group 32"/>
          <p:cNvGrpSpPr>
            <a:grpSpLocks/>
          </p:cNvGrpSpPr>
          <p:nvPr/>
        </p:nvGrpSpPr>
        <p:grpSpPr bwMode="auto">
          <a:xfrm>
            <a:off x="4241750" y="2755156"/>
            <a:ext cx="3597275" cy="3986212"/>
            <a:chOff x="2563" y="879"/>
            <a:chExt cx="2266" cy="2511"/>
          </a:xfrm>
        </p:grpSpPr>
        <p:sp>
          <p:nvSpPr>
            <p:cNvPr id="35" name="Freeform 33"/>
            <p:cNvSpPr>
              <a:spLocks/>
            </p:cNvSpPr>
            <p:nvPr/>
          </p:nvSpPr>
          <p:spPr bwMode="auto">
            <a:xfrm rot="378836" flipH="1">
              <a:off x="2563" y="895"/>
              <a:ext cx="2266" cy="2495"/>
            </a:xfrm>
            <a:custGeom>
              <a:avLst/>
              <a:gdLst>
                <a:gd name="T0" fmla="*/ 3569 w 1950"/>
                <a:gd name="T1" fmla="*/ 206 h 2661"/>
                <a:gd name="T2" fmla="*/ 2790 w 1950"/>
                <a:gd name="T3" fmla="*/ 236 h 2661"/>
                <a:gd name="T4" fmla="*/ 194 w 1950"/>
                <a:gd name="T5" fmla="*/ 1305 h 2661"/>
                <a:gd name="T6" fmla="*/ 1620 w 1950"/>
                <a:gd name="T7" fmla="*/ 1507 h 2661"/>
                <a:gd name="T8" fmla="*/ 5257 w 1950"/>
                <a:gd name="T9" fmla="*/ 1479 h 2661"/>
                <a:gd name="T10" fmla="*/ 3569 w 1950"/>
                <a:gd name="T11" fmla="*/ 206 h 266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950"/>
                <a:gd name="T19" fmla="*/ 0 h 2661"/>
                <a:gd name="T20" fmla="*/ 1950 w 1950"/>
                <a:gd name="T21" fmla="*/ 2661 h 266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950" h="2661">
                  <a:moveTo>
                    <a:pt x="1247" y="325"/>
                  </a:moveTo>
                  <a:cubicBezTo>
                    <a:pt x="1103" y="0"/>
                    <a:pt x="1171" y="84"/>
                    <a:pt x="975" y="371"/>
                  </a:cubicBezTo>
                  <a:cubicBezTo>
                    <a:pt x="779" y="658"/>
                    <a:pt x="136" y="1717"/>
                    <a:pt x="68" y="2049"/>
                  </a:cubicBezTo>
                  <a:cubicBezTo>
                    <a:pt x="0" y="2381"/>
                    <a:pt x="271" y="2321"/>
                    <a:pt x="566" y="2366"/>
                  </a:cubicBezTo>
                  <a:cubicBezTo>
                    <a:pt x="861" y="2411"/>
                    <a:pt x="1724" y="2661"/>
                    <a:pt x="1837" y="2321"/>
                  </a:cubicBezTo>
                  <a:cubicBezTo>
                    <a:pt x="1950" y="1981"/>
                    <a:pt x="1391" y="650"/>
                    <a:pt x="1247" y="325"/>
                  </a:cubicBezTo>
                  <a:close/>
                </a:path>
              </a:pathLst>
            </a:custGeom>
            <a:noFill/>
            <a:ln w="9525">
              <a:solidFill>
                <a:srgbClr val="FF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6" name="Text Box 34"/>
            <p:cNvSpPr txBox="1">
              <a:spLocks noChangeArrowheads="1"/>
            </p:cNvSpPr>
            <p:nvPr/>
          </p:nvSpPr>
          <p:spPr bwMode="auto">
            <a:xfrm>
              <a:off x="3164" y="879"/>
              <a:ext cx="1180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9pPr>
            </a:lstStyle>
            <a:p>
              <a:pPr algn="ctr" eaLnBrk="1" hangingPunct="1"/>
              <a:r>
                <a:rPr lang="en-US" altLang="ko-KR" sz="1400" b="1">
                  <a:solidFill>
                    <a:srgbClr val="FF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A</a:t>
              </a:r>
              <a:r>
                <a:rPr lang="ko-KR" altLang="en-US" sz="1400" b="1">
                  <a:solidFill>
                    <a:srgbClr val="FF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의 오른쪽 서브트리</a:t>
              </a:r>
            </a:p>
          </p:txBody>
        </p:sp>
      </p:grpSp>
      <p:grpSp>
        <p:nvGrpSpPr>
          <p:cNvPr id="37" name="Group 35"/>
          <p:cNvGrpSpPr>
            <a:grpSpLocks/>
          </p:cNvGrpSpPr>
          <p:nvPr/>
        </p:nvGrpSpPr>
        <p:grpSpPr bwMode="auto">
          <a:xfrm>
            <a:off x="1289000" y="3979118"/>
            <a:ext cx="2187575" cy="2366963"/>
            <a:chOff x="703" y="1650"/>
            <a:chExt cx="1378" cy="1491"/>
          </a:xfrm>
        </p:grpSpPr>
        <p:sp>
          <p:nvSpPr>
            <p:cNvPr id="38" name="Freeform 36"/>
            <p:cNvSpPr>
              <a:spLocks/>
            </p:cNvSpPr>
            <p:nvPr/>
          </p:nvSpPr>
          <p:spPr bwMode="auto">
            <a:xfrm>
              <a:off x="857" y="1670"/>
              <a:ext cx="1224" cy="1471"/>
            </a:xfrm>
            <a:custGeom>
              <a:avLst/>
              <a:gdLst>
                <a:gd name="T0" fmla="*/ 48 w 1950"/>
                <a:gd name="T1" fmla="*/ 5 h 2661"/>
                <a:gd name="T2" fmla="*/ 38 w 1950"/>
                <a:gd name="T3" fmla="*/ 6 h 2661"/>
                <a:gd name="T4" fmla="*/ 3 w 1950"/>
                <a:gd name="T5" fmla="*/ 33 h 2661"/>
                <a:gd name="T6" fmla="*/ 22 w 1950"/>
                <a:gd name="T7" fmla="*/ 37 h 2661"/>
                <a:gd name="T8" fmla="*/ 70 w 1950"/>
                <a:gd name="T9" fmla="*/ 36 h 2661"/>
                <a:gd name="T10" fmla="*/ 48 w 1950"/>
                <a:gd name="T11" fmla="*/ 5 h 266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950"/>
                <a:gd name="T19" fmla="*/ 0 h 2661"/>
                <a:gd name="T20" fmla="*/ 1950 w 1950"/>
                <a:gd name="T21" fmla="*/ 2661 h 266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950" h="2661">
                  <a:moveTo>
                    <a:pt x="1247" y="325"/>
                  </a:moveTo>
                  <a:cubicBezTo>
                    <a:pt x="1103" y="0"/>
                    <a:pt x="1171" y="84"/>
                    <a:pt x="975" y="371"/>
                  </a:cubicBezTo>
                  <a:cubicBezTo>
                    <a:pt x="779" y="658"/>
                    <a:pt x="136" y="1717"/>
                    <a:pt x="68" y="2049"/>
                  </a:cubicBezTo>
                  <a:cubicBezTo>
                    <a:pt x="0" y="2381"/>
                    <a:pt x="271" y="2321"/>
                    <a:pt x="566" y="2366"/>
                  </a:cubicBezTo>
                  <a:cubicBezTo>
                    <a:pt x="861" y="2411"/>
                    <a:pt x="1724" y="2661"/>
                    <a:pt x="1837" y="2321"/>
                  </a:cubicBezTo>
                  <a:cubicBezTo>
                    <a:pt x="1950" y="1981"/>
                    <a:pt x="1391" y="650"/>
                    <a:pt x="1247" y="325"/>
                  </a:cubicBezTo>
                  <a:close/>
                </a:path>
              </a:pathLst>
            </a:custGeom>
            <a:noFill/>
            <a:ln w="9525">
              <a:solidFill>
                <a:srgbClr val="0000FF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9" name="Text Box 37"/>
            <p:cNvSpPr txBox="1">
              <a:spLocks noChangeArrowheads="1"/>
            </p:cNvSpPr>
            <p:nvPr/>
          </p:nvSpPr>
          <p:spPr bwMode="auto">
            <a:xfrm>
              <a:off x="703" y="1650"/>
              <a:ext cx="1058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9pPr>
            </a:lstStyle>
            <a:p>
              <a:pPr algn="ctr" eaLnBrk="1" hangingPunct="1"/>
              <a:r>
                <a:rPr lang="en-US" altLang="ko-KR" sz="1400" b="1">
                  <a:solidFill>
                    <a:srgbClr val="0000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B</a:t>
              </a:r>
              <a:r>
                <a:rPr lang="ko-KR" altLang="en-US" sz="1400" b="1">
                  <a:solidFill>
                    <a:srgbClr val="0000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의 왼쪽 서브트리</a:t>
              </a:r>
            </a:p>
          </p:txBody>
        </p:sp>
      </p:grpSp>
      <p:grpSp>
        <p:nvGrpSpPr>
          <p:cNvPr id="40" name="Group 38"/>
          <p:cNvGrpSpPr>
            <a:grpSpLocks/>
          </p:cNvGrpSpPr>
          <p:nvPr/>
        </p:nvGrpSpPr>
        <p:grpSpPr bwMode="auto">
          <a:xfrm>
            <a:off x="3073350" y="3961656"/>
            <a:ext cx="1860550" cy="1287462"/>
            <a:chOff x="1827" y="1639"/>
            <a:chExt cx="1172" cy="811"/>
          </a:xfrm>
        </p:grpSpPr>
        <p:sp>
          <p:nvSpPr>
            <p:cNvPr id="41" name="Freeform 39"/>
            <p:cNvSpPr>
              <a:spLocks/>
            </p:cNvSpPr>
            <p:nvPr/>
          </p:nvSpPr>
          <p:spPr bwMode="auto">
            <a:xfrm rot="-464751">
              <a:off x="1848" y="1745"/>
              <a:ext cx="626" cy="705"/>
            </a:xfrm>
            <a:custGeom>
              <a:avLst/>
              <a:gdLst>
                <a:gd name="T0" fmla="*/ 0 w 1950"/>
                <a:gd name="T1" fmla="*/ 0 h 2661"/>
                <a:gd name="T2" fmla="*/ 0 w 1950"/>
                <a:gd name="T3" fmla="*/ 0 h 2661"/>
                <a:gd name="T4" fmla="*/ 0 w 1950"/>
                <a:gd name="T5" fmla="*/ 0 h 2661"/>
                <a:gd name="T6" fmla="*/ 0 w 1950"/>
                <a:gd name="T7" fmla="*/ 0 h 2661"/>
                <a:gd name="T8" fmla="*/ 1 w 1950"/>
                <a:gd name="T9" fmla="*/ 0 h 2661"/>
                <a:gd name="T10" fmla="*/ 0 w 1950"/>
                <a:gd name="T11" fmla="*/ 0 h 266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950"/>
                <a:gd name="T19" fmla="*/ 0 h 2661"/>
                <a:gd name="T20" fmla="*/ 1950 w 1950"/>
                <a:gd name="T21" fmla="*/ 2661 h 266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950" h="2661">
                  <a:moveTo>
                    <a:pt x="1247" y="325"/>
                  </a:moveTo>
                  <a:cubicBezTo>
                    <a:pt x="1103" y="0"/>
                    <a:pt x="1171" y="84"/>
                    <a:pt x="975" y="371"/>
                  </a:cubicBezTo>
                  <a:cubicBezTo>
                    <a:pt x="779" y="658"/>
                    <a:pt x="136" y="1717"/>
                    <a:pt x="68" y="2049"/>
                  </a:cubicBezTo>
                  <a:cubicBezTo>
                    <a:pt x="0" y="2381"/>
                    <a:pt x="271" y="2321"/>
                    <a:pt x="566" y="2366"/>
                  </a:cubicBezTo>
                  <a:cubicBezTo>
                    <a:pt x="861" y="2411"/>
                    <a:pt x="1724" y="2661"/>
                    <a:pt x="1837" y="2321"/>
                  </a:cubicBezTo>
                  <a:cubicBezTo>
                    <a:pt x="1950" y="1981"/>
                    <a:pt x="1391" y="650"/>
                    <a:pt x="1247" y="325"/>
                  </a:cubicBezTo>
                  <a:close/>
                </a:path>
              </a:pathLst>
            </a:custGeom>
            <a:noFill/>
            <a:ln w="9525">
              <a:solidFill>
                <a:srgbClr val="0000FF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2" name="Text Box 40"/>
            <p:cNvSpPr txBox="1">
              <a:spLocks noChangeArrowheads="1"/>
            </p:cNvSpPr>
            <p:nvPr/>
          </p:nvSpPr>
          <p:spPr bwMode="auto">
            <a:xfrm>
              <a:off x="1827" y="1639"/>
              <a:ext cx="1172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9pPr>
            </a:lstStyle>
            <a:p>
              <a:pPr algn="ctr" eaLnBrk="1" hangingPunct="1"/>
              <a:r>
                <a:rPr lang="en-US" altLang="ko-KR" sz="1400" b="1">
                  <a:solidFill>
                    <a:srgbClr val="0000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B</a:t>
              </a:r>
              <a:r>
                <a:rPr lang="ko-KR" altLang="en-US" sz="1400" b="1">
                  <a:solidFill>
                    <a:srgbClr val="0000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의 오른쪽 서브트리</a:t>
              </a:r>
            </a:p>
          </p:txBody>
        </p:sp>
      </p:grpSp>
      <p:grpSp>
        <p:nvGrpSpPr>
          <p:cNvPr id="43" name="Group 41"/>
          <p:cNvGrpSpPr>
            <a:grpSpLocks/>
          </p:cNvGrpSpPr>
          <p:nvPr/>
        </p:nvGrpSpPr>
        <p:grpSpPr bwMode="auto">
          <a:xfrm>
            <a:off x="4211588" y="3996581"/>
            <a:ext cx="1943100" cy="2335212"/>
            <a:chOff x="2544" y="1661"/>
            <a:chExt cx="1224" cy="1471"/>
          </a:xfrm>
        </p:grpSpPr>
        <p:sp>
          <p:nvSpPr>
            <p:cNvPr id="44" name="Freeform 42"/>
            <p:cNvSpPr>
              <a:spLocks/>
            </p:cNvSpPr>
            <p:nvPr/>
          </p:nvSpPr>
          <p:spPr bwMode="auto">
            <a:xfrm rot="-247154">
              <a:off x="2544" y="1661"/>
              <a:ext cx="1224" cy="1471"/>
            </a:xfrm>
            <a:custGeom>
              <a:avLst/>
              <a:gdLst>
                <a:gd name="T0" fmla="*/ 48 w 1950"/>
                <a:gd name="T1" fmla="*/ 5 h 2661"/>
                <a:gd name="T2" fmla="*/ 38 w 1950"/>
                <a:gd name="T3" fmla="*/ 6 h 2661"/>
                <a:gd name="T4" fmla="*/ 3 w 1950"/>
                <a:gd name="T5" fmla="*/ 33 h 2661"/>
                <a:gd name="T6" fmla="*/ 22 w 1950"/>
                <a:gd name="T7" fmla="*/ 37 h 2661"/>
                <a:gd name="T8" fmla="*/ 70 w 1950"/>
                <a:gd name="T9" fmla="*/ 36 h 2661"/>
                <a:gd name="T10" fmla="*/ 48 w 1950"/>
                <a:gd name="T11" fmla="*/ 5 h 266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950"/>
                <a:gd name="T19" fmla="*/ 0 h 2661"/>
                <a:gd name="T20" fmla="*/ 1950 w 1950"/>
                <a:gd name="T21" fmla="*/ 2661 h 266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950" h="2661">
                  <a:moveTo>
                    <a:pt x="1247" y="325"/>
                  </a:moveTo>
                  <a:cubicBezTo>
                    <a:pt x="1103" y="0"/>
                    <a:pt x="1171" y="84"/>
                    <a:pt x="975" y="371"/>
                  </a:cubicBezTo>
                  <a:cubicBezTo>
                    <a:pt x="779" y="658"/>
                    <a:pt x="136" y="1717"/>
                    <a:pt x="68" y="2049"/>
                  </a:cubicBezTo>
                  <a:cubicBezTo>
                    <a:pt x="0" y="2381"/>
                    <a:pt x="271" y="2321"/>
                    <a:pt x="566" y="2366"/>
                  </a:cubicBezTo>
                  <a:cubicBezTo>
                    <a:pt x="861" y="2411"/>
                    <a:pt x="1724" y="2661"/>
                    <a:pt x="1837" y="2321"/>
                  </a:cubicBezTo>
                  <a:cubicBezTo>
                    <a:pt x="1950" y="1981"/>
                    <a:pt x="1391" y="650"/>
                    <a:pt x="1247" y="325"/>
                  </a:cubicBezTo>
                  <a:close/>
                </a:path>
              </a:pathLst>
            </a:custGeom>
            <a:noFill/>
            <a:ln w="9525">
              <a:solidFill>
                <a:srgbClr val="0000FF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5" name="Text Box 43"/>
            <p:cNvSpPr txBox="1">
              <a:spLocks noChangeArrowheads="1"/>
            </p:cNvSpPr>
            <p:nvPr/>
          </p:nvSpPr>
          <p:spPr bwMode="auto">
            <a:xfrm>
              <a:off x="2638" y="1805"/>
              <a:ext cx="1059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9pPr>
            </a:lstStyle>
            <a:p>
              <a:pPr algn="ctr" eaLnBrk="1" hangingPunct="1"/>
              <a:r>
                <a:rPr lang="en-US" altLang="ko-KR" sz="1400" b="1">
                  <a:solidFill>
                    <a:srgbClr val="0000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C</a:t>
              </a:r>
              <a:r>
                <a:rPr lang="ko-KR" altLang="en-US" sz="1400" b="1">
                  <a:solidFill>
                    <a:srgbClr val="0000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의 왼쪽 서브트리</a:t>
              </a:r>
            </a:p>
          </p:txBody>
        </p:sp>
      </p:grpSp>
      <p:grpSp>
        <p:nvGrpSpPr>
          <p:cNvPr id="46" name="Group 44"/>
          <p:cNvGrpSpPr>
            <a:grpSpLocks/>
          </p:cNvGrpSpPr>
          <p:nvPr/>
        </p:nvGrpSpPr>
        <p:grpSpPr bwMode="auto">
          <a:xfrm>
            <a:off x="5945138" y="4175968"/>
            <a:ext cx="1933575" cy="1992313"/>
            <a:chOff x="3636" y="1774"/>
            <a:chExt cx="1218" cy="1255"/>
          </a:xfrm>
        </p:grpSpPr>
        <p:sp>
          <p:nvSpPr>
            <p:cNvPr id="47" name="Freeform 45"/>
            <p:cNvSpPr>
              <a:spLocks/>
            </p:cNvSpPr>
            <p:nvPr/>
          </p:nvSpPr>
          <p:spPr bwMode="auto">
            <a:xfrm>
              <a:off x="3636" y="1774"/>
              <a:ext cx="952" cy="1255"/>
            </a:xfrm>
            <a:custGeom>
              <a:avLst/>
              <a:gdLst>
                <a:gd name="T0" fmla="*/ 151 w 952"/>
                <a:gd name="T1" fmla="*/ 23 h 1255"/>
                <a:gd name="T2" fmla="*/ 559 w 952"/>
                <a:gd name="T3" fmla="*/ 386 h 1255"/>
                <a:gd name="T4" fmla="*/ 922 w 952"/>
                <a:gd name="T5" fmla="*/ 1112 h 1255"/>
                <a:gd name="T6" fmla="*/ 741 w 952"/>
                <a:gd name="T7" fmla="*/ 1202 h 1255"/>
                <a:gd name="T8" fmla="*/ 378 w 952"/>
                <a:gd name="T9" fmla="*/ 1157 h 1255"/>
                <a:gd name="T10" fmla="*/ 60 w 952"/>
                <a:gd name="T11" fmla="*/ 613 h 1255"/>
                <a:gd name="T12" fmla="*/ 15 w 952"/>
                <a:gd name="T13" fmla="*/ 250 h 1255"/>
                <a:gd name="T14" fmla="*/ 151 w 952"/>
                <a:gd name="T15" fmla="*/ 23 h 1255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952"/>
                <a:gd name="T25" fmla="*/ 0 h 1255"/>
                <a:gd name="T26" fmla="*/ 952 w 952"/>
                <a:gd name="T27" fmla="*/ 1255 h 1255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952" h="1255">
                  <a:moveTo>
                    <a:pt x="151" y="23"/>
                  </a:moveTo>
                  <a:cubicBezTo>
                    <a:pt x="242" y="46"/>
                    <a:pt x="431" y="205"/>
                    <a:pt x="559" y="386"/>
                  </a:cubicBezTo>
                  <a:cubicBezTo>
                    <a:pt x="687" y="567"/>
                    <a:pt x="892" y="976"/>
                    <a:pt x="922" y="1112"/>
                  </a:cubicBezTo>
                  <a:cubicBezTo>
                    <a:pt x="952" y="1248"/>
                    <a:pt x="832" y="1194"/>
                    <a:pt x="741" y="1202"/>
                  </a:cubicBezTo>
                  <a:cubicBezTo>
                    <a:pt x="650" y="1210"/>
                    <a:pt x="491" y="1255"/>
                    <a:pt x="378" y="1157"/>
                  </a:cubicBezTo>
                  <a:cubicBezTo>
                    <a:pt x="265" y="1059"/>
                    <a:pt x="120" y="764"/>
                    <a:pt x="60" y="613"/>
                  </a:cubicBezTo>
                  <a:cubicBezTo>
                    <a:pt x="0" y="462"/>
                    <a:pt x="7" y="348"/>
                    <a:pt x="15" y="250"/>
                  </a:cubicBezTo>
                  <a:cubicBezTo>
                    <a:pt x="23" y="152"/>
                    <a:pt x="60" y="0"/>
                    <a:pt x="151" y="23"/>
                  </a:cubicBezTo>
                  <a:close/>
                </a:path>
              </a:pathLst>
            </a:custGeom>
            <a:noFill/>
            <a:ln w="9525">
              <a:solidFill>
                <a:srgbClr val="0000FF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8" name="Text Box 46"/>
            <p:cNvSpPr txBox="1">
              <a:spLocks noChangeArrowheads="1"/>
            </p:cNvSpPr>
            <p:nvPr/>
          </p:nvSpPr>
          <p:spPr bwMode="auto">
            <a:xfrm>
              <a:off x="3681" y="1794"/>
              <a:ext cx="1173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9pPr>
            </a:lstStyle>
            <a:p>
              <a:pPr algn="ctr" eaLnBrk="1" hangingPunct="1"/>
              <a:r>
                <a:rPr lang="en-US" altLang="ko-KR" sz="1400" b="1">
                  <a:solidFill>
                    <a:srgbClr val="0000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C</a:t>
              </a:r>
              <a:r>
                <a:rPr lang="ko-KR" altLang="en-US" sz="1400" b="1">
                  <a:solidFill>
                    <a:srgbClr val="0000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의 오른쪽 서브트리</a:t>
              </a:r>
            </a:p>
          </p:txBody>
        </p:sp>
      </p:grpSp>
      <p:grpSp>
        <p:nvGrpSpPr>
          <p:cNvPr id="49" name="Group 47"/>
          <p:cNvGrpSpPr>
            <a:grpSpLocks/>
          </p:cNvGrpSpPr>
          <p:nvPr/>
        </p:nvGrpSpPr>
        <p:grpSpPr bwMode="auto">
          <a:xfrm>
            <a:off x="4154438" y="2063006"/>
            <a:ext cx="576262" cy="795337"/>
            <a:chOff x="2508" y="443"/>
            <a:chExt cx="363" cy="501"/>
          </a:xfrm>
        </p:grpSpPr>
        <p:sp>
          <p:nvSpPr>
            <p:cNvPr id="50" name="Text Box 48"/>
            <p:cNvSpPr txBox="1">
              <a:spLocks noChangeArrowheads="1"/>
            </p:cNvSpPr>
            <p:nvPr/>
          </p:nvSpPr>
          <p:spPr bwMode="auto">
            <a:xfrm>
              <a:off x="2518" y="443"/>
              <a:ext cx="343" cy="1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ko-KR" altLang="en-US" sz="1400" b="1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맑은 고딕" pitchFamily="50" charset="-127"/>
                  <a:ea typeface="맑은 고딕" pitchFamily="50" charset="-127"/>
                </a:rPr>
                <a:t>루트</a:t>
              </a:r>
            </a:p>
          </p:txBody>
        </p:sp>
        <p:sp>
          <p:nvSpPr>
            <p:cNvPr id="51" name="Oval 49"/>
            <p:cNvSpPr>
              <a:spLocks noChangeArrowheads="1"/>
            </p:cNvSpPr>
            <p:nvPr/>
          </p:nvSpPr>
          <p:spPr bwMode="auto">
            <a:xfrm>
              <a:off x="2508" y="627"/>
              <a:ext cx="363" cy="317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lIns="79200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9pPr>
            </a:lstStyle>
            <a:p>
              <a:pPr algn="ctr" eaLnBrk="1" hangingPunct="1"/>
              <a:r>
                <a:rPr lang="en-US" altLang="ko-KR" sz="16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맑은 고딕" panose="020B0503020000020004" pitchFamily="50" charset="-127"/>
                  <a:ea typeface="맑은 고딕" panose="020B0503020000020004" pitchFamily="50" charset="-127"/>
                </a:rPr>
                <a:t>A</a:t>
              </a:r>
            </a:p>
          </p:txBody>
        </p:sp>
      </p:grpSp>
      <p:grpSp>
        <p:nvGrpSpPr>
          <p:cNvPr id="52" name="Group 50"/>
          <p:cNvGrpSpPr>
            <a:grpSpLocks/>
          </p:cNvGrpSpPr>
          <p:nvPr/>
        </p:nvGrpSpPr>
        <p:grpSpPr bwMode="auto">
          <a:xfrm>
            <a:off x="2828875" y="3129806"/>
            <a:ext cx="576263" cy="795337"/>
            <a:chOff x="2508" y="443"/>
            <a:chExt cx="363" cy="501"/>
          </a:xfrm>
        </p:grpSpPr>
        <p:sp>
          <p:nvSpPr>
            <p:cNvPr id="53" name="Text Box 51"/>
            <p:cNvSpPr txBox="1">
              <a:spLocks noChangeArrowheads="1"/>
            </p:cNvSpPr>
            <p:nvPr/>
          </p:nvSpPr>
          <p:spPr bwMode="auto">
            <a:xfrm>
              <a:off x="2518" y="443"/>
              <a:ext cx="343" cy="1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ko-KR" altLang="en-US" sz="1400" b="1">
                  <a:solidFill>
                    <a:srgbClr val="0000CC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맑은 고딕" pitchFamily="50" charset="-127"/>
                  <a:ea typeface="맑은 고딕" pitchFamily="50" charset="-127"/>
                </a:rPr>
                <a:t>루트</a:t>
              </a:r>
            </a:p>
          </p:txBody>
        </p:sp>
        <p:sp>
          <p:nvSpPr>
            <p:cNvPr id="54" name="Oval 52"/>
            <p:cNvSpPr>
              <a:spLocks noChangeArrowheads="1"/>
            </p:cNvSpPr>
            <p:nvPr/>
          </p:nvSpPr>
          <p:spPr bwMode="auto">
            <a:xfrm>
              <a:off x="2508" y="627"/>
              <a:ext cx="363" cy="317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lIns="79200" anchor="ctr"/>
            <a:lstStyle/>
            <a:p>
              <a:pPr algn="ctr">
                <a:defRPr/>
              </a:pPr>
              <a:endParaRPr lang="ko-KR" altLang="ko-KR" sz="1600" b="1">
                <a:effectLst>
                  <a:outerShdw blurRad="38100" dist="38100" dir="2700000" algn="tl">
                    <a:srgbClr val="C0C0C0"/>
                  </a:outerShdw>
                </a:effectLst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grpSp>
        <p:nvGrpSpPr>
          <p:cNvPr id="55" name="Group 53"/>
          <p:cNvGrpSpPr>
            <a:grpSpLocks/>
          </p:cNvGrpSpPr>
          <p:nvPr/>
        </p:nvGrpSpPr>
        <p:grpSpPr bwMode="auto">
          <a:xfrm>
            <a:off x="5437138" y="3132981"/>
            <a:ext cx="576262" cy="795337"/>
            <a:chOff x="2508" y="443"/>
            <a:chExt cx="363" cy="501"/>
          </a:xfrm>
        </p:grpSpPr>
        <p:sp>
          <p:nvSpPr>
            <p:cNvPr id="56" name="Text Box 54"/>
            <p:cNvSpPr txBox="1">
              <a:spLocks noChangeArrowheads="1"/>
            </p:cNvSpPr>
            <p:nvPr/>
          </p:nvSpPr>
          <p:spPr bwMode="auto">
            <a:xfrm>
              <a:off x="2518" y="443"/>
              <a:ext cx="343" cy="1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ko-KR" altLang="en-US" sz="1400" b="1">
                  <a:solidFill>
                    <a:srgbClr val="0000CC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맑은 고딕" pitchFamily="50" charset="-127"/>
                  <a:ea typeface="맑은 고딕" pitchFamily="50" charset="-127"/>
                </a:rPr>
                <a:t>루트</a:t>
              </a:r>
            </a:p>
          </p:txBody>
        </p:sp>
        <p:sp>
          <p:nvSpPr>
            <p:cNvPr id="57" name="Oval 55"/>
            <p:cNvSpPr>
              <a:spLocks noChangeArrowheads="1"/>
            </p:cNvSpPr>
            <p:nvPr/>
          </p:nvSpPr>
          <p:spPr bwMode="auto">
            <a:xfrm>
              <a:off x="2508" y="627"/>
              <a:ext cx="363" cy="317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lIns="79200" anchor="ctr"/>
            <a:lstStyle/>
            <a:p>
              <a:pPr algn="ctr">
                <a:defRPr/>
              </a:pPr>
              <a:endParaRPr lang="ko-KR" altLang="ko-KR" sz="1600" b="1">
                <a:effectLst>
                  <a:outerShdw blurRad="38100" dist="38100" dir="2700000" algn="tl">
                    <a:srgbClr val="C0C0C0"/>
                  </a:outerShdw>
                </a:effectLst>
                <a:latin typeface="맑은 고딕" pitchFamily="50" charset="-127"/>
                <a:ea typeface="맑은 고딕" pitchFamily="50" charset="-127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내용 개체 틀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lvl="1"/>
            <a:r>
              <a:rPr lang="ko-KR" altLang="en-US" dirty="0"/>
              <a:t>일반 </a:t>
            </a:r>
            <a:r>
              <a:rPr lang="ko-KR" altLang="en-US" dirty="0" err="1"/>
              <a:t>트리를</a:t>
            </a:r>
            <a:r>
              <a:rPr lang="ko-KR" altLang="en-US" dirty="0"/>
              <a:t> 이진 </a:t>
            </a:r>
            <a:r>
              <a:rPr lang="ko-KR" altLang="en-US" dirty="0" err="1"/>
              <a:t>트리로</a:t>
            </a:r>
            <a:r>
              <a:rPr lang="ko-KR" altLang="en-US" dirty="0"/>
              <a:t> 변환</a:t>
            </a:r>
          </a:p>
        </p:txBody>
      </p:sp>
      <p:sp>
        <p:nvSpPr>
          <p:cNvPr id="15364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이진 트리 </a:t>
            </a:r>
            <a:r>
              <a:rPr lang="en-US" altLang="ko-KR" dirty="0"/>
              <a:t>: </a:t>
            </a:r>
            <a:r>
              <a:rPr lang="ko-KR" altLang="en-US" dirty="0"/>
              <a:t>개념과 구조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971600" y="1335194"/>
            <a:ext cx="5976410" cy="54735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330938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내용 개체 틀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0" indent="0">
              <a:buNone/>
            </a:pPr>
            <a:endParaRPr lang="ko-KR" altLang="en-US" dirty="0"/>
          </a:p>
          <a:p>
            <a:endParaRPr lang="ko-KR" altLang="en-US" dirty="0"/>
          </a:p>
        </p:txBody>
      </p:sp>
      <p:sp>
        <p:nvSpPr>
          <p:cNvPr id="16387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이진 트리 </a:t>
            </a:r>
            <a:r>
              <a:rPr lang="en-US" altLang="ko-KR" dirty="0"/>
              <a:t>: </a:t>
            </a:r>
            <a:r>
              <a:rPr lang="ko-KR" altLang="en-US" dirty="0"/>
              <a:t>추상 </a:t>
            </a:r>
            <a:r>
              <a:rPr lang="ko-KR" altLang="en-US" dirty="0" err="1"/>
              <a:t>자료형</a:t>
            </a:r>
            <a:endParaRPr lang="ko-KR" altLang="en-US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827584" y="788645"/>
            <a:ext cx="6192688" cy="603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내용 개체 틀 1"/>
              <p:cNvSpPr>
                <a:spLocks noGrp="1"/>
              </p:cNvSpPr>
              <p:nvPr>
                <p:ph sz="quarter" idx="10"/>
              </p:nvPr>
            </p:nvSpPr>
            <p:spPr/>
            <p:txBody>
              <a:bodyPr/>
              <a:lstStyle/>
              <a:p>
                <a:pPr lvl="1" eaLnBrk="1" hangingPunct="1">
                  <a:defRPr/>
                </a:pPr>
                <a:r>
                  <a:rPr lang="ko-KR" altLang="en-US" dirty="0"/>
                  <a:t>이진 트리의 특성</a:t>
                </a:r>
              </a:p>
              <a:p>
                <a:pPr lvl="2" eaLnBrk="1" hangingPunct="1">
                  <a:defRPr/>
                </a:pPr>
                <a:r>
                  <a:rPr lang="ko-KR" altLang="en-US" dirty="0"/>
                  <a:t>정의</a:t>
                </a:r>
                <a:r>
                  <a:rPr lang="en-US" altLang="ko-KR" dirty="0"/>
                  <a:t>1) </a:t>
                </a:r>
                <a:r>
                  <a:rPr lang="ko-KR" altLang="en-US" dirty="0" err="1"/>
                  <a:t>노드가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n</a:t>
                </a:r>
                <a:r>
                  <a:rPr lang="ko-KR" altLang="en-US" dirty="0"/>
                  <a:t>개인 이진 </a:t>
                </a:r>
                <a:r>
                  <a:rPr lang="ko-KR" altLang="en-US" dirty="0" err="1"/>
                  <a:t>트리는</a:t>
                </a:r>
                <a:r>
                  <a:rPr lang="ko-KR" altLang="en-US" dirty="0"/>
                  <a:t> 항상 간선이 </a:t>
                </a:r>
                <a:r>
                  <a:rPr lang="en-US" altLang="ko-KR" dirty="0"/>
                  <a:t>(n-1)</a:t>
                </a:r>
                <a:r>
                  <a:rPr lang="ko-KR" altLang="en-US" dirty="0"/>
                  <a:t>개임</a:t>
                </a:r>
                <a:endParaRPr lang="en-US" altLang="ko-KR" dirty="0"/>
              </a:p>
              <a:p>
                <a:pPr lvl="3" eaLnBrk="1" hangingPunct="1">
                  <a:defRPr/>
                </a:pPr>
                <a:r>
                  <a:rPr lang="ko-KR" altLang="en-US" dirty="0">
                    <a:latin typeface="+mn-ea"/>
                    <a:ea typeface="+mn-ea"/>
                  </a:rPr>
                  <a:t>루트를 제외한 </a:t>
                </a:r>
                <a:r>
                  <a:rPr lang="en-US" altLang="ko-KR" dirty="0">
                    <a:latin typeface="+mn-ea"/>
                    <a:ea typeface="+mn-ea"/>
                  </a:rPr>
                  <a:t>(n-1)</a:t>
                </a:r>
                <a:r>
                  <a:rPr lang="ko-KR" altLang="en-US" dirty="0">
                    <a:latin typeface="+mn-ea"/>
                    <a:ea typeface="+mn-ea"/>
                  </a:rPr>
                  <a:t>개의 </a:t>
                </a:r>
                <a:r>
                  <a:rPr lang="ko-KR" altLang="en-US" dirty="0" err="1">
                    <a:latin typeface="+mn-ea"/>
                    <a:ea typeface="+mn-ea"/>
                  </a:rPr>
                  <a:t>노드가</a:t>
                </a:r>
                <a:r>
                  <a:rPr lang="ko-KR" altLang="en-US" dirty="0">
                    <a:latin typeface="+mn-ea"/>
                    <a:ea typeface="+mn-ea"/>
                  </a:rPr>
                  <a:t> 부모 </a:t>
                </a:r>
                <a:r>
                  <a:rPr lang="ko-KR" altLang="en-US" dirty="0" err="1">
                    <a:latin typeface="+mn-ea"/>
                    <a:ea typeface="+mn-ea"/>
                  </a:rPr>
                  <a:t>노드와</a:t>
                </a:r>
                <a:r>
                  <a:rPr lang="ko-KR" altLang="en-US" dirty="0">
                    <a:latin typeface="+mn-ea"/>
                    <a:ea typeface="+mn-ea"/>
                  </a:rPr>
                  <a:t> 연결되는 한 개의 간선을 가짐</a:t>
                </a:r>
                <a:endParaRPr lang="en-US" altLang="ko-KR" dirty="0">
                  <a:latin typeface="+mn-ea"/>
                  <a:ea typeface="+mn-ea"/>
                </a:endParaRPr>
              </a:p>
              <a:p>
                <a:pPr lvl="3" eaLnBrk="1" hangingPunct="1">
                  <a:lnSpc>
                    <a:spcPct val="110000"/>
                  </a:lnSpc>
                  <a:defRPr/>
                </a:pPr>
                <a:endParaRPr lang="en-US" altLang="ko-KR" dirty="0">
                  <a:latin typeface="+mn-ea"/>
                  <a:ea typeface="+mn-ea"/>
                </a:endParaRPr>
              </a:p>
              <a:p>
                <a:pPr lvl="2" eaLnBrk="1" hangingPunct="1">
                  <a:defRPr/>
                </a:pPr>
                <a:r>
                  <a:rPr lang="ko-KR" altLang="en-US" dirty="0"/>
                  <a:t>정의</a:t>
                </a:r>
                <a:r>
                  <a:rPr lang="en-US" altLang="ko-KR" dirty="0"/>
                  <a:t>2) </a:t>
                </a:r>
                <a:r>
                  <a:rPr lang="ko-KR" altLang="en-US" dirty="0"/>
                  <a:t>높이가 </a:t>
                </a:r>
                <a:r>
                  <a:rPr lang="en-US" altLang="ko-KR" dirty="0"/>
                  <a:t>h</a:t>
                </a:r>
                <a:r>
                  <a:rPr lang="ko-KR" altLang="en-US" dirty="0"/>
                  <a:t>인 이진 </a:t>
                </a:r>
                <a:r>
                  <a:rPr lang="ko-KR" altLang="en-US" dirty="0" err="1"/>
                  <a:t>트리가</a:t>
                </a:r>
                <a:r>
                  <a:rPr lang="ko-KR" altLang="en-US" dirty="0"/>
                  <a:t> 가질 수 있는 </a:t>
                </a:r>
                <a:r>
                  <a:rPr lang="ko-KR" altLang="en-US" dirty="0" err="1"/>
                  <a:t>노드</a:t>
                </a:r>
                <a:r>
                  <a:rPr lang="ko-KR" altLang="en-US" dirty="0"/>
                  <a:t> 개수는 최소 </a:t>
                </a:r>
                <a:r>
                  <a:rPr lang="en-US" altLang="ko-KR" dirty="0"/>
                  <a:t>(h+1)</a:t>
                </a:r>
                <a:r>
                  <a:rPr lang="ko-KR" altLang="en-US" dirty="0"/>
                  <a:t>개이며</a:t>
                </a:r>
                <a:r>
                  <a:rPr lang="en-US" altLang="ko-KR" dirty="0"/>
                  <a:t>, </a:t>
                </a:r>
                <a:r>
                  <a:rPr lang="ko-KR" altLang="en-US" dirty="0"/>
                  <a:t>최대</a:t>
                </a:r>
                <a:r>
                  <a:rPr lang="en-US" altLang="ko-KR" dirty="0"/>
                  <a:t>(2</a:t>
                </a:r>
                <a:r>
                  <a:rPr lang="en-US" altLang="ko-KR" baseline="30000" dirty="0"/>
                  <a:t>h+1</a:t>
                </a:r>
                <a:r>
                  <a:rPr lang="en-US" altLang="ko-KR" dirty="0"/>
                  <a:t>-1)</a:t>
                </a:r>
                <a:r>
                  <a:rPr lang="ko-KR" altLang="en-US" dirty="0"/>
                  <a:t>개</a:t>
                </a:r>
                <a:endParaRPr lang="en-US" altLang="ko-KR" dirty="0"/>
              </a:p>
              <a:p>
                <a:pPr lvl="3" eaLnBrk="1" hangingPunct="1">
                  <a:defRPr/>
                </a:pPr>
                <a:r>
                  <a:rPr lang="ko-KR" altLang="en-US" dirty="0"/>
                  <a:t>이진 </a:t>
                </a:r>
                <a:r>
                  <a:rPr lang="ko-KR" altLang="en-US" dirty="0" err="1"/>
                  <a:t>트리의</a:t>
                </a:r>
                <a:r>
                  <a:rPr lang="ko-KR" altLang="en-US" dirty="0"/>
                  <a:t> 높이가 </a:t>
                </a:r>
                <a:r>
                  <a:rPr lang="en-US" altLang="ko-KR" dirty="0"/>
                  <a:t>h</a:t>
                </a:r>
                <a:r>
                  <a:rPr lang="ko-KR" altLang="en-US" dirty="0"/>
                  <a:t>가 되려면 한 레벨에 최소한 한 개의 </a:t>
                </a:r>
                <a:r>
                  <a:rPr lang="ko-KR" altLang="en-US" dirty="0" err="1"/>
                  <a:t>노드가</a:t>
                </a:r>
                <a:r>
                  <a:rPr lang="ko-KR" altLang="en-US" dirty="0"/>
                  <a:t> 있어야 하므로 높이가 </a:t>
                </a:r>
                <a:r>
                  <a:rPr lang="en-US" altLang="ko-KR" dirty="0"/>
                  <a:t>h</a:t>
                </a:r>
                <a:r>
                  <a:rPr lang="ko-KR" altLang="en-US" dirty="0"/>
                  <a:t>인 이진 </a:t>
                </a:r>
                <a:r>
                  <a:rPr lang="ko-KR" altLang="en-US" dirty="0" err="1"/>
                  <a:t>트리의</a:t>
                </a:r>
                <a:r>
                  <a:rPr lang="ko-KR" altLang="en-US" dirty="0"/>
                  <a:t> 최소 </a:t>
                </a:r>
                <a:r>
                  <a:rPr lang="ko-KR" altLang="en-US" dirty="0" err="1"/>
                  <a:t>노드의</a:t>
                </a:r>
                <a:r>
                  <a:rPr lang="ko-KR" altLang="en-US" dirty="0"/>
                  <a:t> 개수는 </a:t>
                </a:r>
                <a:r>
                  <a:rPr lang="en-US" altLang="ko-KR" dirty="0"/>
                  <a:t>(h+1)</a:t>
                </a:r>
                <a:r>
                  <a:rPr lang="ko-KR" altLang="en-US" dirty="0"/>
                  <a:t>개</a:t>
                </a:r>
              </a:p>
              <a:p>
                <a:pPr lvl="3" eaLnBrk="1" hangingPunct="1">
                  <a:lnSpc>
                    <a:spcPct val="130000"/>
                  </a:lnSpc>
                  <a:defRPr/>
                </a:pPr>
                <a:r>
                  <a:rPr lang="ko-KR" altLang="en-US" dirty="0"/>
                  <a:t>하나의 </a:t>
                </a:r>
                <a:r>
                  <a:rPr lang="ko-KR" altLang="en-US" dirty="0" err="1"/>
                  <a:t>노드는</a:t>
                </a:r>
                <a:r>
                  <a:rPr lang="ko-KR" altLang="en-US" dirty="0"/>
                  <a:t> 최대 </a:t>
                </a:r>
                <a:r>
                  <a:rPr lang="en-US" altLang="ko-KR" dirty="0"/>
                  <a:t>2</a:t>
                </a:r>
                <a:r>
                  <a:rPr lang="ko-KR" altLang="en-US" dirty="0"/>
                  <a:t>개의 자식 </a:t>
                </a:r>
                <a:r>
                  <a:rPr lang="ko-KR" altLang="en-US" dirty="0" err="1"/>
                  <a:t>노드를</a:t>
                </a:r>
                <a:r>
                  <a:rPr lang="ko-KR" altLang="en-US" dirty="0"/>
                  <a:t> 가질 수 있으므로 레벨 </a:t>
                </a:r>
                <a:r>
                  <a:rPr lang="en-US" altLang="ko-KR" dirty="0"/>
                  <a:t>i</a:t>
                </a:r>
                <a:r>
                  <a:rPr lang="ko-KR" altLang="en-US" dirty="0"/>
                  <a:t>에서의 </a:t>
                </a:r>
                <a:r>
                  <a:rPr lang="ko-KR" altLang="en-US" dirty="0" err="1"/>
                  <a:t>노드의</a:t>
                </a:r>
                <a:r>
                  <a:rPr lang="ko-KR" altLang="en-US" dirty="0"/>
                  <a:t> </a:t>
                </a:r>
                <a:br>
                  <a:rPr lang="en-US" altLang="ko-KR" dirty="0"/>
                </a:br>
                <a:r>
                  <a:rPr lang="ko-KR" altLang="en-US" dirty="0"/>
                  <a:t>최대 개수는 </a:t>
                </a:r>
                <a:r>
                  <a:rPr lang="en-US" altLang="ko-KR" dirty="0"/>
                  <a:t>2</a:t>
                </a:r>
                <a:r>
                  <a:rPr lang="en-US" altLang="ko-KR" baseline="30000" dirty="0"/>
                  <a:t>i</a:t>
                </a:r>
                <a:r>
                  <a:rPr lang="ko-KR" altLang="en-US" dirty="0"/>
                  <a:t>개 이므로 높이가 </a:t>
                </a:r>
                <a:r>
                  <a:rPr lang="en-US" altLang="ko-KR" dirty="0"/>
                  <a:t>h</a:t>
                </a:r>
                <a:r>
                  <a:rPr lang="ko-KR" altLang="en-US" dirty="0"/>
                  <a:t>인 이진 트리 전체의 </a:t>
                </a:r>
                <a:r>
                  <a:rPr lang="ko-KR" altLang="en-US" dirty="0" err="1"/>
                  <a:t>노드</a:t>
                </a:r>
                <a:r>
                  <a:rPr lang="ko-KR" altLang="en-US" dirty="0"/>
                  <a:t> 개수는 </a:t>
                </a:r>
              </a:p>
              <a:p>
                <a:pPr lvl="3" eaLnBrk="1" hangingPunct="1">
                  <a:lnSpc>
                    <a:spcPct val="130000"/>
                  </a:lnSpc>
                  <a:buFont typeface="Wingdings" pitchFamily="2" charset="2"/>
                  <a:buNone/>
                  <a:defRPr/>
                </a:pPr>
                <a:r>
                  <a:rPr lang="ko-KR" altLang="en-US" dirty="0"/>
                  <a:t>  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ctrlPr>
                          <a:rPr lang="ko-KR" altLang="en-US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altLang="ko-KR" b="0" i="1" smtClean="0">
                            <a:latin typeface="Cambria Math"/>
                          </a:rPr>
                          <m:t>𝑖</m:t>
                        </m:r>
                        <m:r>
                          <a:rPr lang="en-US" altLang="ko-KR" b="0" i="1" smtClean="0">
                            <a:latin typeface="Cambria Math"/>
                          </a:rPr>
                          <m:t>=0</m:t>
                        </m:r>
                      </m:sub>
                      <m:sup>
                        <m:r>
                          <a:rPr lang="en-US" altLang="ko-KR" b="0" i="1" smtClean="0">
                            <a:latin typeface="Cambria Math"/>
                          </a:rPr>
                          <m:t>h</m:t>
                        </m:r>
                      </m:sup>
                      <m:e>
                        <m:r>
                          <a:rPr lang="en-US" altLang="ko-KR" b="0" i="1" smtClean="0">
                            <a:latin typeface="Cambria Math"/>
                          </a:rPr>
                          <m:t>2</m:t>
                        </m:r>
                        <m:r>
                          <a:rPr lang="en-US" altLang="ko-KR" b="0" i="1" baseline="30000" smtClean="0">
                            <a:latin typeface="Cambria Math"/>
                          </a:rPr>
                          <m:t>𝑖</m:t>
                        </m:r>
                      </m:e>
                    </m:nary>
                  </m:oMath>
                </a14:m>
                <a:r>
                  <a:rPr lang="en-US" altLang="ko-KR" dirty="0"/>
                  <a:t>= 2</a:t>
                </a:r>
                <a:r>
                  <a:rPr lang="en-US" altLang="ko-KR" baseline="30000" dirty="0"/>
                  <a:t>h+1</a:t>
                </a:r>
                <a:r>
                  <a:rPr lang="en-US" altLang="ko-KR" dirty="0"/>
                  <a:t>-1 </a:t>
                </a:r>
                <a:r>
                  <a:rPr lang="ko-KR" altLang="en-US" dirty="0"/>
                  <a:t>개</a:t>
                </a:r>
              </a:p>
              <a:p>
                <a:pPr marL="357187" lvl="1" indent="0">
                  <a:buNone/>
                  <a:defRPr/>
                </a:pPr>
                <a:endParaRPr lang="ko-KR" altLang="en-US" dirty="0"/>
              </a:p>
            </p:txBody>
          </p:sp>
        </mc:Choice>
        <mc:Fallback xmlns="">
          <p:sp>
            <p:nvSpPr>
              <p:cNvPr id="2" name="내용 개체 틀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blipFill>
                <a:blip r:embed="rId2"/>
                <a:stretch>
                  <a:fillRect t="-64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411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이진 트리 </a:t>
            </a:r>
            <a:r>
              <a:rPr lang="en-US" altLang="ko-KR" dirty="0"/>
              <a:t>: </a:t>
            </a:r>
            <a:r>
              <a:rPr lang="ko-KR" altLang="en-US" dirty="0"/>
              <a:t>추상 </a:t>
            </a:r>
            <a:r>
              <a:rPr lang="ko-KR" altLang="en-US" dirty="0" err="1"/>
              <a:t>자료형</a:t>
            </a:r>
            <a:endParaRPr lang="ko-KR" alt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Grp="1" noChangeAspect="1" noChangeArrowheads="1"/>
          </p:cNvPicPr>
          <p:nvPr>
            <p:ph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92685" y="2074189"/>
            <a:ext cx="8558629" cy="34303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435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이진 트리 </a:t>
            </a:r>
            <a:r>
              <a:rPr lang="en-US" altLang="ko-KR" dirty="0"/>
              <a:t>: </a:t>
            </a:r>
            <a:r>
              <a:rPr lang="ko-KR" altLang="en-US" dirty="0"/>
              <a:t>추상 </a:t>
            </a:r>
            <a:r>
              <a:rPr lang="ko-KR" altLang="en-US" dirty="0" err="1"/>
              <a:t>자료형</a:t>
            </a:r>
            <a:endParaRPr lang="ko-KR" alt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ko-KR" altLang="en-US" dirty="0"/>
              <a:t>이진 </a:t>
            </a:r>
            <a:r>
              <a:rPr lang="ko-KR" altLang="en-US" dirty="0" err="1"/>
              <a:t>트리의</a:t>
            </a:r>
            <a:r>
              <a:rPr lang="ko-KR" altLang="en-US" dirty="0"/>
              <a:t> 종류</a:t>
            </a:r>
          </a:p>
          <a:p>
            <a:pPr marL="0" indent="0">
              <a:buNone/>
              <a:defRPr/>
            </a:pPr>
            <a:endParaRPr lang="ko-KR" altLang="en-US" dirty="0"/>
          </a:p>
        </p:txBody>
      </p:sp>
      <p:sp>
        <p:nvSpPr>
          <p:cNvPr id="19459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이진 트리 </a:t>
            </a:r>
            <a:r>
              <a:rPr lang="en-US" altLang="ko-KR" dirty="0"/>
              <a:t>: </a:t>
            </a:r>
            <a:r>
              <a:rPr lang="ko-KR" altLang="en-US" dirty="0"/>
              <a:t>종류</a:t>
            </a: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891149" y="1592853"/>
            <a:ext cx="5361702" cy="3829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ko-KR" altLang="en-US" dirty="0"/>
              <a:t>이진 </a:t>
            </a:r>
            <a:r>
              <a:rPr lang="ko-KR" altLang="en-US" dirty="0" err="1"/>
              <a:t>트리의</a:t>
            </a:r>
            <a:r>
              <a:rPr lang="ko-KR" altLang="en-US" dirty="0"/>
              <a:t> 종류</a:t>
            </a:r>
          </a:p>
          <a:p>
            <a:pPr lvl="1" eaLnBrk="1" hangingPunct="1">
              <a:defRPr/>
            </a:pPr>
            <a:r>
              <a:rPr lang="ko-KR" altLang="en-US" dirty="0"/>
              <a:t>포화 </a:t>
            </a:r>
            <a:r>
              <a:rPr lang="ko-KR" altLang="en-US"/>
              <a:t>이진 트리</a:t>
            </a:r>
            <a:r>
              <a:rPr lang="en-US" altLang="ko-KR" baseline="30000"/>
              <a:t>Full Binary Tree</a:t>
            </a:r>
            <a:endParaRPr lang="ko-KR" altLang="en-US" dirty="0"/>
          </a:p>
          <a:p>
            <a:pPr lvl="2" eaLnBrk="1" hangingPunct="1">
              <a:defRPr/>
            </a:pPr>
            <a:r>
              <a:rPr lang="ko-KR" altLang="en-US" dirty="0"/>
              <a:t>모든 레벨에 </a:t>
            </a:r>
            <a:r>
              <a:rPr lang="ko-KR" altLang="en-US" dirty="0" err="1"/>
              <a:t>노드가</a:t>
            </a:r>
            <a:r>
              <a:rPr lang="ko-KR" altLang="en-US" dirty="0"/>
              <a:t> 포화상태로 차 있는 이진 트리</a:t>
            </a:r>
          </a:p>
          <a:p>
            <a:pPr lvl="2" eaLnBrk="1" hangingPunct="1">
              <a:lnSpc>
                <a:spcPct val="80000"/>
              </a:lnSpc>
              <a:defRPr/>
            </a:pPr>
            <a:r>
              <a:rPr lang="ko-KR" altLang="en-US" dirty="0"/>
              <a:t>높이가 </a:t>
            </a:r>
            <a:r>
              <a:rPr lang="en-US" altLang="ko-KR" dirty="0"/>
              <a:t>h</a:t>
            </a:r>
            <a:r>
              <a:rPr lang="ko-KR" altLang="en-US" dirty="0"/>
              <a:t>일 때</a:t>
            </a:r>
            <a:r>
              <a:rPr lang="en-US" altLang="ko-KR" dirty="0"/>
              <a:t>, </a:t>
            </a:r>
            <a:r>
              <a:rPr lang="ko-KR" altLang="en-US" dirty="0"/>
              <a:t>최대의 </a:t>
            </a:r>
            <a:r>
              <a:rPr lang="ko-KR" altLang="en-US" dirty="0" err="1"/>
              <a:t>노드</a:t>
            </a:r>
            <a:r>
              <a:rPr lang="ko-KR" altLang="en-US" dirty="0"/>
              <a:t> 개수인 </a:t>
            </a:r>
            <a:r>
              <a:rPr lang="en-US" altLang="ko-KR" b="1" dirty="0"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(</a:t>
            </a:r>
            <a:r>
              <a:rPr lang="en-US" altLang="ko-KR" b="1"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2</a:t>
            </a:r>
            <a:r>
              <a:rPr lang="en-US" altLang="ko-KR" b="1" baseline="30000"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h+1</a:t>
            </a:r>
            <a:r>
              <a:rPr lang="en-US" altLang="ko-KR" b="1"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-1)</a:t>
            </a:r>
            <a:r>
              <a:rPr lang="ko-KR" altLang="en-US"/>
              <a:t>의 </a:t>
            </a:r>
            <a:r>
              <a:rPr lang="ko-KR" altLang="en-US" dirty="0" err="1"/>
              <a:t>노드를</a:t>
            </a:r>
            <a:r>
              <a:rPr lang="ko-KR" altLang="en-US" dirty="0"/>
              <a:t> 가진 이진 트리</a:t>
            </a:r>
          </a:p>
          <a:p>
            <a:pPr lvl="2" eaLnBrk="1" hangingPunct="1">
              <a:lnSpc>
                <a:spcPct val="80000"/>
              </a:lnSpc>
              <a:defRPr/>
            </a:pPr>
            <a:r>
              <a:rPr lang="ko-KR" altLang="en-US" dirty="0"/>
              <a:t>루트를 </a:t>
            </a:r>
            <a:r>
              <a:rPr lang="en-US" altLang="ko-KR" dirty="0"/>
              <a:t>1</a:t>
            </a:r>
            <a:r>
              <a:rPr lang="ko-KR" altLang="en-US" dirty="0"/>
              <a:t>번으로 하여 </a:t>
            </a:r>
            <a:r>
              <a:rPr lang="en-US" altLang="ko-KR" dirty="0"/>
              <a:t>2</a:t>
            </a:r>
            <a:r>
              <a:rPr lang="en-US" altLang="ko-KR" baseline="30000" dirty="0"/>
              <a:t>h+1</a:t>
            </a:r>
            <a:r>
              <a:rPr lang="en-US" altLang="ko-KR" dirty="0"/>
              <a:t>-1</a:t>
            </a:r>
            <a:r>
              <a:rPr lang="ko-KR" altLang="en-US" dirty="0"/>
              <a:t>까지 정해진 위치에 대한 </a:t>
            </a:r>
            <a:r>
              <a:rPr lang="ko-KR" altLang="en-US" dirty="0" err="1"/>
              <a:t>노드</a:t>
            </a:r>
            <a:r>
              <a:rPr lang="ko-KR" altLang="en-US" dirty="0"/>
              <a:t> 번호를 가짐</a:t>
            </a:r>
            <a:endParaRPr lang="en-US" altLang="ko-KR" dirty="0">
              <a:solidFill>
                <a:srgbClr val="0000CC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>
              <a:defRPr/>
            </a:pPr>
            <a:endParaRPr lang="ko-KR" altLang="en-US" dirty="0"/>
          </a:p>
        </p:txBody>
      </p:sp>
      <p:sp>
        <p:nvSpPr>
          <p:cNvPr id="19459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이진 트리 </a:t>
            </a:r>
            <a:r>
              <a:rPr lang="en-US" altLang="ko-KR" dirty="0"/>
              <a:t>: </a:t>
            </a:r>
            <a:r>
              <a:rPr lang="ko-KR" altLang="en-US" dirty="0"/>
              <a:t>종류</a:t>
            </a:r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457325" y="2873103"/>
            <a:ext cx="6229350" cy="36198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651009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내용 개체 틀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lvl="1" eaLnBrk="1" hangingPunct="1"/>
            <a:r>
              <a:rPr lang="ko-KR" altLang="en-US" dirty="0"/>
              <a:t>완전 </a:t>
            </a:r>
            <a:r>
              <a:rPr lang="ko-KR" altLang="en-US"/>
              <a:t>이진 트리</a:t>
            </a:r>
            <a:r>
              <a:rPr lang="en-US" altLang="ko-KR" baseline="30000"/>
              <a:t>Complete Binary Tree</a:t>
            </a:r>
            <a:endParaRPr lang="ko-KR" altLang="en-US" dirty="0"/>
          </a:p>
          <a:p>
            <a:pPr lvl="2" eaLnBrk="1" hangingPunct="1">
              <a:lnSpc>
                <a:spcPct val="105000"/>
              </a:lnSpc>
              <a:spcBef>
                <a:spcPct val="10000"/>
              </a:spcBef>
            </a:pPr>
            <a:r>
              <a:rPr lang="ko-KR" altLang="en-US" dirty="0"/>
              <a:t>높이가 </a:t>
            </a:r>
            <a:r>
              <a:rPr lang="en-US" altLang="ko-KR" dirty="0"/>
              <a:t>h</a:t>
            </a:r>
            <a:r>
              <a:rPr lang="ko-KR" altLang="en-US" dirty="0"/>
              <a:t>이고 </a:t>
            </a:r>
            <a:r>
              <a:rPr lang="ko-KR" altLang="en-US" dirty="0" err="1"/>
              <a:t>노드</a:t>
            </a:r>
            <a:r>
              <a:rPr lang="ko-KR" altLang="en-US" dirty="0"/>
              <a:t> 수가 </a:t>
            </a:r>
            <a:r>
              <a:rPr lang="en-US" altLang="ko-KR" dirty="0"/>
              <a:t>n</a:t>
            </a:r>
            <a:r>
              <a:rPr lang="ko-KR" altLang="en-US" dirty="0"/>
              <a:t>개일 때 </a:t>
            </a:r>
            <a:r>
              <a:rPr lang="en-US" altLang="ko-KR" sz="1600" dirty="0"/>
              <a:t>(</a:t>
            </a:r>
            <a:r>
              <a:rPr lang="ko-KR" altLang="en-US" sz="1600" dirty="0"/>
              <a:t>단</a:t>
            </a:r>
            <a:r>
              <a:rPr lang="en-US" altLang="ko-KR" sz="1600" dirty="0"/>
              <a:t>, n &lt; 2</a:t>
            </a:r>
            <a:r>
              <a:rPr lang="en-US" altLang="ko-KR" sz="1600" baseline="30000" dirty="0"/>
              <a:t>h+1</a:t>
            </a:r>
            <a:r>
              <a:rPr lang="en-US" altLang="ko-KR" sz="1600" dirty="0"/>
              <a:t>-1 ),</a:t>
            </a:r>
            <a:r>
              <a:rPr lang="en-US" altLang="ko-KR" dirty="0"/>
              <a:t> </a:t>
            </a:r>
            <a:r>
              <a:rPr lang="ko-KR" altLang="en-US" dirty="0" err="1"/>
              <a:t>노드</a:t>
            </a:r>
            <a:r>
              <a:rPr lang="ko-KR" altLang="en-US" dirty="0"/>
              <a:t> 위치가 포화 이진</a:t>
            </a:r>
            <a:endParaRPr lang="en-US" altLang="ko-KR" dirty="0"/>
          </a:p>
          <a:p>
            <a:pPr marL="627062" lvl="2" indent="0" eaLnBrk="1" hangingPunct="1">
              <a:lnSpc>
                <a:spcPct val="105000"/>
              </a:lnSpc>
              <a:spcBef>
                <a:spcPct val="10000"/>
              </a:spcBef>
              <a:buNone/>
            </a:pPr>
            <a:r>
              <a:rPr lang="en-US" altLang="ko-KR" dirty="0"/>
              <a:t> </a:t>
            </a:r>
            <a:r>
              <a:rPr lang="ko-KR" altLang="en-US" dirty="0"/>
              <a:t> </a:t>
            </a:r>
            <a:r>
              <a:rPr lang="ko-KR" altLang="en-US" dirty="0" err="1"/>
              <a:t>트리에서의</a:t>
            </a:r>
            <a:r>
              <a:rPr lang="ko-KR" altLang="en-US" dirty="0"/>
              <a:t> </a:t>
            </a:r>
            <a:r>
              <a:rPr lang="ko-KR" altLang="en-US" dirty="0" err="1"/>
              <a:t>노드</a:t>
            </a:r>
            <a:r>
              <a:rPr lang="ko-KR" altLang="en-US" dirty="0"/>
              <a:t> </a:t>
            </a:r>
            <a:r>
              <a:rPr lang="en-US" altLang="ko-KR" dirty="0"/>
              <a:t>1</a:t>
            </a:r>
            <a:r>
              <a:rPr lang="ko-KR" altLang="en-US" dirty="0"/>
              <a:t>번부터 </a:t>
            </a:r>
            <a:r>
              <a:rPr lang="en-US" altLang="ko-KR" dirty="0"/>
              <a:t>n</a:t>
            </a:r>
            <a:r>
              <a:rPr lang="ko-KR" altLang="en-US" dirty="0"/>
              <a:t>번까지의 위치와 완전히 일치하는 이진 트리</a:t>
            </a:r>
          </a:p>
          <a:p>
            <a:pPr lvl="2"/>
            <a:r>
              <a:rPr lang="ko-KR" altLang="en-US" dirty="0"/>
              <a:t>완전 이진 </a:t>
            </a:r>
            <a:r>
              <a:rPr lang="ko-KR" altLang="en-US" dirty="0" err="1"/>
              <a:t>트리에서는</a:t>
            </a:r>
            <a:r>
              <a:rPr lang="ko-KR" altLang="en-US" dirty="0"/>
              <a:t> </a:t>
            </a:r>
            <a:r>
              <a:rPr lang="en-US" altLang="ko-KR" dirty="0"/>
              <a:t>(n+1)</a:t>
            </a:r>
            <a:r>
              <a:rPr lang="ko-KR" altLang="en-US" dirty="0"/>
              <a:t>번부터 </a:t>
            </a:r>
            <a:r>
              <a:rPr lang="en-US" altLang="ko-KR" dirty="0"/>
              <a:t>(2</a:t>
            </a:r>
            <a:r>
              <a:rPr lang="en-US" altLang="ko-KR" baseline="30000" dirty="0"/>
              <a:t>h+1</a:t>
            </a:r>
            <a:r>
              <a:rPr lang="en-US" altLang="ko-KR" dirty="0"/>
              <a:t>-1 )</a:t>
            </a:r>
            <a:r>
              <a:rPr lang="ko-KR" altLang="en-US" dirty="0"/>
              <a:t>번까지 </a:t>
            </a:r>
            <a:r>
              <a:rPr lang="ko-KR" altLang="en-US" dirty="0" err="1"/>
              <a:t>노드는</a:t>
            </a:r>
            <a:r>
              <a:rPr lang="ko-KR" altLang="en-US" dirty="0"/>
              <a:t> 모두 공백 </a:t>
            </a:r>
            <a:r>
              <a:rPr lang="ko-KR" altLang="en-US" dirty="0" err="1"/>
              <a:t>노드</a:t>
            </a:r>
            <a:endParaRPr lang="ko-KR" altLang="en-US" dirty="0"/>
          </a:p>
        </p:txBody>
      </p:sp>
      <p:sp>
        <p:nvSpPr>
          <p:cNvPr id="2048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이진 트리 </a:t>
            </a:r>
            <a:r>
              <a:rPr lang="en-US" altLang="ko-KR" dirty="0"/>
              <a:t>: </a:t>
            </a:r>
            <a:r>
              <a:rPr lang="ko-KR" altLang="en-US" dirty="0"/>
              <a:t>종류</a:t>
            </a:r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3244"/>
          <a:stretch/>
        </p:blipFill>
        <p:spPr bwMode="auto">
          <a:xfrm>
            <a:off x="1671956" y="5775755"/>
            <a:ext cx="6124575" cy="2451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" name="Group 2"/>
          <p:cNvGrpSpPr>
            <a:grpSpLocks/>
          </p:cNvGrpSpPr>
          <p:nvPr/>
        </p:nvGrpSpPr>
        <p:grpSpPr bwMode="auto">
          <a:xfrm>
            <a:off x="5210175" y="4775200"/>
            <a:ext cx="1714500" cy="661988"/>
            <a:chOff x="3282" y="2685"/>
            <a:chExt cx="1080" cy="417"/>
          </a:xfrm>
        </p:grpSpPr>
        <p:sp>
          <p:nvSpPr>
            <p:cNvPr id="6" name="Line 3"/>
            <p:cNvSpPr>
              <a:spLocks noChangeShapeType="1"/>
            </p:cNvSpPr>
            <p:nvPr/>
          </p:nvSpPr>
          <p:spPr bwMode="auto">
            <a:xfrm flipH="1" flipV="1">
              <a:off x="3282" y="2690"/>
              <a:ext cx="186" cy="235"/>
            </a:xfrm>
            <a:prstGeom prst="line">
              <a:avLst/>
            </a:prstGeom>
            <a:noFill/>
            <a:ln w="3175">
              <a:solidFill>
                <a:srgbClr val="B2B2B2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" name="Oval 4"/>
            <p:cNvSpPr>
              <a:spLocks noChangeArrowheads="1"/>
            </p:cNvSpPr>
            <p:nvPr/>
          </p:nvSpPr>
          <p:spPr bwMode="auto">
            <a:xfrm>
              <a:off x="3357" y="2888"/>
              <a:ext cx="224" cy="212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rgbClr val="B2B2B2"/>
              </a:solidFill>
              <a:prstDash val="dash"/>
              <a:round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lIns="72000" anchor="ctr"/>
            <a:lstStyle/>
            <a:p>
              <a:pPr>
                <a:defRPr/>
              </a:pPr>
              <a:endParaRPr lang="ko-KR" altLang="ko-KR" sz="1600" b="1">
                <a:effectLst>
                  <a:outerShdw blurRad="38100" dist="38100" dir="2700000" algn="tl">
                    <a:srgbClr val="C0C0C0"/>
                  </a:outerShdw>
                </a:effectLst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8" name="Line 5"/>
            <p:cNvSpPr>
              <a:spLocks noChangeShapeType="1"/>
            </p:cNvSpPr>
            <p:nvPr/>
          </p:nvSpPr>
          <p:spPr bwMode="auto">
            <a:xfrm flipV="1">
              <a:off x="3841" y="2685"/>
              <a:ext cx="227" cy="227"/>
            </a:xfrm>
            <a:prstGeom prst="line">
              <a:avLst/>
            </a:prstGeom>
            <a:noFill/>
            <a:ln w="3175">
              <a:solidFill>
                <a:srgbClr val="B2B2B2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" name="Line 6"/>
            <p:cNvSpPr>
              <a:spLocks noChangeShapeType="1"/>
            </p:cNvSpPr>
            <p:nvPr/>
          </p:nvSpPr>
          <p:spPr bwMode="auto">
            <a:xfrm flipH="1" flipV="1">
              <a:off x="4063" y="2685"/>
              <a:ext cx="186" cy="235"/>
            </a:xfrm>
            <a:prstGeom prst="line">
              <a:avLst/>
            </a:prstGeom>
            <a:noFill/>
            <a:ln w="3175">
              <a:solidFill>
                <a:srgbClr val="B2B2B2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" name="Oval 7"/>
            <p:cNvSpPr>
              <a:spLocks noChangeArrowheads="1"/>
            </p:cNvSpPr>
            <p:nvPr/>
          </p:nvSpPr>
          <p:spPr bwMode="auto">
            <a:xfrm>
              <a:off x="3729" y="2890"/>
              <a:ext cx="224" cy="212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rgbClr val="B2B2B2"/>
              </a:solidFill>
              <a:prstDash val="dash"/>
              <a:round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lIns="72000" anchor="ctr"/>
            <a:lstStyle/>
            <a:p>
              <a:pPr>
                <a:defRPr/>
              </a:pPr>
              <a:endParaRPr lang="ko-KR" altLang="ko-KR" sz="1600" b="1">
                <a:effectLst>
                  <a:outerShdw blurRad="38100" dist="38100" dir="2700000" algn="tl">
                    <a:srgbClr val="C0C0C0"/>
                  </a:outerShdw>
                </a:effectLst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1" name="Oval 8"/>
            <p:cNvSpPr>
              <a:spLocks noChangeArrowheads="1"/>
            </p:cNvSpPr>
            <p:nvPr/>
          </p:nvSpPr>
          <p:spPr bwMode="auto">
            <a:xfrm>
              <a:off x="4138" y="2883"/>
              <a:ext cx="224" cy="212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rgbClr val="B2B2B2"/>
              </a:solidFill>
              <a:prstDash val="dash"/>
              <a:round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lIns="72000" anchor="ctr"/>
            <a:lstStyle/>
            <a:p>
              <a:pPr>
                <a:defRPr/>
              </a:pPr>
              <a:endParaRPr lang="ko-KR" altLang="ko-KR" sz="1600" b="1">
                <a:effectLst>
                  <a:outerShdw blurRad="38100" dist="38100" dir="2700000" algn="tl">
                    <a:srgbClr val="C0C0C0"/>
                  </a:outerShdw>
                </a:effectLst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2" name="Text Box 9"/>
            <p:cNvSpPr txBox="1">
              <a:spLocks noChangeArrowheads="1"/>
            </p:cNvSpPr>
            <p:nvPr/>
          </p:nvSpPr>
          <p:spPr bwMode="auto">
            <a:xfrm>
              <a:off x="3417" y="2752"/>
              <a:ext cx="131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9pPr>
            </a:lstStyle>
            <a:p>
              <a:pPr eaLnBrk="1" hangingPunct="1"/>
              <a:r>
                <a:rPr lang="en-US" altLang="ko-KR" sz="1400" b="1">
                  <a:solidFill>
                    <a:srgbClr val="9B9B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13</a:t>
              </a:r>
            </a:p>
          </p:txBody>
        </p:sp>
        <p:sp>
          <p:nvSpPr>
            <p:cNvPr id="13" name="Text Box 10"/>
            <p:cNvSpPr txBox="1">
              <a:spLocks noChangeArrowheads="1"/>
            </p:cNvSpPr>
            <p:nvPr/>
          </p:nvSpPr>
          <p:spPr bwMode="auto">
            <a:xfrm>
              <a:off x="3721" y="2760"/>
              <a:ext cx="131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9pPr>
            </a:lstStyle>
            <a:p>
              <a:pPr eaLnBrk="1" hangingPunct="1"/>
              <a:r>
                <a:rPr lang="en-US" altLang="ko-KR" sz="1400" b="1">
                  <a:solidFill>
                    <a:srgbClr val="9B9B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14</a:t>
              </a:r>
            </a:p>
          </p:txBody>
        </p:sp>
        <p:sp>
          <p:nvSpPr>
            <p:cNvPr id="14" name="Text Box 11"/>
            <p:cNvSpPr txBox="1">
              <a:spLocks noChangeArrowheads="1"/>
            </p:cNvSpPr>
            <p:nvPr/>
          </p:nvSpPr>
          <p:spPr bwMode="auto">
            <a:xfrm>
              <a:off x="4204" y="2750"/>
              <a:ext cx="131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9pPr>
            </a:lstStyle>
            <a:p>
              <a:pPr eaLnBrk="1" hangingPunct="1"/>
              <a:r>
                <a:rPr lang="en-US" altLang="ko-KR" sz="1400" b="1">
                  <a:solidFill>
                    <a:srgbClr val="9B9B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15</a:t>
              </a:r>
            </a:p>
          </p:txBody>
        </p:sp>
      </p:grpSp>
      <p:grpSp>
        <p:nvGrpSpPr>
          <p:cNvPr id="15" name="Group 14"/>
          <p:cNvGrpSpPr>
            <a:grpSpLocks/>
          </p:cNvGrpSpPr>
          <p:nvPr/>
        </p:nvGrpSpPr>
        <p:grpSpPr bwMode="auto">
          <a:xfrm>
            <a:off x="2268538" y="4773613"/>
            <a:ext cx="538162" cy="661987"/>
            <a:chOff x="1429" y="2684"/>
            <a:chExt cx="339" cy="417"/>
          </a:xfrm>
        </p:grpSpPr>
        <p:sp>
          <p:nvSpPr>
            <p:cNvPr id="16" name="Line 15"/>
            <p:cNvSpPr>
              <a:spLocks noChangeShapeType="1"/>
            </p:cNvSpPr>
            <p:nvPr/>
          </p:nvSpPr>
          <p:spPr bwMode="auto">
            <a:xfrm flipV="1">
              <a:off x="1541" y="2684"/>
              <a:ext cx="227" cy="22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7" name="Oval 16"/>
            <p:cNvSpPr>
              <a:spLocks noChangeArrowheads="1"/>
            </p:cNvSpPr>
            <p:nvPr/>
          </p:nvSpPr>
          <p:spPr bwMode="auto">
            <a:xfrm>
              <a:off x="1429" y="2889"/>
              <a:ext cx="224" cy="212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lIns="72000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9pPr>
            </a:lstStyle>
            <a:p>
              <a:pPr eaLnBrk="1" hangingPunct="1"/>
              <a:r>
                <a:rPr lang="en-US" altLang="ko-KR" sz="16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맑은 고딕" panose="020B0503020000020004" pitchFamily="50" charset="-127"/>
                  <a:ea typeface="맑은 고딕" panose="020B0503020000020004" pitchFamily="50" charset="-127"/>
                </a:rPr>
                <a:t>H</a:t>
              </a:r>
            </a:p>
          </p:txBody>
        </p:sp>
        <p:sp>
          <p:nvSpPr>
            <p:cNvPr id="18" name="Text Box 17"/>
            <p:cNvSpPr txBox="1">
              <a:spLocks noChangeArrowheads="1"/>
            </p:cNvSpPr>
            <p:nvPr/>
          </p:nvSpPr>
          <p:spPr bwMode="auto">
            <a:xfrm>
              <a:off x="1490" y="2758"/>
              <a:ext cx="66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9pPr>
            </a:lstStyle>
            <a:p>
              <a:pPr eaLnBrk="1" hangingPunct="1"/>
              <a:r>
                <a:rPr lang="en-US" altLang="ko-KR" sz="1400" b="1">
                  <a:solidFill>
                    <a:srgbClr val="0000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8</a:t>
              </a:r>
            </a:p>
          </p:txBody>
        </p:sp>
      </p:grpSp>
      <p:grpSp>
        <p:nvGrpSpPr>
          <p:cNvPr id="19" name="Group 18"/>
          <p:cNvGrpSpPr>
            <a:grpSpLocks/>
          </p:cNvGrpSpPr>
          <p:nvPr/>
        </p:nvGrpSpPr>
        <p:grpSpPr bwMode="auto">
          <a:xfrm>
            <a:off x="2798763" y="4773613"/>
            <a:ext cx="474662" cy="650875"/>
            <a:chOff x="1763" y="2684"/>
            <a:chExt cx="299" cy="410"/>
          </a:xfrm>
        </p:grpSpPr>
        <p:sp>
          <p:nvSpPr>
            <p:cNvPr id="20" name="Line 19"/>
            <p:cNvSpPr>
              <a:spLocks noChangeShapeType="1"/>
            </p:cNvSpPr>
            <p:nvPr/>
          </p:nvSpPr>
          <p:spPr bwMode="auto">
            <a:xfrm flipH="1" flipV="1">
              <a:off x="1763" y="2684"/>
              <a:ext cx="186" cy="23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" name="Oval 20"/>
            <p:cNvSpPr>
              <a:spLocks noChangeArrowheads="1"/>
            </p:cNvSpPr>
            <p:nvPr/>
          </p:nvSpPr>
          <p:spPr bwMode="auto">
            <a:xfrm>
              <a:off x="1838" y="2882"/>
              <a:ext cx="224" cy="212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lIns="72000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9pPr>
            </a:lstStyle>
            <a:p>
              <a:pPr eaLnBrk="1" hangingPunct="1"/>
              <a:r>
                <a:rPr lang="en-US" altLang="ko-KR" sz="16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맑은 고딕" panose="020B0503020000020004" pitchFamily="50" charset="-127"/>
                  <a:ea typeface="맑은 고딕" panose="020B0503020000020004" pitchFamily="50" charset="-127"/>
                </a:rPr>
                <a:t>I</a:t>
              </a:r>
            </a:p>
          </p:txBody>
        </p:sp>
        <p:sp>
          <p:nvSpPr>
            <p:cNvPr id="22" name="Text Box 21"/>
            <p:cNvSpPr txBox="1">
              <a:spLocks noChangeArrowheads="1"/>
            </p:cNvSpPr>
            <p:nvPr/>
          </p:nvSpPr>
          <p:spPr bwMode="auto">
            <a:xfrm>
              <a:off x="1917" y="2752"/>
              <a:ext cx="66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9pPr>
            </a:lstStyle>
            <a:p>
              <a:pPr eaLnBrk="1" hangingPunct="1"/>
              <a:r>
                <a:rPr lang="en-US" altLang="ko-KR" sz="1400" b="1">
                  <a:solidFill>
                    <a:srgbClr val="0000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9</a:t>
              </a:r>
            </a:p>
          </p:txBody>
        </p:sp>
      </p:grpSp>
      <p:grpSp>
        <p:nvGrpSpPr>
          <p:cNvPr id="23" name="Group 22"/>
          <p:cNvGrpSpPr>
            <a:grpSpLocks/>
          </p:cNvGrpSpPr>
          <p:nvPr/>
        </p:nvGrpSpPr>
        <p:grpSpPr bwMode="auto">
          <a:xfrm>
            <a:off x="3467100" y="4775200"/>
            <a:ext cx="538163" cy="661988"/>
            <a:chOff x="2184" y="2685"/>
            <a:chExt cx="339" cy="417"/>
          </a:xfrm>
        </p:grpSpPr>
        <p:sp>
          <p:nvSpPr>
            <p:cNvPr id="24" name="Line 23"/>
            <p:cNvSpPr>
              <a:spLocks noChangeShapeType="1"/>
            </p:cNvSpPr>
            <p:nvPr/>
          </p:nvSpPr>
          <p:spPr bwMode="auto">
            <a:xfrm flipV="1">
              <a:off x="2296" y="2685"/>
              <a:ext cx="227" cy="22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" name="Oval 24"/>
            <p:cNvSpPr>
              <a:spLocks noChangeArrowheads="1"/>
            </p:cNvSpPr>
            <p:nvPr/>
          </p:nvSpPr>
          <p:spPr bwMode="auto">
            <a:xfrm>
              <a:off x="2184" y="2890"/>
              <a:ext cx="224" cy="212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lIns="72000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9pPr>
            </a:lstStyle>
            <a:p>
              <a:pPr eaLnBrk="1" hangingPunct="1"/>
              <a:r>
                <a:rPr lang="en-US" altLang="ko-KR" sz="16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맑은 고딕" panose="020B0503020000020004" pitchFamily="50" charset="-127"/>
                  <a:ea typeface="맑은 고딕" panose="020B0503020000020004" pitchFamily="50" charset="-127"/>
                </a:rPr>
                <a:t>J</a:t>
              </a:r>
            </a:p>
          </p:txBody>
        </p:sp>
        <p:sp>
          <p:nvSpPr>
            <p:cNvPr id="26" name="Text Box 25"/>
            <p:cNvSpPr txBox="1">
              <a:spLocks noChangeArrowheads="1"/>
            </p:cNvSpPr>
            <p:nvPr/>
          </p:nvSpPr>
          <p:spPr bwMode="auto">
            <a:xfrm>
              <a:off x="2189" y="2752"/>
              <a:ext cx="131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9pPr>
            </a:lstStyle>
            <a:p>
              <a:pPr eaLnBrk="1" hangingPunct="1"/>
              <a:r>
                <a:rPr lang="en-US" altLang="ko-KR" sz="1400" b="1">
                  <a:solidFill>
                    <a:srgbClr val="0000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10</a:t>
              </a:r>
            </a:p>
          </p:txBody>
        </p:sp>
      </p:grpSp>
      <p:grpSp>
        <p:nvGrpSpPr>
          <p:cNvPr id="27" name="Group 26"/>
          <p:cNvGrpSpPr>
            <a:grpSpLocks/>
          </p:cNvGrpSpPr>
          <p:nvPr/>
        </p:nvGrpSpPr>
        <p:grpSpPr bwMode="auto">
          <a:xfrm>
            <a:off x="3997325" y="4775200"/>
            <a:ext cx="474663" cy="650875"/>
            <a:chOff x="2518" y="2685"/>
            <a:chExt cx="299" cy="410"/>
          </a:xfrm>
        </p:grpSpPr>
        <p:sp>
          <p:nvSpPr>
            <p:cNvPr id="28" name="Line 27"/>
            <p:cNvSpPr>
              <a:spLocks noChangeShapeType="1"/>
            </p:cNvSpPr>
            <p:nvPr/>
          </p:nvSpPr>
          <p:spPr bwMode="auto">
            <a:xfrm flipH="1" flipV="1">
              <a:off x="2518" y="2685"/>
              <a:ext cx="186" cy="23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9" name="Oval 28"/>
            <p:cNvSpPr>
              <a:spLocks noChangeArrowheads="1"/>
            </p:cNvSpPr>
            <p:nvPr/>
          </p:nvSpPr>
          <p:spPr bwMode="auto">
            <a:xfrm>
              <a:off x="2593" y="2883"/>
              <a:ext cx="224" cy="212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lIns="72000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9pPr>
            </a:lstStyle>
            <a:p>
              <a:pPr eaLnBrk="1" hangingPunct="1"/>
              <a:r>
                <a:rPr lang="en-US" altLang="ko-KR" sz="16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맑은 고딕" panose="020B0503020000020004" pitchFamily="50" charset="-127"/>
                  <a:ea typeface="맑은 고딕" panose="020B0503020000020004" pitchFamily="50" charset="-127"/>
                </a:rPr>
                <a:t>K</a:t>
              </a:r>
            </a:p>
          </p:txBody>
        </p:sp>
        <p:sp>
          <p:nvSpPr>
            <p:cNvPr id="30" name="Text Box 29"/>
            <p:cNvSpPr txBox="1">
              <a:spLocks noChangeArrowheads="1"/>
            </p:cNvSpPr>
            <p:nvPr/>
          </p:nvSpPr>
          <p:spPr bwMode="auto">
            <a:xfrm>
              <a:off x="2662" y="2752"/>
              <a:ext cx="131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9pPr>
            </a:lstStyle>
            <a:p>
              <a:pPr eaLnBrk="1" hangingPunct="1"/>
              <a:r>
                <a:rPr lang="en-US" altLang="ko-KR" sz="1400" b="1">
                  <a:solidFill>
                    <a:srgbClr val="0000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11</a:t>
              </a:r>
            </a:p>
          </p:txBody>
        </p:sp>
      </p:grpSp>
      <p:grpSp>
        <p:nvGrpSpPr>
          <p:cNvPr id="31" name="Group 30"/>
          <p:cNvGrpSpPr>
            <a:grpSpLocks/>
          </p:cNvGrpSpPr>
          <p:nvPr/>
        </p:nvGrpSpPr>
        <p:grpSpPr bwMode="auto">
          <a:xfrm>
            <a:off x="4670425" y="4783138"/>
            <a:ext cx="547688" cy="661987"/>
            <a:chOff x="2942" y="2690"/>
            <a:chExt cx="345" cy="417"/>
          </a:xfrm>
        </p:grpSpPr>
        <p:sp>
          <p:nvSpPr>
            <p:cNvPr id="32" name="Line 31"/>
            <p:cNvSpPr>
              <a:spLocks noChangeShapeType="1"/>
            </p:cNvSpPr>
            <p:nvPr/>
          </p:nvSpPr>
          <p:spPr bwMode="auto">
            <a:xfrm flipV="1">
              <a:off x="3060" y="2690"/>
              <a:ext cx="227" cy="22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3" name="Oval 32"/>
            <p:cNvSpPr>
              <a:spLocks noChangeArrowheads="1"/>
            </p:cNvSpPr>
            <p:nvPr/>
          </p:nvSpPr>
          <p:spPr bwMode="auto">
            <a:xfrm>
              <a:off x="2948" y="2895"/>
              <a:ext cx="224" cy="212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lIns="72000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9pPr>
            </a:lstStyle>
            <a:p>
              <a:pPr eaLnBrk="1" hangingPunct="1"/>
              <a:r>
                <a:rPr lang="en-US" altLang="ko-KR" sz="16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맑은 고딕" panose="020B0503020000020004" pitchFamily="50" charset="-127"/>
                  <a:ea typeface="맑은 고딕" panose="020B0503020000020004" pitchFamily="50" charset="-127"/>
                </a:rPr>
                <a:t>L</a:t>
              </a:r>
            </a:p>
          </p:txBody>
        </p:sp>
        <p:sp>
          <p:nvSpPr>
            <p:cNvPr id="34" name="Text Box 33"/>
            <p:cNvSpPr txBox="1">
              <a:spLocks noChangeArrowheads="1"/>
            </p:cNvSpPr>
            <p:nvPr/>
          </p:nvSpPr>
          <p:spPr bwMode="auto">
            <a:xfrm>
              <a:off x="2942" y="2750"/>
              <a:ext cx="131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9pPr>
            </a:lstStyle>
            <a:p>
              <a:pPr eaLnBrk="1" hangingPunct="1"/>
              <a:r>
                <a:rPr lang="en-US" altLang="ko-KR" sz="1400" b="1">
                  <a:solidFill>
                    <a:srgbClr val="0000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12</a:t>
              </a:r>
            </a:p>
          </p:txBody>
        </p:sp>
      </p:grpSp>
      <p:grpSp>
        <p:nvGrpSpPr>
          <p:cNvPr id="35" name="Group 34"/>
          <p:cNvGrpSpPr>
            <a:grpSpLocks/>
          </p:cNvGrpSpPr>
          <p:nvPr/>
        </p:nvGrpSpPr>
        <p:grpSpPr bwMode="auto">
          <a:xfrm>
            <a:off x="2613025" y="4054475"/>
            <a:ext cx="833438" cy="720725"/>
            <a:chOff x="1646" y="2231"/>
            <a:chExt cx="525" cy="454"/>
          </a:xfrm>
        </p:grpSpPr>
        <p:sp>
          <p:nvSpPr>
            <p:cNvPr id="36" name="Line 35"/>
            <p:cNvSpPr>
              <a:spLocks noChangeShapeType="1"/>
            </p:cNvSpPr>
            <p:nvPr/>
          </p:nvSpPr>
          <p:spPr bwMode="auto">
            <a:xfrm flipV="1">
              <a:off x="1808" y="2231"/>
              <a:ext cx="363" cy="2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7" name="Oval 36"/>
            <p:cNvSpPr>
              <a:spLocks noChangeArrowheads="1"/>
            </p:cNvSpPr>
            <p:nvPr/>
          </p:nvSpPr>
          <p:spPr bwMode="auto">
            <a:xfrm>
              <a:off x="1646" y="2473"/>
              <a:ext cx="224" cy="212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lIns="72000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9pPr>
            </a:lstStyle>
            <a:p>
              <a:pPr eaLnBrk="1" hangingPunct="1"/>
              <a:r>
                <a:rPr lang="en-US" altLang="ko-KR" sz="16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맑은 고딕" panose="020B0503020000020004" pitchFamily="50" charset="-127"/>
                  <a:ea typeface="맑은 고딕" panose="020B0503020000020004" pitchFamily="50" charset="-127"/>
                </a:rPr>
                <a:t>D</a:t>
              </a:r>
            </a:p>
          </p:txBody>
        </p:sp>
        <p:sp>
          <p:nvSpPr>
            <p:cNvPr id="38" name="Text Box 37"/>
            <p:cNvSpPr txBox="1">
              <a:spLocks noChangeArrowheads="1"/>
            </p:cNvSpPr>
            <p:nvPr/>
          </p:nvSpPr>
          <p:spPr bwMode="auto">
            <a:xfrm>
              <a:off x="1717" y="2336"/>
              <a:ext cx="66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9pPr>
            </a:lstStyle>
            <a:p>
              <a:pPr eaLnBrk="1" hangingPunct="1"/>
              <a:r>
                <a:rPr lang="en-US" altLang="ko-KR" sz="1400" b="1">
                  <a:solidFill>
                    <a:srgbClr val="0000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4</a:t>
              </a:r>
            </a:p>
          </p:txBody>
        </p:sp>
      </p:grpSp>
      <p:grpSp>
        <p:nvGrpSpPr>
          <p:cNvPr id="39" name="Group 38"/>
          <p:cNvGrpSpPr>
            <a:grpSpLocks/>
          </p:cNvGrpSpPr>
          <p:nvPr/>
        </p:nvGrpSpPr>
        <p:grpSpPr bwMode="auto">
          <a:xfrm>
            <a:off x="3467100" y="4054475"/>
            <a:ext cx="700088" cy="722313"/>
            <a:chOff x="2184" y="2231"/>
            <a:chExt cx="441" cy="455"/>
          </a:xfrm>
        </p:grpSpPr>
        <p:sp>
          <p:nvSpPr>
            <p:cNvPr id="40" name="Line 39"/>
            <p:cNvSpPr>
              <a:spLocks noChangeShapeType="1"/>
            </p:cNvSpPr>
            <p:nvPr/>
          </p:nvSpPr>
          <p:spPr bwMode="auto">
            <a:xfrm>
              <a:off x="2184" y="2231"/>
              <a:ext cx="286" cy="2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1" name="Oval 40"/>
            <p:cNvSpPr>
              <a:spLocks noChangeArrowheads="1"/>
            </p:cNvSpPr>
            <p:nvPr/>
          </p:nvSpPr>
          <p:spPr bwMode="auto">
            <a:xfrm>
              <a:off x="2401" y="2474"/>
              <a:ext cx="224" cy="212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lIns="72000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9pPr>
            </a:lstStyle>
            <a:p>
              <a:pPr eaLnBrk="1" hangingPunct="1"/>
              <a:r>
                <a:rPr lang="en-US" altLang="ko-KR" sz="16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맑은 고딕" panose="020B0503020000020004" pitchFamily="50" charset="-127"/>
                  <a:ea typeface="맑은 고딕" panose="020B0503020000020004" pitchFamily="50" charset="-127"/>
                </a:rPr>
                <a:t>E</a:t>
              </a:r>
            </a:p>
          </p:txBody>
        </p:sp>
        <p:sp>
          <p:nvSpPr>
            <p:cNvPr id="42" name="Text Box 41"/>
            <p:cNvSpPr txBox="1">
              <a:spLocks noChangeArrowheads="1"/>
            </p:cNvSpPr>
            <p:nvPr/>
          </p:nvSpPr>
          <p:spPr bwMode="auto">
            <a:xfrm>
              <a:off x="2483" y="2336"/>
              <a:ext cx="66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9pPr>
            </a:lstStyle>
            <a:p>
              <a:pPr eaLnBrk="1" hangingPunct="1"/>
              <a:r>
                <a:rPr lang="en-US" altLang="ko-KR" sz="1400" b="1">
                  <a:solidFill>
                    <a:srgbClr val="0000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5</a:t>
              </a:r>
            </a:p>
          </p:txBody>
        </p:sp>
      </p:grpSp>
      <p:grpSp>
        <p:nvGrpSpPr>
          <p:cNvPr id="43" name="Group 42"/>
          <p:cNvGrpSpPr>
            <a:grpSpLocks/>
          </p:cNvGrpSpPr>
          <p:nvPr/>
        </p:nvGrpSpPr>
        <p:grpSpPr bwMode="auto">
          <a:xfrm>
            <a:off x="5024438" y="4054475"/>
            <a:ext cx="819150" cy="730250"/>
            <a:chOff x="3165" y="2231"/>
            <a:chExt cx="516" cy="460"/>
          </a:xfrm>
        </p:grpSpPr>
        <p:sp>
          <p:nvSpPr>
            <p:cNvPr id="44" name="Line 43"/>
            <p:cNvSpPr>
              <a:spLocks noChangeShapeType="1"/>
            </p:cNvSpPr>
            <p:nvPr/>
          </p:nvSpPr>
          <p:spPr bwMode="auto">
            <a:xfrm flipV="1">
              <a:off x="3318" y="2231"/>
              <a:ext cx="363" cy="2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5" name="Oval 44"/>
            <p:cNvSpPr>
              <a:spLocks noChangeArrowheads="1"/>
            </p:cNvSpPr>
            <p:nvPr/>
          </p:nvSpPr>
          <p:spPr bwMode="auto">
            <a:xfrm>
              <a:off x="3165" y="2479"/>
              <a:ext cx="224" cy="212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lIns="72000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9pPr>
            </a:lstStyle>
            <a:p>
              <a:pPr eaLnBrk="1" hangingPunct="1"/>
              <a:r>
                <a:rPr lang="en-US" altLang="ko-KR" sz="16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맑은 고딕" panose="020B0503020000020004" pitchFamily="50" charset="-127"/>
                  <a:ea typeface="맑은 고딕" panose="020B0503020000020004" pitchFamily="50" charset="-127"/>
                </a:rPr>
                <a:t>F</a:t>
              </a:r>
            </a:p>
          </p:txBody>
        </p:sp>
        <p:sp>
          <p:nvSpPr>
            <p:cNvPr id="46" name="Text Box 45"/>
            <p:cNvSpPr txBox="1">
              <a:spLocks noChangeArrowheads="1"/>
            </p:cNvSpPr>
            <p:nvPr/>
          </p:nvSpPr>
          <p:spPr bwMode="auto">
            <a:xfrm>
              <a:off x="3238" y="2344"/>
              <a:ext cx="66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9pPr>
            </a:lstStyle>
            <a:p>
              <a:pPr eaLnBrk="1" hangingPunct="1"/>
              <a:r>
                <a:rPr lang="en-US" altLang="ko-KR" sz="1400" b="1">
                  <a:solidFill>
                    <a:srgbClr val="0000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6</a:t>
              </a:r>
            </a:p>
          </p:txBody>
        </p:sp>
      </p:grpSp>
      <p:grpSp>
        <p:nvGrpSpPr>
          <p:cNvPr id="47" name="Group 46"/>
          <p:cNvGrpSpPr>
            <a:grpSpLocks/>
          </p:cNvGrpSpPr>
          <p:nvPr/>
        </p:nvGrpSpPr>
        <p:grpSpPr bwMode="auto">
          <a:xfrm>
            <a:off x="5864225" y="4054475"/>
            <a:ext cx="755650" cy="722313"/>
            <a:chOff x="3694" y="2231"/>
            <a:chExt cx="476" cy="455"/>
          </a:xfrm>
        </p:grpSpPr>
        <p:sp>
          <p:nvSpPr>
            <p:cNvPr id="48" name="Line 47"/>
            <p:cNvSpPr>
              <a:spLocks noChangeShapeType="1"/>
            </p:cNvSpPr>
            <p:nvPr/>
          </p:nvSpPr>
          <p:spPr bwMode="auto">
            <a:xfrm>
              <a:off x="3694" y="2231"/>
              <a:ext cx="286" cy="2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9" name="Oval 48"/>
            <p:cNvSpPr>
              <a:spLocks noChangeArrowheads="1"/>
            </p:cNvSpPr>
            <p:nvPr/>
          </p:nvSpPr>
          <p:spPr bwMode="auto">
            <a:xfrm>
              <a:off x="3946" y="2474"/>
              <a:ext cx="224" cy="212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lIns="72000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9pPr>
            </a:lstStyle>
            <a:p>
              <a:pPr eaLnBrk="1" hangingPunct="1"/>
              <a:r>
                <a:rPr lang="en-US" altLang="ko-KR" sz="16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맑은 고딕" panose="020B0503020000020004" pitchFamily="50" charset="-127"/>
                  <a:ea typeface="맑은 고딕" panose="020B0503020000020004" pitchFamily="50" charset="-127"/>
                </a:rPr>
                <a:t>G</a:t>
              </a:r>
            </a:p>
          </p:txBody>
        </p:sp>
        <p:sp>
          <p:nvSpPr>
            <p:cNvPr id="50" name="Text Box 49"/>
            <p:cNvSpPr txBox="1">
              <a:spLocks noChangeArrowheads="1"/>
            </p:cNvSpPr>
            <p:nvPr/>
          </p:nvSpPr>
          <p:spPr bwMode="auto">
            <a:xfrm>
              <a:off x="4017" y="2335"/>
              <a:ext cx="66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9pPr>
            </a:lstStyle>
            <a:p>
              <a:pPr eaLnBrk="1" hangingPunct="1"/>
              <a:r>
                <a:rPr lang="en-US" altLang="ko-KR" sz="1400" b="1">
                  <a:solidFill>
                    <a:srgbClr val="0000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7</a:t>
              </a:r>
            </a:p>
          </p:txBody>
        </p:sp>
      </p:grpSp>
      <p:grpSp>
        <p:nvGrpSpPr>
          <p:cNvPr id="51" name="Group 50"/>
          <p:cNvGrpSpPr>
            <a:grpSpLocks/>
          </p:cNvGrpSpPr>
          <p:nvPr/>
        </p:nvGrpSpPr>
        <p:grpSpPr bwMode="auto">
          <a:xfrm>
            <a:off x="3292475" y="3333750"/>
            <a:ext cx="1352550" cy="741363"/>
            <a:chOff x="2074" y="1777"/>
            <a:chExt cx="852" cy="467"/>
          </a:xfrm>
        </p:grpSpPr>
        <p:sp>
          <p:nvSpPr>
            <p:cNvPr id="52" name="Line 51"/>
            <p:cNvSpPr>
              <a:spLocks noChangeShapeType="1"/>
            </p:cNvSpPr>
            <p:nvPr/>
          </p:nvSpPr>
          <p:spPr bwMode="auto">
            <a:xfrm flipV="1">
              <a:off x="2200" y="1777"/>
              <a:ext cx="726" cy="2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3" name="Oval 52"/>
            <p:cNvSpPr>
              <a:spLocks noChangeArrowheads="1"/>
            </p:cNvSpPr>
            <p:nvPr/>
          </p:nvSpPr>
          <p:spPr bwMode="auto">
            <a:xfrm>
              <a:off x="2074" y="2032"/>
              <a:ext cx="224" cy="212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lIns="72000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9pPr>
            </a:lstStyle>
            <a:p>
              <a:pPr eaLnBrk="1" hangingPunct="1"/>
              <a:r>
                <a:rPr lang="en-US" altLang="ko-KR" sz="16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맑은 고딕" panose="020B0503020000020004" pitchFamily="50" charset="-127"/>
                  <a:ea typeface="맑은 고딕" panose="020B0503020000020004" pitchFamily="50" charset="-127"/>
                </a:rPr>
                <a:t>B</a:t>
              </a:r>
            </a:p>
          </p:txBody>
        </p:sp>
        <p:sp>
          <p:nvSpPr>
            <p:cNvPr id="54" name="Text Box 53"/>
            <p:cNvSpPr txBox="1">
              <a:spLocks noChangeArrowheads="1"/>
            </p:cNvSpPr>
            <p:nvPr/>
          </p:nvSpPr>
          <p:spPr bwMode="auto">
            <a:xfrm>
              <a:off x="2141" y="1885"/>
              <a:ext cx="66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9pPr>
            </a:lstStyle>
            <a:p>
              <a:pPr eaLnBrk="1" hangingPunct="1"/>
              <a:r>
                <a:rPr lang="en-US" altLang="ko-KR" sz="1400" b="1">
                  <a:solidFill>
                    <a:srgbClr val="0000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</a:t>
              </a:r>
            </a:p>
          </p:txBody>
        </p:sp>
      </p:grpSp>
      <p:grpSp>
        <p:nvGrpSpPr>
          <p:cNvPr id="55" name="Group 54"/>
          <p:cNvGrpSpPr>
            <a:grpSpLocks/>
          </p:cNvGrpSpPr>
          <p:nvPr/>
        </p:nvGrpSpPr>
        <p:grpSpPr bwMode="auto">
          <a:xfrm>
            <a:off x="4645025" y="3333750"/>
            <a:ext cx="1368425" cy="755650"/>
            <a:chOff x="2926" y="1777"/>
            <a:chExt cx="862" cy="476"/>
          </a:xfrm>
        </p:grpSpPr>
        <p:sp>
          <p:nvSpPr>
            <p:cNvPr id="56" name="Line 55"/>
            <p:cNvSpPr>
              <a:spLocks noChangeShapeType="1"/>
            </p:cNvSpPr>
            <p:nvPr/>
          </p:nvSpPr>
          <p:spPr bwMode="auto">
            <a:xfrm>
              <a:off x="2926" y="1777"/>
              <a:ext cx="726" cy="31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7" name="Oval 56"/>
            <p:cNvSpPr>
              <a:spLocks noChangeArrowheads="1"/>
            </p:cNvSpPr>
            <p:nvPr/>
          </p:nvSpPr>
          <p:spPr bwMode="auto">
            <a:xfrm>
              <a:off x="3564" y="2041"/>
              <a:ext cx="224" cy="212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lIns="72000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9pPr>
            </a:lstStyle>
            <a:p>
              <a:pPr eaLnBrk="1" hangingPunct="1"/>
              <a:r>
                <a:rPr lang="en-US" altLang="ko-KR" sz="16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맑은 고딕" panose="020B0503020000020004" pitchFamily="50" charset="-127"/>
                  <a:ea typeface="맑은 고딕" panose="020B0503020000020004" pitchFamily="50" charset="-127"/>
                </a:rPr>
                <a:t>C</a:t>
              </a:r>
            </a:p>
          </p:txBody>
        </p:sp>
        <p:sp>
          <p:nvSpPr>
            <p:cNvPr id="58" name="Text Box 57"/>
            <p:cNvSpPr txBox="1">
              <a:spLocks noChangeArrowheads="1"/>
            </p:cNvSpPr>
            <p:nvPr/>
          </p:nvSpPr>
          <p:spPr bwMode="auto">
            <a:xfrm>
              <a:off x="3633" y="1895"/>
              <a:ext cx="66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9pPr>
            </a:lstStyle>
            <a:p>
              <a:pPr eaLnBrk="1" hangingPunct="1"/>
              <a:r>
                <a:rPr lang="en-US" altLang="ko-KR" sz="1400" b="1">
                  <a:solidFill>
                    <a:srgbClr val="0000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3</a:t>
              </a:r>
            </a:p>
          </p:txBody>
        </p:sp>
      </p:grpSp>
      <p:grpSp>
        <p:nvGrpSpPr>
          <p:cNvPr id="59" name="Group 58"/>
          <p:cNvGrpSpPr>
            <a:grpSpLocks/>
          </p:cNvGrpSpPr>
          <p:nvPr/>
        </p:nvGrpSpPr>
        <p:grpSpPr bwMode="auto">
          <a:xfrm>
            <a:off x="4433888" y="2789238"/>
            <a:ext cx="355600" cy="555625"/>
            <a:chOff x="2793" y="1434"/>
            <a:chExt cx="224" cy="350"/>
          </a:xfrm>
        </p:grpSpPr>
        <p:sp>
          <p:nvSpPr>
            <p:cNvPr id="60" name="Oval 59"/>
            <p:cNvSpPr>
              <a:spLocks noChangeArrowheads="1"/>
            </p:cNvSpPr>
            <p:nvPr/>
          </p:nvSpPr>
          <p:spPr bwMode="auto">
            <a:xfrm>
              <a:off x="2793" y="1572"/>
              <a:ext cx="224" cy="212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lIns="72000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9pPr>
            </a:lstStyle>
            <a:p>
              <a:pPr eaLnBrk="1" hangingPunct="1"/>
              <a:r>
                <a:rPr lang="en-US" altLang="ko-KR" sz="16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맑은 고딕" panose="020B0503020000020004" pitchFamily="50" charset="-127"/>
                  <a:ea typeface="맑은 고딕" panose="020B0503020000020004" pitchFamily="50" charset="-127"/>
                </a:rPr>
                <a:t>A</a:t>
              </a:r>
            </a:p>
          </p:txBody>
        </p:sp>
        <p:sp>
          <p:nvSpPr>
            <p:cNvPr id="61" name="Text Box 60"/>
            <p:cNvSpPr txBox="1">
              <a:spLocks noChangeArrowheads="1"/>
            </p:cNvSpPr>
            <p:nvPr/>
          </p:nvSpPr>
          <p:spPr bwMode="auto">
            <a:xfrm>
              <a:off x="2867" y="1434"/>
              <a:ext cx="66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9pPr>
            </a:lstStyle>
            <a:p>
              <a:pPr eaLnBrk="1" hangingPunct="1"/>
              <a:r>
                <a:rPr lang="en-US" altLang="ko-KR" sz="1400" b="1">
                  <a:solidFill>
                    <a:srgbClr val="0000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0"/>
                            </p:stCondLst>
                            <p:childTnLst>
                              <p:par>
                                <p:cTn id="4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500"/>
                            </p:stCondLst>
                            <p:childTnLst>
                              <p:par>
                                <p:cTn id="4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35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5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내용 개체 틀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lvl="1" eaLnBrk="1" hangingPunct="1"/>
            <a:r>
              <a:rPr lang="ko-KR" altLang="en-US" dirty="0"/>
              <a:t>편향 이진 트리</a:t>
            </a:r>
            <a:r>
              <a:rPr lang="en-US" altLang="ko-KR" baseline="30000" dirty="0"/>
              <a:t>Skewed Binary Tree</a:t>
            </a:r>
            <a:endParaRPr lang="ko-KR" altLang="en-US" dirty="0"/>
          </a:p>
          <a:p>
            <a:pPr lvl="2"/>
            <a:r>
              <a:rPr lang="ko-KR" altLang="en-US" dirty="0"/>
              <a:t>높이가 </a:t>
            </a:r>
            <a:r>
              <a:rPr lang="en-US" altLang="ko-KR" dirty="0"/>
              <a:t>h</a:t>
            </a:r>
            <a:r>
              <a:rPr lang="ko-KR" altLang="en-US" dirty="0"/>
              <a:t>일 때 </a:t>
            </a:r>
            <a:r>
              <a:rPr lang="en-US" altLang="ko-KR" dirty="0"/>
              <a:t>h+1</a:t>
            </a:r>
            <a:r>
              <a:rPr lang="ko-KR" altLang="en-US" dirty="0"/>
              <a:t>개의 </a:t>
            </a:r>
            <a:r>
              <a:rPr lang="ko-KR" altLang="en-US" dirty="0" err="1"/>
              <a:t>노드를</a:t>
            </a:r>
            <a:r>
              <a:rPr lang="ko-KR" altLang="en-US" dirty="0"/>
              <a:t> 가지면서 모든 </a:t>
            </a:r>
            <a:r>
              <a:rPr lang="ko-KR" altLang="en-US" dirty="0" err="1"/>
              <a:t>노드가</a:t>
            </a:r>
            <a:r>
              <a:rPr lang="ko-KR" altLang="en-US" dirty="0"/>
              <a:t> 왼쪽이나 오른쪽</a:t>
            </a:r>
            <a:endParaRPr lang="en-US" altLang="ko-KR" dirty="0"/>
          </a:p>
          <a:p>
            <a:pPr marL="627062" lvl="2" indent="0">
              <a:buNone/>
            </a:pPr>
            <a:r>
              <a:rPr lang="ko-KR" altLang="en-US" dirty="0"/>
              <a:t>  중 한 방향으로만 서브 </a:t>
            </a:r>
            <a:r>
              <a:rPr lang="ko-KR" altLang="en-US" dirty="0" err="1"/>
              <a:t>트리를</a:t>
            </a:r>
            <a:r>
              <a:rPr lang="ko-KR" altLang="en-US" dirty="0"/>
              <a:t> 가지고 있는 트리</a:t>
            </a:r>
          </a:p>
        </p:txBody>
      </p:sp>
      <p:sp>
        <p:nvSpPr>
          <p:cNvPr id="21507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이진 트리 </a:t>
            </a:r>
            <a:r>
              <a:rPr lang="en-US" altLang="ko-KR" dirty="0"/>
              <a:t>: </a:t>
            </a:r>
            <a:r>
              <a:rPr lang="ko-KR" altLang="en-US" dirty="0"/>
              <a:t>종류 </a:t>
            </a:r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224762" y="2492896"/>
            <a:ext cx="6227558" cy="26316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내용 개체 틀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eaLnBrk="1" hangingPunct="1"/>
            <a:r>
              <a:rPr lang="ko-KR" altLang="en-US"/>
              <a:t>순차 자료구조를 이용한 이진트리의 구현</a:t>
            </a:r>
          </a:p>
          <a:p>
            <a:pPr lvl="1" eaLnBrk="1" hangingPunct="1"/>
            <a:r>
              <a:rPr lang="en-US" altLang="ko-KR"/>
              <a:t>1</a:t>
            </a:r>
            <a:r>
              <a:rPr lang="ko-KR" altLang="en-US"/>
              <a:t>차원 배열의 순차 자료구조 사용</a:t>
            </a:r>
          </a:p>
          <a:p>
            <a:pPr lvl="2" eaLnBrk="1" hangingPunct="1">
              <a:lnSpc>
                <a:spcPct val="130000"/>
              </a:lnSpc>
            </a:pPr>
            <a:r>
              <a:rPr lang="ko-KR" altLang="en-US"/>
              <a:t>높이가 </a:t>
            </a:r>
            <a:r>
              <a:rPr lang="en-US" altLang="ko-KR"/>
              <a:t>h</a:t>
            </a:r>
            <a:r>
              <a:rPr lang="ko-KR" altLang="en-US"/>
              <a:t>인 </a:t>
            </a:r>
            <a:r>
              <a:rPr lang="ko-KR" altLang="en-US" u="sng"/>
              <a:t>포화 이진 트리의 노드번호를 배열의 인덱스로 사용</a:t>
            </a:r>
            <a:r>
              <a:rPr lang="ko-KR" altLang="en-US"/>
              <a:t> </a:t>
            </a:r>
          </a:p>
          <a:p>
            <a:pPr lvl="2" eaLnBrk="1" hangingPunct="1">
              <a:lnSpc>
                <a:spcPct val="130000"/>
              </a:lnSpc>
            </a:pPr>
            <a:r>
              <a:rPr lang="ko-KR" altLang="en-US"/>
              <a:t>인덱스 </a:t>
            </a:r>
            <a:r>
              <a:rPr lang="en-US" altLang="ko-KR"/>
              <a:t>0</a:t>
            </a:r>
            <a:r>
              <a:rPr lang="ko-KR" altLang="en-US"/>
              <a:t>번 </a:t>
            </a:r>
            <a:r>
              <a:rPr lang="en-US" altLang="ko-KR"/>
              <a:t>: </a:t>
            </a:r>
            <a:r>
              <a:rPr lang="ko-KR" altLang="en-US"/>
              <a:t>실제로 사용하지 않고 비워둠</a:t>
            </a:r>
            <a:r>
              <a:rPr lang="en-US" altLang="ko-KR"/>
              <a:t>.</a:t>
            </a:r>
          </a:p>
          <a:p>
            <a:pPr lvl="2" eaLnBrk="1" hangingPunct="1">
              <a:lnSpc>
                <a:spcPct val="130000"/>
              </a:lnSpc>
            </a:pPr>
            <a:r>
              <a:rPr lang="ko-KR" altLang="en-US"/>
              <a:t>인덱스 </a:t>
            </a:r>
            <a:r>
              <a:rPr lang="en-US" altLang="ko-KR"/>
              <a:t>1</a:t>
            </a:r>
            <a:r>
              <a:rPr lang="ko-KR" altLang="en-US"/>
              <a:t>번 </a:t>
            </a:r>
            <a:r>
              <a:rPr lang="en-US" altLang="ko-KR"/>
              <a:t>: </a:t>
            </a:r>
            <a:r>
              <a:rPr lang="ko-KR" altLang="en-US"/>
              <a:t>루트 저장</a:t>
            </a:r>
          </a:p>
          <a:p>
            <a:endParaRPr lang="ko-KR" altLang="en-US"/>
          </a:p>
        </p:txBody>
      </p:sp>
      <p:sp>
        <p:nvSpPr>
          <p:cNvPr id="22531" name="제목 2"/>
          <p:cNvSpPr>
            <a:spLocks noGrp="1"/>
          </p:cNvSpPr>
          <p:nvPr>
            <p:ph type="title"/>
          </p:nvPr>
        </p:nvSpPr>
        <p:spPr>
          <a:xfrm>
            <a:off x="227013" y="82550"/>
            <a:ext cx="8305427" cy="576263"/>
          </a:xfrm>
        </p:spPr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이진 트리 구현 </a:t>
            </a:r>
            <a:r>
              <a:rPr lang="en-US" altLang="ko-KR" dirty="0"/>
              <a:t>: </a:t>
            </a:r>
            <a:r>
              <a:rPr lang="ko-KR" altLang="en-US" dirty="0"/>
              <a:t>순차 자료구조를</a:t>
            </a:r>
            <a:r>
              <a:rPr lang="en-US" altLang="ko-KR" dirty="0"/>
              <a:t> </a:t>
            </a:r>
            <a:r>
              <a:rPr lang="ko-KR" altLang="en-US" dirty="0"/>
              <a:t>이용한 구현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내용 개체 틀 1"/>
          <p:cNvSpPr>
            <a:spLocks noGrp="1"/>
          </p:cNvSpPr>
          <p:nvPr>
            <p:ph sz="quarter" idx="10"/>
          </p:nvPr>
        </p:nvSpPr>
        <p:spPr>
          <a:xfrm>
            <a:off x="228600" y="836712"/>
            <a:ext cx="8686800" cy="5810106"/>
          </a:xfrm>
        </p:spPr>
        <p:txBody>
          <a:bodyPr/>
          <a:lstStyle/>
          <a:p>
            <a:pPr lvl="1"/>
            <a:r>
              <a:rPr lang="ko-KR" altLang="en-US" dirty="0"/>
              <a:t>완전 이진 트리의 </a:t>
            </a:r>
            <a:r>
              <a:rPr lang="en-US" altLang="ko-KR" dirty="0"/>
              <a:t>1</a:t>
            </a:r>
            <a:r>
              <a:rPr lang="ko-KR" altLang="en-US" dirty="0"/>
              <a:t>차원 배열 표현</a:t>
            </a:r>
          </a:p>
          <a:p>
            <a:pPr lvl="1"/>
            <a:endParaRPr lang="ko-KR" altLang="en-US" dirty="0"/>
          </a:p>
        </p:txBody>
      </p:sp>
      <p:sp>
        <p:nvSpPr>
          <p:cNvPr id="23555" name="제목 2"/>
          <p:cNvSpPr>
            <a:spLocks noGrp="1"/>
          </p:cNvSpPr>
          <p:nvPr>
            <p:ph type="title"/>
          </p:nvPr>
        </p:nvSpPr>
        <p:spPr>
          <a:xfrm>
            <a:off x="227013" y="82550"/>
            <a:ext cx="8737475" cy="576263"/>
          </a:xfrm>
        </p:spPr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이진 트리 구현</a:t>
            </a:r>
            <a:r>
              <a:rPr lang="en-US" altLang="ko-KR" dirty="0"/>
              <a:t> : </a:t>
            </a:r>
            <a:r>
              <a:rPr lang="ko-KR" altLang="en-US" dirty="0"/>
              <a:t>순차 자료구조를</a:t>
            </a:r>
            <a:r>
              <a:rPr lang="en-US" altLang="ko-KR" dirty="0"/>
              <a:t> </a:t>
            </a:r>
            <a:r>
              <a:rPr lang="ko-KR" altLang="en-US" dirty="0"/>
              <a:t>이용한 구현</a:t>
            </a:r>
            <a:endParaRPr lang="ko-KR" altLang="en-US" sz="2000" dirty="0"/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800"/>
          <a:stretch/>
        </p:blipFill>
        <p:spPr bwMode="auto">
          <a:xfrm>
            <a:off x="376568" y="6453336"/>
            <a:ext cx="8585007" cy="2166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Line 6"/>
          <p:cNvSpPr>
            <a:spLocks noChangeShapeType="1"/>
          </p:cNvSpPr>
          <p:nvPr/>
        </p:nvSpPr>
        <p:spPr bwMode="auto">
          <a:xfrm flipV="1">
            <a:off x="969277" y="4423569"/>
            <a:ext cx="576262" cy="431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grpSp>
        <p:nvGrpSpPr>
          <p:cNvPr id="6" name="Group 7"/>
          <p:cNvGrpSpPr>
            <a:grpSpLocks/>
          </p:cNvGrpSpPr>
          <p:nvPr/>
        </p:nvGrpSpPr>
        <p:grpSpPr bwMode="auto">
          <a:xfrm>
            <a:off x="3366402" y="4423569"/>
            <a:ext cx="1050925" cy="431800"/>
            <a:chOff x="3168" y="1117"/>
            <a:chExt cx="662" cy="272"/>
          </a:xfrm>
        </p:grpSpPr>
        <p:sp>
          <p:nvSpPr>
            <p:cNvPr id="7" name="Line 8"/>
            <p:cNvSpPr>
              <a:spLocks noChangeShapeType="1"/>
            </p:cNvSpPr>
            <p:nvPr/>
          </p:nvSpPr>
          <p:spPr bwMode="auto">
            <a:xfrm flipV="1">
              <a:off x="3168" y="1117"/>
              <a:ext cx="363" cy="2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" name="Line 9"/>
            <p:cNvSpPr>
              <a:spLocks noChangeShapeType="1"/>
            </p:cNvSpPr>
            <p:nvPr/>
          </p:nvSpPr>
          <p:spPr bwMode="auto">
            <a:xfrm>
              <a:off x="3544" y="1117"/>
              <a:ext cx="286" cy="2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9" name="Line 10"/>
          <p:cNvSpPr>
            <a:spLocks noChangeShapeType="1"/>
          </p:cNvSpPr>
          <p:nvPr/>
        </p:nvSpPr>
        <p:spPr bwMode="auto">
          <a:xfrm flipV="1">
            <a:off x="1591577" y="3702844"/>
            <a:ext cx="1152525" cy="431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0" name="Line 11"/>
          <p:cNvSpPr>
            <a:spLocks noChangeShapeType="1"/>
          </p:cNvSpPr>
          <p:nvPr/>
        </p:nvSpPr>
        <p:spPr bwMode="auto">
          <a:xfrm>
            <a:off x="2744102" y="3702844"/>
            <a:ext cx="1152525" cy="5048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1" name="Oval 12"/>
          <p:cNvSpPr>
            <a:spLocks noChangeArrowheads="1"/>
          </p:cNvSpPr>
          <p:nvPr/>
        </p:nvSpPr>
        <p:spPr bwMode="auto">
          <a:xfrm>
            <a:off x="2532964" y="3377407"/>
            <a:ext cx="355600" cy="33655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72000" anchor="ctr"/>
          <a:lstStyle>
            <a:lvl1pPr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eaLnBrk="1" hangingPunct="1"/>
            <a:r>
              <a:rPr lang="en-US" altLang="ko-KR" sz="1600" b="1">
                <a:effectLst>
                  <a:outerShdw blurRad="38100" dist="38100" dir="2700000" algn="tl">
                    <a:srgbClr val="C0C0C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A</a:t>
            </a:r>
          </a:p>
        </p:txBody>
      </p:sp>
      <p:sp>
        <p:nvSpPr>
          <p:cNvPr id="12" name="Oval 13"/>
          <p:cNvSpPr>
            <a:spLocks noChangeArrowheads="1"/>
          </p:cNvSpPr>
          <p:nvPr/>
        </p:nvSpPr>
        <p:spPr bwMode="auto">
          <a:xfrm>
            <a:off x="3756927" y="4121944"/>
            <a:ext cx="355600" cy="33655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72000" anchor="ctr"/>
          <a:lstStyle>
            <a:lvl1pPr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eaLnBrk="1" hangingPunct="1"/>
            <a:r>
              <a:rPr lang="en-US" altLang="ko-KR" sz="1600" b="1">
                <a:effectLst>
                  <a:outerShdw blurRad="38100" dist="38100" dir="2700000" algn="tl">
                    <a:srgbClr val="C0C0C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C</a:t>
            </a:r>
          </a:p>
        </p:txBody>
      </p:sp>
      <p:grpSp>
        <p:nvGrpSpPr>
          <p:cNvPr id="13" name="Group 14"/>
          <p:cNvGrpSpPr>
            <a:grpSpLocks/>
          </p:cNvGrpSpPr>
          <p:nvPr/>
        </p:nvGrpSpPr>
        <p:grpSpPr bwMode="auto">
          <a:xfrm>
            <a:off x="367614" y="4807744"/>
            <a:ext cx="1004888" cy="996950"/>
            <a:chOff x="2805" y="1359"/>
            <a:chExt cx="633" cy="628"/>
          </a:xfrm>
        </p:grpSpPr>
        <p:sp>
          <p:nvSpPr>
            <p:cNvPr id="14" name="Oval 15"/>
            <p:cNvSpPr>
              <a:spLocks noChangeArrowheads="1"/>
            </p:cNvSpPr>
            <p:nvPr/>
          </p:nvSpPr>
          <p:spPr bwMode="auto">
            <a:xfrm>
              <a:off x="3022" y="1359"/>
              <a:ext cx="224" cy="212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lIns="72000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9pPr>
            </a:lstStyle>
            <a:p>
              <a:pPr eaLnBrk="1" hangingPunct="1"/>
              <a:r>
                <a:rPr lang="en-US" altLang="ko-KR" sz="16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맑은 고딕" panose="020B0503020000020004" pitchFamily="50" charset="-127"/>
                  <a:ea typeface="맑은 고딕" panose="020B0503020000020004" pitchFamily="50" charset="-127"/>
                </a:rPr>
                <a:t>D</a:t>
              </a:r>
            </a:p>
          </p:txBody>
        </p:sp>
        <p:sp>
          <p:nvSpPr>
            <p:cNvPr id="15" name="Line 16"/>
            <p:cNvSpPr>
              <a:spLocks noChangeShapeType="1"/>
            </p:cNvSpPr>
            <p:nvPr/>
          </p:nvSpPr>
          <p:spPr bwMode="auto">
            <a:xfrm flipV="1">
              <a:off x="2917" y="1570"/>
              <a:ext cx="227" cy="22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6" name="Line 17"/>
            <p:cNvSpPr>
              <a:spLocks noChangeShapeType="1"/>
            </p:cNvSpPr>
            <p:nvPr/>
          </p:nvSpPr>
          <p:spPr bwMode="auto">
            <a:xfrm flipH="1" flipV="1">
              <a:off x="3139" y="1570"/>
              <a:ext cx="186" cy="23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7" name="Oval 18"/>
            <p:cNvSpPr>
              <a:spLocks noChangeArrowheads="1"/>
            </p:cNvSpPr>
            <p:nvPr/>
          </p:nvSpPr>
          <p:spPr bwMode="auto">
            <a:xfrm>
              <a:off x="2805" y="1775"/>
              <a:ext cx="224" cy="212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lIns="72000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9pPr>
            </a:lstStyle>
            <a:p>
              <a:pPr eaLnBrk="1" hangingPunct="1"/>
              <a:r>
                <a:rPr lang="en-US" altLang="ko-KR" sz="16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맑은 고딕" panose="020B0503020000020004" pitchFamily="50" charset="-127"/>
                  <a:ea typeface="맑은 고딕" panose="020B0503020000020004" pitchFamily="50" charset="-127"/>
                </a:rPr>
                <a:t>H</a:t>
              </a:r>
            </a:p>
          </p:txBody>
        </p:sp>
        <p:sp>
          <p:nvSpPr>
            <p:cNvPr id="18" name="Oval 19"/>
            <p:cNvSpPr>
              <a:spLocks noChangeArrowheads="1"/>
            </p:cNvSpPr>
            <p:nvPr/>
          </p:nvSpPr>
          <p:spPr bwMode="auto">
            <a:xfrm>
              <a:off x="3214" y="1768"/>
              <a:ext cx="224" cy="212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lIns="72000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9pPr>
            </a:lstStyle>
            <a:p>
              <a:pPr eaLnBrk="1" hangingPunct="1"/>
              <a:r>
                <a:rPr lang="en-US" altLang="ko-KR" sz="16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맑은 고딕" panose="020B0503020000020004" pitchFamily="50" charset="-127"/>
                  <a:ea typeface="맑은 고딕" panose="020B0503020000020004" pitchFamily="50" charset="-127"/>
                </a:rPr>
                <a:t>I</a:t>
              </a:r>
            </a:p>
          </p:txBody>
        </p:sp>
      </p:grpSp>
      <p:sp>
        <p:nvSpPr>
          <p:cNvPr id="19" name="Oval 20"/>
          <p:cNvSpPr>
            <a:spLocks noChangeArrowheads="1"/>
          </p:cNvSpPr>
          <p:nvPr/>
        </p:nvSpPr>
        <p:spPr bwMode="auto">
          <a:xfrm>
            <a:off x="3123514" y="4817269"/>
            <a:ext cx="355600" cy="33655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72000" anchor="ctr"/>
          <a:lstStyle>
            <a:lvl1pPr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eaLnBrk="1" hangingPunct="1"/>
            <a:r>
              <a:rPr lang="en-US" altLang="ko-KR" sz="1600" b="1">
                <a:effectLst>
                  <a:outerShdw blurRad="38100" dist="38100" dir="2700000" algn="tl">
                    <a:srgbClr val="C0C0C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F</a:t>
            </a:r>
          </a:p>
        </p:txBody>
      </p:sp>
      <p:sp>
        <p:nvSpPr>
          <p:cNvPr id="20" name="Line 21"/>
          <p:cNvSpPr>
            <a:spLocks noChangeShapeType="1"/>
          </p:cNvSpPr>
          <p:nvPr/>
        </p:nvSpPr>
        <p:spPr bwMode="auto">
          <a:xfrm flipV="1">
            <a:off x="2956827" y="5152232"/>
            <a:ext cx="360362" cy="36036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1" name="Oval 22"/>
          <p:cNvSpPr>
            <a:spLocks noChangeArrowheads="1"/>
          </p:cNvSpPr>
          <p:nvPr/>
        </p:nvSpPr>
        <p:spPr bwMode="auto">
          <a:xfrm>
            <a:off x="2779027" y="5477669"/>
            <a:ext cx="355600" cy="33655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72000" anchor="ctr"/>
          <a:lstStyle>
            <a:lvl1pPr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eaLnBrk="1" hangingPunct="1"/>
            <a:r>
              <a:rPr lang="en-US" altLang="ko-KR" sz="1600" b="1">
                <a:effectLst>
                  <a:outerShdw blurRad="38100" dist="38100" dir="2700000" algn="tl">
                    <a:srgbClr val="C0C0C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L</a:t>
            </a:r>
          </a:p>
        </p:txBody>
      </p:sp>
      <p:sp>
        <p:nvSpPr>
          <p:cNvPr id="22" name="Oval 23"/>
          <p:cNvSpPr>
            <a:spLocks noChangeArrowheads="1"/>
          </p:cNvSpPr>
          <p:nvPr/>
        </p:nvSpPr>
        <p:spPr bwMode="auto">
          <a:xfrm>
            <a:off x="4363352" y="4809332"/>
            <a:ext cx="355600" cy="33655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72000" anchor="ctr"/>
          <a:lstStyle>
            <a:lvl1pPr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eaLnBrk="1" hangingPunct="1"/>
            <a:r>
              <a:rPr lang="en-US" altLang="ko-KR" sz="1600" b="1">
                <a:effectLst>
                  <a:outerShdw blurRad="38100" dist="38100" dir="2700000" algn="tl">
                    <a:srgbClr val="C0C0C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G</a:t>
            </a:r>
          </a:p>
        </p:txBody>
      </p:sp>
      <p:sp>
        <p:nvSpPr>
          <p:cNvPr id="23" name="Text Box 24"/>
          <p:cNvSpPr txBox="1">
            <a:spLocks noChangeArrowheads="1"/>
          </p:cNvSpPr>
          <p:nvPr/>
        </p:nvSpPr>
        <p:spPr bwMode="auto">
          <a:xfrm>
            <a:off x="2650439" y="3158332"/>
            <a:ext cx="104775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eaLnBrk="1" hangingPunct="1"/>
            <a:r>
              <a:rPr lang="en-US" altLang="ko-KR" sz="1400" b="1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</a:p>
        </p:txBody>
      </p:sp>
      <p:sp>
        <p:nvSpPr>
          <p:cNvPr id="24" name="Text Box 25"/>
          <p:cNvSpPr txBox="1">
            <a:spLocks noChangeArrowheads="1"/>
          </p:cNvSpPr>
          <p:nvPr/>
        </p:nvSpPr>
        <p:spPr bwMode="auto">
          <a:xfrm>
            <a:off x="3866464" y="3890169"/>
            <a:ext cx="104775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eaLnBrk="1" hangingPunct="1"/>
            <a:r>
              <a:rPr lang="en-US" altLang="ko-KR" sz="1400" b="1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</a:p>
        </p:txBody>
      </p:sp>
      <p:sp>
        <p:nvSpPr>
          <p:cNvPr id="25" name="Text Box 26"/>
          <p:cNvSpPr txBox="1">
            <a:spLocks noChangeArrowheads="1"/>
          </p:cNvSpPr>
          <p:nvPr/>
        </p:nvSpPr>
        <p:spPr bwMode="auto">
          <a:xfrm>
            <a:off x="824814" y="4590257"/>
            <a:ext cx="104775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eaLnBrk="1" hangingPunct="1"/>
            <a:r>
              <a:rPr lang="en-US" altLang="ko-KR" sz="1400" b="1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</a:p>
        </p:txBody>
      </p:sp>
      <p:sp>
        <p:nvSpPr>
          <p:cNvPr id="26" name="Text Box 27"/>
          <p:cNvSpPr txBox="1">
            <a:spLocks noChangeArrowheads="1"/>
          </p:cNvSpPr>
          <p:nvPr/>
        </p:nvSpPr>
        <p:spPr bwMode="auto">
          <a:xfrm>
            <a:off x="2040839" y="4590257"/>
            <a:ext cx="104775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eaLnBrk="1" hangingPunct="1"/>
            <a:r>
              <a:rPr lang="en-US" altLang="ko-KR" sz="1400" b="1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r>
          </a:p>
        </p:txBody>
      </p:sp>
      <p:sp>
        <p:nvSpPr>
          <p:cNvPr id="27" name="Text Box 28"/>
          <p:cNvSpPr txBox="1">
            <a:spLocks noChangeArrowheads="1"/>
          </p:cNvSpPr>
          <p:nvPr/>
        </p:nvSpPr>
        <p:spPr bwMode="auto">
          <a:xfrm>
            <a:off x="3239402" y="4602957"/>
            <a:ext cx="104775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eaLnBrk="1" hangingPunct="1"/>
            <a:r>
              <a:rPr lang="en-US" altLang="ko-KR" sz="1400" b="1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6</a:t>
            </a:r>
          </a:p>
        </p:txBody>
      </p:sp>
      <p:sp>
        <p:nvSpPr>
          <p:cNvPr id="28" name="Text Box 29"/>
          <p:cNvSpPr txBox="1">
            <a:spLocks noChangeArrowheads="1"/>
          </p:cNvSpPr>
          <p:nvPr/>
        </p:nvSpPr>
        <p:spPr bwMode="auto">
          <a:xfrm>
            <a:off x="4476064" y="4588669"/>
            <a:ext cx="104775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eaLnBrk="1" hangingPunct="1"/>
            <a:r>
              <a:rPr lang="en-US" altLang="ko-KR" sz="1400" b="1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7</a:t>
            </a:r>
          </a:p>
        </p:txBody>
      </p:sp>
      <p:sp>
        <p:nvSpPr>
          <p:cNvPr id="29" name="Text Box 30"/>
          <p:cNvSpPr txBox="1">
            <a:spLocks noChangeArrowheads="1"/>
          </p:cNvSpPr>
          <p:nvPr/>
        </p:nvSpPr>
        <p:spPr bwMode="auto">
          <a:xfrm>
            <a:off x="464452" y="5260182"/>
            <a:ext cx="104775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eaLnBrk="1" hangingPunct="1"/>
            <a:r>
              <a:rPr lang="en-US" altLang="ko-KR" sz="1400" b="1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8</a:t>
            </a:r>
          </a:p>
        </p:txBody>
      </p:sp>
      <p:sp>
        <p:nvSpPr>
          <p:cNvPr id="30" name="Text Box 31"/>
          <p:cNvSpPr txBox="1">
            <a:spLocks noChangeArrowheads="1"/>
          </p:cNvSpPr>
          <p:nvPr/>
        </p:nvSpPr>
        <p:spPr bwMode="auto">
          <a:xfrm>
            <a:off x="1142314" y="5250657"/>
            <a:ext cx="104775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eaLnBrk="1" hangingPunct="1"/>
            <a:r>
              <a:rPr lang="en-US" altLang="ko-KR" sz="1400" b="1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9</a:t>
            </a:r>
          </a:p>
        </p:txBody>
      </p:sp>
      <p:sp>
        <p:nvSpPr>
          <p:cNvPr id="31" name="Text Box 32"/>
          <p:cNvSpPr txBox="1">
            <a:spLocks noChangeArrowheads="1"/>
          </p:cNvSpPr>
          <p:nvPr/>
        </p:nvSpPr>
        <p:spPr bwMode="auto">
          <a:xfrm>
            <a:off x="2769502" y="5247482"/>
            <a:ext cx="207962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eaLnBrk="1" hangingPunct="1"/>
            <a:r>
              <a:rPr lang="en-US" altLang="ko-KR" sz="1400" b="1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12</a:t>
            </a:r>
          </a:p>
        </p:txBody>
      </p:sp>
      <p:graphicFrame>
        <p:nvGraphicFramePr>
          <p:cNvPr id="32" name="Group 33"/>
          <p:cNvGraphicFramePr>
            <a:graphicFrameLocks noGrp="1"/>
          </p:cNvGraphicFramePr>
          <p:nvPr/>
        </p:nvGraphicFramePr>
        <p:xfrm>
          <a:off x="5780989" y="2861469"/>
          <a:ext cx="822325" cy="3568706"/>
        </p:xfrm>
        <a:graphic>
          <a:graphicData uri="http://schemas.openxmlformats.org/drawingml/2006/table">
            <a:tbl>
              <a:tblPr/>
              <a:tblGrid>
                <a:gridCol w="822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305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spcAft>
                          <a:spcPts val="200"/>
                        </a:spcAft>
                        <a:buClr>
                          <a:srgbClr val="660033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Y견고딕" panose="02030600000101010101" pitchFamily="18" charset="-127"/>
                          <a:ea typeface="HY견고딕" panose="02030600000101010101" pitchFamily="18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B1AE6B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ADB9AD"/>
                        </a:buClr>
                        <a:defRPr sz="16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HY견고딕" panose="02030600000101010101" pitchFamily="18" charset="-127"/>
                          <a:ea typeface="HY견고딕" panose="02030600000101010101" pitchFamily="18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HY견고딕" panose="02030600000101010101" pitchFamily="18" charset="-127"/>
                          <a:ea typeface="HY견고딕" panose="02030600000101010101" pitchFamily="18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HY견고딕" panose="02030600000101010101" pitchFamily="18" charset="-127"/>
                          <a:ea typeface="HY견고딕" panose="02030600000101010101" pitchFamily="18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HY견고딕" panose="02030600000101010101" pitchFamily="18" charset="-127"/>
                          <a:ea typeface="HY견고딕" panose="02030600000101010101" pitchFamily="18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HY견고딕" panose="02030600000101010101" pitchFamily="18" charset="-127"/>
                          <a:ea typeface="HY견고딕" panose="02030600000101010101" pitchFamily="18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HY견고딕" panose="02030600000101010101" pitchFamily="18" charset="-127"/>
                          <a:ea typeface="HY견고딕" panose="02030600000101010101" pitchFamily="18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20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rgbClr val="80590A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8" marB="4572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63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spcAft>
                          <a:spcPts val="200"/>
                        </a:spcAft>
                        <a:buClr>
                          <a:srgbClr val="660033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Y견고딕" panose="02030600000101010101" pitchFamily="18" charset="-127"/>
                          <a:ea typeface="HY견고딕" panose="02030600000101010101" pitchFamily="18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B1AE6B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ADB9AD"/>
                        </a:buClr>
                        <a:defRPr sz="16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HY견고딕" panose="02030600000101010101" pitchFamily="18" charset="-127"/>
                          <a:ea typeface="HY견고딕" panose="02030600000101010101" pitchFamily="18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HY견고딕" panose="02030600000101010101" pitchFamily="18" charset="-127"/>
                          <a:ea typeface="HY견고딕" panose="02030600000101010101" pitchFamily="18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HY견고딕" panose="02030600000101010101" pitchFamily="18" charset="-127"/>
                          <a:ea typeface="HY견고딕" panose="02030600000101010101" pitchFamily="18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HY견고딕" panose="02030600000101010101" pitchFamily="18" charset="-127"/>
                          <a:ea typeface="HY견고딕" panose="02030600000101010101" pitchFamily="18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HY견고딕" panose="02030600000101010101" pitchFamily="18" charset="-127"/>
                          <a:ea typeface="HY견고딕" panose="02030600000101010101" pitchFamily="18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HY견고딕" panose="02030600000101010101" pitchFamily="18" charset="-127"/>
                          <a:ea typeface="HY견고딕" panose="02030600000101010101" pitchFamily="18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2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</a:t>
                      </a:r>
                    </a:p>
                  </a:txBody>
                  <a:tcPr marT="45728" marB="4572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63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spcAft>
                          <a:spcPts val="200"/>
                        </a:spcAft>
                        <a:buClr>
                          <a:srgbClr val="660033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Y견고딕" panose="02030600000101010101" pitchFamily="18" charset="-127"/>
                          <a:ea typeface="HY견고딕" panose="02030600000101010101" pitchFamily="18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B1AE6B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ADB9AD"/>
                        </a:buClr>
                        <a:defRPr sz="16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HY견고딕" panose="02030600000101010101" pitchFamily="18" charset="-127"/>
                          <a:ea typeface="HY견고딕" panose="02030600000101010101" pitchFamily="18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HY견고딕" panose="02030600000101010101" pitchFamily="18" charset="-127"/>
                          <a:ea typeface="HY견고딕" panose="02030600000101010101" pitchFamily="18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HY견고딕" panose="02030600000101010101" pitchFamily="18" charset="-127"/>
                          <a:ea typeface="HY견고딕" panose="02030600000101010101" pitchFamily="18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HY견고딕" panose="02030600000101010101" pitchFamily="18" charset="-127"/>
                          <a:ea typeface="HY견고딕" panose="02030600000101010101" pitchFamily="18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HY견고딕" panose="02030600000101010101" pitchFamily="18" charset="-127"/>
                          <a:ea typeface="HY견고딕" panose="02030600000101010101" pitchFamily="18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HY견고딕" panose="02030600000101010101" pitchFamily="18" charset="-127"/>
                          <a:ea typeface="HY견고딕" panose="02030600000101010101" pitchFamily="18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2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</a:t>
                      </a:r>
                    </a:p>
                  </a:txBody>
                  <a:tcPr marT="45728" marB="4572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63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spcAft>
                          <a:spcPts val="200"/>
                        </a:spcAft>
                        <a:buClr>
                          <a:srgbClr val="660033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Y견고딕" panose="02030600000101010101" pitchFamily="18" charset="-127"/>
                          <a:ea typeface="HY견고딕" panose="02030600000101010101" pitchFamily="18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B1AE6B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ADB9AD"/>
                        </a:buClr>
                        <a:defRPr sz="16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HY견고딕" panose="02030600000101010101" pitchFamily="18" charset="-127"/>
                          <a:ea typeface="HY견고딕" panose="02030600000101010101" pitchFamily="18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HY견고딕" panose="02030600000101010101" pitchFamily="18" charset="-127"/>
                          <a:ea typeface="HY견고딕" panose="02030600000101010101" pitchFamily="18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HY견고딕" panose="02030600000101010101" pitchFamily="18" charset="-127"/>
                          <a:ea typeface="HY견고딕" panose="02030600000101010101" pitchFamily="18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HY견고딕" panose="02030600000101010101" pitchFamily="18" charset="-127"/>
                          <a:ea typeface="HY견고딕" panose="02030600000101010101" pitchFamily="18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HY견고딕" panose="02030600000101010101" pitchFamily="18" charset="-127"/>
                          <a:ea typeface="HY견고딕" panose="02030600000101010101" pitchFamily="18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HY견고딕" panose="02030600000101010101" pitchFamily="18" charset="-127"/>
                          <a:ea typeface="HY견고딕" panose="02030600000101010101" pitchFamily="18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2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</a:t>
                      </a:r>
                    </a:p>
                  </a:txBody>
                  <a:tcPr marT="45728" marB="4572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63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spcAft>
                          <a:spcPts val="200"/>
                        </a:spcAft>
                        <a:buClr>
                          <a:srgbClr val="660033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Y견고딕" panose="02030600000101010101" pitchFamily="18" charset="-127"/>
                          <a:ea typeface="HY견고딕" panose="02030600000101010101" pitchFamily="18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B1AE6B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ADB9AD"/>
                        </a:buClr>
                        <a:defRPr sz="16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HY견고딕" panose="02030600000101010101" pitchFamily="18" charset="-127"/>
                          <a:ea typeface="HY견고딕" panose="02030600000101010101" pitchFamily="18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HY견고딕" panose="02030600000101010101" pitchFamily="18" charset="-127"/>
                          <a:ea typeface="HY견고딕" panose="02030600000101010101" pitchFamily="18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HY견고딕" panose="02030600000101010101" pitchFamily="18" charset="-127"/>
                          <a:ea typeface="HY견고딕" panose="02030600000101010101" pitchFamily="18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HY견고딕" panose="02030600000101010101" pitchFamily="18" charset="-127"/>
                          <a:ea typeface="HY견고딕" panose="02030600000101010101" pitchFamily="18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HY견고딕" panose="02030600000101010101" pitchFamily="18" charset="-127"/>
                          <a:ea typeface="HY견고딕" panose="02030600000101010101" pitchFamily="18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HY견고딕" panose="02030600000101010101" pitchFamily="18" charset="-127"/>
                          <a:ea typeface="HY견고딕" panose="02030600000101010101" pitchFamily="18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2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</a:t>
                      </a:r>
                    </a:p>
                  </a:txBody>
                  <a:tcPr marT="45728" marB="4572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63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spcAft>
                          <a:spcPts val="200"/>
                        </a:spcAft>
                        <a:buClr>
                          <a:srgbClr val="660033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Y견고딕" panose="02030600000101010101" pitchFamily="18" charset="-127"/>
                          <a:ea typeface="HY견고딕" panose="02030600000101010101" pitchFamily="18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B1AE6B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ADB9AD"/>
                        </a:buClr>
                        <a:defRPr sz="16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HY견고딕" panose="02030600000101010101" pitchFamily="18" charset="-127"/>
                          <a:ea typeface="HY견고딕" panose="02030600000101010101" pitchFamily="18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HY견고딕" panose="02030600000101010101" pitchFamily="18" charset="-127"/>
                          <a:ea typeface="HY견고딕" panose="02030600000101010101" pitchFamily="18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HY견고딕" panose="02030600000101010101" pitchFamily="18" charset="-127"/>
                          <a:ea typeface="HY견고딕" panose="02030600000101010101" pitchFamily="18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HY견고딕" panose="02030600000101010101" pitchFamily="18" charset="-127"/>
                          <a:ea typeface="HY견고딕" panose="02030600000101010101" pitchFamily="18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HY견고딕" panose="02030600000101010101" pitchFamily="18" charset="-127"/>
                          <a:ea typeface="HY견고딕" panose="02030600000101010101" pitchFamily="18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HY견고딕" panose="02030600000101010101" pitchFamily="18" charset="-127"/>
                          <a:ea typeface="HY견고딕" panose="02030600000101010101" pitchFamily="18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2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</a:t>
                      </a:r>
                    </a:p>
                  </a:txBody>
                  <a:tcPr marT="45728" marB="4572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63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spcAft>
                          <a:spcPts val="200"/>
                        </a:spcAft>
                        <a:buClr>
                          <a:srgbClr val="660033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Y견고딕" panose="02030600000101010101" pitchFamily="18" charset="-127"/>
                          <a:ea typeface="HY견고딕" panose="02030600000101010101" pitchFamily="18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B1AE6B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ADB9AD"/>
                        </a:buClr>
                        <a:defRPr sz="16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HY견고딕" panose="02030600000101010101" pitchFamily="18" charset="-127"/>
                          <a:ea typeface="HY견고딕" panose="02030600000101010101" pitchFamily="18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HY견고딕" panose="02030600000101010101" pitchFamily="18" charset="-127"/>
                          <a:ea typeface="HY견고딕" panose="02030600000101010101" pitchFamily="18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HY견고딕" panose="02030600000101010101" pitchFamily="18" charset="-127"/>
                          <a:ea typeface="HY견고딕" panose="02030600000101010101" pitchFamily="18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HY견고딕" panose="02030600000101010101" pitchFamily="18" charset="-127"/>
                          <a:ea typeface="HY견고딕" panose="02030600000101010101" pitchFamily="18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HY견고딕" panose="02030600000101010101" pitchFamily="18" charset="-127"/>
                          <a:ea typeface="HY견고딕" panose="02030600000101010101" pitchFamily="18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HY견고딕" panose="02030600000101010101" pitchFamily="18" charset="-127"/>
                          <a:ea typeface="HY견고딕" panose="02030600000101010101" pitchFamily="18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2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</a:t>
                      </a:r>
                    </a:p>
                  </a:txBody>
                  <a:tcPr marT="45728" marB="4572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63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spcAft>
                          <a:spcPts val="200"/>
                        </a:spcAft>
                        <a:buClr>
                          <a:srgbClr val="660033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Y견고딕" panose="02030600000101010101" pitchFamily="18" charset="-127"/>
                          <a:ea typeface="HY견고딕" panose="02030600000101010101" pitchFamily="18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B1AE6B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ADB9AD"/>
                        </a:buClr>
                        <a:defRPr sz="16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HY견고딕" panose="02030600000101010101" pitchFamily="18" charset="-127"/>
                          <a:ea typeface="HY견고딕" panose="02030600000101010101" pitchFamily="18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HY견고딕" panose="02030600000101010101" pitchFamily="18" charset="-127"/>
                          <a:ea typeface="HY견고딕" panose="02030600000101010101" pitchFamily="18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HY견고딕" panose="02030600000101010101" pitchFamily="18" charset="-127"/>
                          <a:ea typeface="HY견고딕" panose="02030600000101010101" pitchFamily="18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HY견고딕" panose="02030600000101010101" pitchFamily="18" charset="-127"/>
                          <a:ea typeface="HY견고딕" panose="02030600000101010101" pitchFamily="18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HY견고딕" panose="02030600000101010101" pitchFamily="18" charset="-127"/>
                          <a:ea typeface="HY견고딕" panose="02030600000101010101" pitchFamily="18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HY견고딕" panose="02030600000101010101" pitchFamily="18" charset="-127"/>
                          <a:ea typeface="HY견고딕" panose="02030600000101010101" pitchFamily="18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2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</a:t>
                      </a:r>
                    </a:p>
                  </a:txBody>
                  <a:tcPr marT="45728" marB="4572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63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spcAft>
                          <a:spcPts val="200"/>
                        </a:spcAft>
                        <a:buClr>
                          <a:srgbClr val="660033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Y견고딕" panose="02030600000101010101" pitchFamily="18" charset="-127"/>
                          <a:ea typeface="HY견고딕" panose="02030600000101010101" pitchFamily="18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B1AE6B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ADB9AD"/>
                        </a:buClr>
                        <a:defRPr sz="16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HY견고딕" panose="02030600000101010101" pitchFamily="18" charset="-127"/>
                          <a:ea typeface="HY견고딕" panose="02030600000101010101" pitchFamily="18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HY견고딕" panose="02030600000101010101" pitchFamily="18" charset="-127"/>
                          <a:ea typeface="HY견고딕" panose="02030600000101010101" pitchFamily="18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HY견고딕" panose="02030600000101010101" pitchFamily="18" charset="-127"/>
                          <a:ea typeface="HY견고딕" panose="02030600000101010101" pitchFamily="18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HY견고딕" panose="02030600000101010101" pitchFamily="18" charset="-127"/>
                          <a:ea typeface="HY견고딕" panose="02030600000101010101" pitchFamily="18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HY견고딕" panose="02030600000101010101" pitchFamily="18" charset="-127"/>
                          <a:ea typeface="HY견고딕" panose="02030600000101010101" pitchFamily="18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HY견고딕" panose="02030600000101010101" pitchFamily="18" charset="-127"/>
                          <a:ea typeface="HY견고딕" panose="02030600000101010101" pitchFamily="18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2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</a:t>
                      </a:r>
                    </a:p>
                  </a:txBody>
                  <a:tcPr marT="45728" marB="4572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463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spcAft>
                          <a:spcPts val="200"/>
                        </a:spcAft>
                        <a:buClr>
                          <a:srgbClr val="660033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Y견고딕" panose="02030600000101010101" pitchFamily="18" charset="-127"/>
                          <a:ea typeface="HY견고딕" panose="02030600000101010101" pitchFamily="18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B1AE6B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ADB9AD"/>
                        </a:buClr>
                        <a:defRPr sz="16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HY견고딕" panose="02030600000101010101" pitchFamily="18" charset="-127"/>
                          <a:ea typeface="HY견고딕" panose="02030600000101010101" pitchFamily="18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HY견고딕" panose="02030600000101010101" pitchFamily="18" charset="-127"/>
                          <a:ea typeface="HY견고딕" panose="02030600000101010101" pitchFamily="18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HY견고딕" panose="02030600000101010101" pitchFamily="18" charset="-127"/>
                          <a:ea typeface="HY견고딕" panose="02030600000101010101" pitchFamily="18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HY견고딕" panose="02030600000101010101" pitchFamily="18" charset="-127"/>
                          <a:ea typeface="HY견고딕" panose="02030600000101010101" pitchFamily="18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HY견고딕" panose="02030600000101010101" pitchFamily="18" charset="-127"/>
                          <a:ea typeface="HY견고딕" panose="02030600000101010101" pitchFamily="18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HY견고딕" panose="02030600000101010101" pitchFamily="18" charset="-127"/>
                          <a:ea typeface="HY견고딕" panose="02030600000101010101" pitchFamily="18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2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</a:t>
                      </a:r>
                    </a:p>
                  </a:txBody>
                  <a:tcPr marT="45728" marB="4572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463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spcAft>
                          <a:spcPts val="200"/>
                        </a:spcAft>
                        <a:buClr>
                          <a:srgbClr val="660033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Y견고딕" panose="02030600000101010101" pitchFamily="18" charset="-127"/>
                          <a:ea typeface="HY견고딕" panose="02030600000101010101" pitchFamily="18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B1AE6B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ADB9AD"/>
                        </a:buClr>
                        <a:defRPr sz="16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HY견고딕" panose="02030600000101010101" pitchFamily="18" charset="-127"/>
                          <a:ea typeface="HY견고딕" panose="02030600000101010101" pitchFamily="18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HY견고딕" panose="02030600000101010101" pitchFamily="18" charset="-127"/>
                          <a:ea typeface="HY견고딕" panose="02030600000101010101" pitchFamily="18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HY견고딕" panose="02030600000101010101" pitchFamily="18" charset="-127"/>
                          <a:ea typeface="HY견고딕" panose="02030600000101010101" pitchFamily="18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HY견고딕" panose="02030600000101010101" pitchFamily="18" charset="-127"/>
                          <a:ea typeface="HY견고딕" panose="02030600000101010101" pitchFamily="18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HY견고딕" panose="02030600000101010101" pitchFamily="18" charset="-127"/>
                          <a:ea typeface="HY견고딕" panose="02030600000101010101" pitchFamily="18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HY견고딕" panose="02030600000101010101" pitchFamily="18" charset="-127"/>
                          <a:ea typeface="HY견고딕" panose="02030600000101010101" pitchFamily="18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2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J</a:t>
                      </a:r>
                    </a:p>
                  </a:txBody>
                  <a:tcPr marT="45728" marB="4572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463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spcAft>
                          <a:spcPts val="200"/>
                        </a:spcAft>
                        <a:buClr>
                          <a:srgbClr val="660033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Y견고딕" panose="02030600000101010101" pitchFamily="18" charset="-127"/>
                          <a:ea typeface="HY견고딕" panose="02030600000101010101" pitchFamily="18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B1AE6B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ADB9AD"/>
                        </a:buClr>
                        <a:defRPr sz="16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HY견고딕" panose="02030600000101010101" pitchFamily="18" charset="-127"/>
                          <a:ea typeface="HY견고딕" panose="02030600000101010101" pitchFamily="18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HY견고딕" panose="02030600000101010101" pitchFamily="18" charset="-127"/>
                          <a:ea typeface="HY견고딕" panose="02030600000101010101" pitchFamily="18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HY견고딕" panose="02030600000101010101" pitchFamily="18" charset="-127"/>
                          <a:ea typeface="HY견고딕" panose="02030600000101010101" pitchFamily="18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HY견고딕" panose="02030600000101010101" pitchFamily="18" charset="-127"/>
                          <a:ea typeface="HY견고딕" panose="02030600000101010101" pitchFamily="18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HY견고딕" panose="02030600000101010101" pitchFamily="18" charset="-127"/>
                          <a:ea typeface="HY견고딕" panose="02030600000101010101" pitchFamily="18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HY견고딕" panose="02030600000101010101" pitchFamily="18" charset="-127"/>
                          <a:ea typeface="HY견고딕" panose="02030600000101010101" pitchFamily="18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2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K</a:t>
                      </a:r>
                    </a:p>
                  </a:txBody>
                  <a:tcPr marT="45728" marB="4572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463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spcAft>
                          <a:spcPts val="200"/>
                        </a:spcAft>
                        <a:buClr>
                          <a:srgbClr val="660033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Y견고딕" panose="02030600000101010101" pitchFamily="18" charset="-127"/>
                          <a:ea typeface="HY견고딕" panose="02030600000101010101" pitchFamily="18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B1AE6B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ADB9AD"/>
                        </a:buClr>
                        <a:defRPr sz="16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HY견고딕" panose="02030600000101010101" pitchFamily="18" charset="-127"/>
                          <a:ea typeface="HY견고딕" panose="02030600000101010101" pitchFamily="18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HY견고딕" panose="02030600000101010101" pitchFamily="18" charset="-127"/>
                          <a:ea typeface="HY견고딕" panose="02030600000101010101" pitchFamily="18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HY견고딕" panose="02030600000101010101" pitchFamily="18" charset="-127"/>
                          <a:ea typeface="HY견고딕" panose="02030600000101010101" pitchFamily="18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HY견고딕" panose="02030600000101010101" pitchFamily="18" charset="-127"/>
                          <a:ea typeface="HY견고딕" panose="02030600000101010101" pitchFamily="18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HY견고딕" panose="02030600000101010101" pitchFamily="18" charset="-127"/>
                          <a:ea typeface="HY견고딕" panose="02030600000101010101" pitchFamily="18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HY견고딕" panose="02030600000101010101" pitchFamily="18" charset="-127"/>
                          <a:ea typeface="HY견고딕" panose="02030600000101010101" pitchFamily="18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20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</a:t>
                      </a:r>
                    </a:p>
                  </a:txBody>
                  <a:tcPr marT="45728" marB="4572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33" name="Text Box 63"/>
          <p:cNvSpPr txBox="1">
            <a:spLocks noChangeArrowheads="1"/>
          </p:cNvSpPr>
          <p:nvPr/>
        </p:nvSpPr>
        <p:spPr bwMode="auto">
          <a:xfrm>
            <a:off x="5379352" y="2869407"/>
            <a:ext cx="365125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eaLnBrk="1" hangingPunct="1"/>
            <a:r>
              <a:rPr lang="en-US" altLang="ko-KR" sz="1100" b="1">
                <a:latin typeface="맑은 고딕" panose="020B0503020000020004" pitchFamily="50" charset="-127"/>
                <a:ea typeface="맑은 고딕" panose="020B0503020000020004" pitchFamily="50" charset="-127"/>
              </a:rPr>
              <a:t>[0]</a:t>
            </a:r>
          </a:p>
        </p:txBody>
      </p:sp>
      <p:sp>
        <p:nvSpPr>
          <p:cNvPr id="34" name="Text Box 64"/>
          <p:cNvSpPr txBox="1">
            <a:spLocks noChangeArrowheads="1"/>
          </p:cNvSpPr>
          <p:nvPr/>
        </p:nvSpPr>
        <p:spPr bwMode="auto">
          <a:xfrm>
            <a:off x="5374589" y="3139282"/>
            <a:ext cx="365125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eaLnBrk="1" hangingPunct="1"/>
            <a:r>
              <a:rPr lang="en-US" altLang="ko-KR" sz="1100" b="1">
                <a:latin typeface="맑은 고딕" panose="020B0503020000020004" pitchFamily="50" charset="-127"/>
                <a:ea typeface="맑은 고딕" panose="020B0503020000020004" pitchFamily="50" charset="-127"/>
              </a:rPr>
              <a:t>[1]</a:t>
            </a:r>
          </a:p>
        </p:txBody>
      </p:sp>
      <p:grpSp>
        <p:nvGrpSpPr>
          <p:cNvPr id="35" name="Group 65"/>
          <p:cNvGrpSpPr>
            <a:grpSpLocks/>
          </p:cNvGrpSpPr>
          <p:nvPr/>
        </p:nvGrpSpPr>
        <p:grpSpPr bwMode="auto">
          <a:xfrm>
            <a:off x="1391552" y="3401219"/>
            <a:ext cx="4344987" cy="1454150"/>
            <a:chOff x="675" y="504"/>
            <a:chExt cx="2737" cy="916"/>
          </a:xfrm>
        </p:grpSpPr>
        <p:sp>
          <p:nvSpPr>
            <p:cNvPr id="36" name="Line 66"/>
            <p:cNvSpPr>
              <a:spLocks noChangeShapeType="1"/>
            </p:cNvSpPr>
            <p:nvPr/>
          </p:nvSpPr>
          <p:spPr bwMode="auto">
            <a:xfrm>
              <a:off x="785" y="1148"/>
              <a:ext cx="286" cy="2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7" name="Oval 67"/>
            <p:cNvSpPr>
              <a:spLocks noChangeArrowheads="1"/>
            </p:cNvSpPr>
            <p:nvPr/>
          </p:nvSpPr>
          <p:spPr bwMode="auto">
            <a:xfrm>
              <a:off x="675" y="949"/>
              <a:ext cx="224" cy="212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lIns="72000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9pPr>
            </a:lstStyle>
            <a:p>
              <a:pPr eaLnBrk="1" hangingPunct="1"/>
              <a:r>
                <a:rPr lang="en-US" altLang="ko-KR" sz="16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맑은 고딕" panose="020B0503020000020004" pitchFamily="50" charset="-127"/>
                  <a:ea typeface="맑은 고딕" panose="020B0503020000020004" pitchFamily="50" charset="-127"/>
                </a:rPr>
                <a:t>B</a:t>
              </a:r>
            </a:p>
          </p:txBody>
        </p:sp>
        <p:sp>
          <p:nvSpPr>
            <p:cNvPr id="38" name="Text Box 68"/>
            <p:cNvSpPr txBox="1">
              <a:spLocks noChangeArrowheads="1"/>
            </p:cNvSpPr>
            <p:nvPr/>
          </p:nvSpPr>
          <p:spPr bwMode="auto">
            <a:xfrm>
              <a:off x="742" y="802"/>
              <a:ext cx="66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9pPr>
            </a:lstStyle>
            <a:p>
              <a:pPr eaLnBrk="1" hangingPunct="1"/>
              <a:r>
                <a:rPr lang="en-US" altLang="ko-KR" sz="1400" b="1">
                  <a:solidFill>
                    <a:srgbClr val="0000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</a:t>
              </a:r>
            </a:p>
          </p:txBody>
        </p:sp>
        <p:sp>
          <p:nvSpPr>
            <p:cNvPr id="39" name="Text Box 69"/>
            <p:cNvSpPr txBox="1">
              <a:spLocks noChangeArrowheads="1"/>
            </p:cNvSpPr>
            <p:nvPr/>
          </p:nvSpPr>
          <p:spPr bwMode="auto">
            <a:xfrm>
              <a:off x="3182" y="504"/>
              <a:ext cx="230" cy="1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ko-KR" sz="1100" b="1">
                  <a:solidFill>
                    <a:srgbClr val="0000CC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맑은 고딕" pitchFamily="50" charset="-127"/>
                  <a:ea typeface="맑은 고딕" pitchFamily="50" charset="-127"/>
                </a:rPr>
                <a:t>[2]</a:t>
              </a:r>
            </a:p>
          </p:txBody>
        </p:sp>
      </p:grpSp>
      <p:sp>
        <p:nvSpPr>
          <p:cNvPr id="40" name="Text Box 70"/>
          <p:cNvSpPr txBox="1">
            <a:spLocks noChangeArrowheads="1"/>
          </p:cNvSpPr>
          <p:nvPr/>
        </p:nvSpPr>
        <p:spPr bwMode="auto">
          <a:xfrm>
            <a:off x="5379352" y="3683794"/>
            <a:ext cx="365125" cy="26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eaLnBrk="1" hangingPunct="1"/>
            <a:r>
              <a:rPr lang="en-US" altLang="ko-KR" sz="1100" b="1">
                <a:latin typeface="맑은 고딕" panose="020B0503020000020004" pitchFamily="50" charset="-127"/>
                <a:ea typeface="맑은 고딕" panose="020B0503020000020004" pitchFamily="50" charset="-127"/>
              </a:rPr>
              <a:t>[3]</a:t>
            </a:r>
          </a:p>
        </p:txBody>
      </p:sp>
      <p:sp>
        <p:nvSpPr>
          <p:cNvPr id="41" name="Text Box 71"/>
          <p:cNvSpPr txBox="1">
            <a:spLocks noChangeArrowheads="1"/>
          </p:cNvSpPr>
          <p:nvPr/>
        </p:nvSpPr>
        <p:spPr bwMode="auto">
          <a:xfrm>
            <a:off x="5374589" y="3952082"/>
            <a:ext cx="365125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eaLnBrk="1" hangingPunct="1"/>
            <a:r>
              <a:rPr lang="en-US" altLang="ko-KR" sz="1100" b="1">
                <a:latin typeface="맑은 고딕" panose="020B0503020000020004" pitchFamily="50" charset="-127"/>
                <a:ea typeface="맑은 고딕" panose="020B0503020000020004" pitchFamily="50" charset="-127"/>
              </a:rPr>
              <a:t>[4]</a:t>
            </a:r>
          </a:p>
        </p:txBody>
      </p:sp>
      <p:sp>
        <p:nvSpPr>
          <p:cNvPr id="42" name="Text Box 72"/>
          <p:cNvSpPr txBox="1">
            <a:spLocks noChangeArrowheads="1"/>
          </p:cNvSpPr>
          <p:nvPr/>
        </p:nvSpPr>
        <p:spPr bwMode="auto">
          <a:xfrm>
            <a:off x="5369827" y="4234657"/>
            <a:ext cx="365125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eaLnBrk="1" hangingPunct="1"/>
            <a:r>
              <a:rPr lang="en-US" altLang="ko-KR" sz="1100" b="1">
                <a:latin typeface="맑은 고딕" panose="020B0503020000020004" pitchFamily="50" charset="-127"/>
                <a:ea typeface="맑은 고딕" panose="020B0503020000020004" pitchFamily="50" charset="-127"/>
              </a:rPr>
              <a:t>[5]</a:t>
            </a:r>
          </a:p>
        </p:txBody>
      </p:sp>
      <p:sp>
        <p:nvSpPr>
          <p:cNvPr id="43" name="Text Box 73"/>
          <p:cNvSpPr txBox="1">
            <a:spLocks noChangeArrowheads="1"/>
          </p:cNvSpPr>
          <p:nvPr/>
        </p:nvSpPr>
        <p:spPr bwMode="auto">
          <a:xfrm>
            <a:off x="5366652" y="4509294"/>
            <a:ext cx="365125" cy="26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eaLnBrk="1" hangingPunct="1"/>
            <a:r>
              <a:rPr lang="en-US" altLang="ko-KR" sz="1100" b="1">
                <a:latin typeface="맑은 고딕" panose="020B0503020000020004" pitchFamily="50" charset="-127"/>
                <a:ea typeface="맑은 고딕" panose="020B0503020000020004" pitchFamily="50" charset="-127"/>
              </a:rPr>
              <a:t>[6]</a:t>
            </a:r>
          </a:p>
        </p:txBody>
      </p:sp>
      <p:sp>
        <p:nvSpPr>
          <p:cNvPr id="44" name="Text Box 74"/>
          <p:cNvSpPr txBox="1">
            <a:spLocks noChangeArrowheads="1"/>
          </p:cNvSpPr>
          <p:nvPr/>
        </p:nvSpPr>
        <p:spPr bwMode="auto">
          <a:xfrm>
            <a:off x="5374589" y="4779169"/>
            <a:ext cx="365125" cy="26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eaLnBrk="1" hangingPunct="1"/>
            <a:r>
              <a:rPr lang="en-US" altLang="ko-KR" sz="1100" b="1">
                <a:latin typeface="맑은 고딕" panose="020B0503020000020004" pitchFamily="50" charset="-127"/>
                <a:ea typeface="맑은 고딕" panose="020B0503020000020004" pitchFamily="50" charset="-127"/>
              </a:rPr>
              <a:t>[7]</a:t>
            </a:r>
          </a:p>
        </p:txBody>
      </p:sp>
      <p:sp>
        <p:nvSpPr>
          <p:cNvPr id="45" name="Text Box 75"/>
          <p:cNvSpPr txBox="1">
            <a:spLocks noChangeArrowheads="1"/>
          </p:cNvSpPr>
          <p:nvPr/>
        </p:nvSpPr>
        <p:spPr bwMode="auto">
          <a:xfrm>
            <a:off x="5371414" y="5044282"/>
            <a:ext cx="365125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eaLnBrk="1" hangingPunct="1"/>
            <a:r>
              <a:rPr lang="en-US" altLang="ko-KR" sz="1100" b="1">
                <a:latin typeface="맑은 고딕" panose="020B0503020000020004" pitchFamily="50" charset="-127"/>
                <a:ea typeface="맑은 고딕" panose="020B0503020000020004" pitchFamily="50" charset="-127"/>
              </a:rPr>
              <a:t>[8]</a:t>
            </a:r>
          </a:p>
        </p:txBody>
      </p:sp>
      <p:sp>
        <p:nvSpPr>
          <p:cNvPr id="46" name="Text Box 76"/>
          <p:cNvSpPr txBox="1">
            <a:spLocks noChangeArrowheads="1"/>
          </p:cNvSpPr>
          <p:nvPr/>
        </p:nvSpPr>
        <p:spPr bwMode="auto">
          <a:xfrm>
            <a:off x="5366652" y="5312569"/>
            <a:ext cx="365125" cy="26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eaLnBrk="1" hangingPunct="1"/>
            <a:r>
              <a:rPr lang="en-US" altLang="ko-KR" sz="1100" b="1">
                <a:latin typeface="맑은 고딕" panose="020B0503020000020004" pitchFamily="50" charset="-127"/>
                <a:ea typeface="맑은 고딕" panose="020B0503020000020004" pitchFamily="50" charset="-127"/>
              </a:rPr>
              <a:t>[9]</a:t>
            </a:r>
          </a:p>
        </p:txBody>
      </p:sp>
      <p:sp>
        <p:nvSpPr>
          <p:cNvPr id="47" name="Text Box 77"/>
          <p:cNvSpPr txBox="1">
            <a:spLocks noChangeArrowheads="1"/>
          </p:cNvSpPr>
          <p:nvPr/>
        </p:nvSpPr>
        <p:spPr bwMode="auto">
          <a:xfrm>
            <a:off x="5290452" y="6139657"/>
            <a:ext cx="447675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eaLnBrk="1" hangingPunct="1"/>
            <a:r>
              <a:rPr lang="en-US" altLang="ko-KR" sz="1100" b="1">
                <a:latin typeface="맑은 고딕" panose="020B0503020000020004" pitchFamily="50" charset="-127"/>
                <a:ea typeface="맑은 고딕" panose="020B0503020000020004" pitchFamily="50" charset="-127"/>
              </a:rPr>
              <a:t>[12]</a:t>
            </a:r>
          </a:p>
        </p:txBody>
      </p:sp>
      <p:grpSp>
        <p:nvGrpSpPr>
          <p:cNvPr id="48" name="Group 78"/>
          <p:cNvGrpSpPr>
            <a:grpSpLocks/>
          </p:cNvGrpSpPr>
          <p:nvPr/>
        </p:nvGrpSpPr>
        <p:grpSpPr bwMode="auto">
          <a:xfrm>
            <a:off x="6531877" y="3394869"/>
            <a:ext cx="2295525" cy="927100"/>
            <a:chOff x="3985" y="500"/>
            <a:chExt cx="1446" cy="584"/>
          </a:xfrm>
        </p:grpSpPr>
        <p:sp>
          <p:nvSpPr>
            <p:cNvPr id="49" name="Text Box 79"/>
            <p:cNvSpPr txBox="1">
              <a:spLocks noChangeArrowheads="1"/>
            </p:cNvSpPr>
            <p:nvPr/>
          </p:nvSpPr>
          <p:spPr bwMode="auto">
            <a:xfrm>
              <a:off x="4071" y="500"/>
              <a:ext cx="1360" cy="1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ko-KR" altLang="en-US" sz="1400" b="1">
                  <a:latin typeface="맑은 고딕" pitchFamily="50" charset="-127"/>
                  <a:ea typeface="맑은 고딕" pitchFamily="50" charset="-127"/>
                </a:rPr>
                <a:t>부모노드의 인덱스 </a:t>
              </a:r>
              <a:r>
                <a:rPr lang="en-US" altLang="ko-KR" sz="1400" b="1">
                  <a:latin typeface="맑은 고딕" pitchFamily="50" charset="-127"/>
                  <a:ea typeface="맑은 고딕" pitchFamily="50" charset="-127"/>
                </a:rPr>
                <a:t>= </a:t>
              </a:r>
              <a:r>
                <a:rPr lang="en-US" altLang="ko-KR" sz="1400" b="1">
                  <a:solidFill>
                    <a:srgbClr val="0000CC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맑은 고딕" pitchFamily="50" charset="-127"/>
                  <a:ea typeface="맑은 고딕" pitchFamily="50" charset="-127"/>
                </a:rPr>
                <a:t> 2</a:t>
              </a:r>
              <a:r>
                <a:rPr lang="en-US" altLang="ko-KR" sz="1200" b="1">
                  <a:latin typeface="맑은 고딕" pitchFamily="50" charset="-127"/>
                  <a:ea typeface="맑은 고딕" pitchFamily="50" charset="-127"/>
                </a:rPr>
                <a:t> </a:t>
              </a:r>
            </a:p>
          </p:txBody>
        </p:sp>
        <p:sp>
          <p:nvSpPr>
            <p:cNvPr id="50" name="Freeform 80"/>
            <p:cNvSpPr>
              <a:spLocks/>
            </p:cNvSpPr>
            <p:nvPr/>
          </p:nvSpPr>
          <p:spPr bwMode="auto">
            <a:xfrm rot="-869926">
              <a:off x="3985" y="595"/>
              <a:ext cx="171" cy="489"/>
            </a:xfrm>
            <a:custGeom>
              <a:avLst/>
              <a:gdLst>
                <a:gd name="T0" fmla="*/ 0 w 144"/>
                <a:gd name="T1" fmla="*/ 190129 h 181"/>
                <a:gd name="T2" fmla="*/ 454 w 144"/>
                <a:gd name="T3" fmla="*/ 47522 h 181"/>
                <a:gd name="T4" fmla="*/ 152 w 144"/>
                <a:gd name="T5" fmla="*/ 0 h 181"/>
                <a:gd name="T6" fmla="*/ 0 60000 65536"/>
                <a:gd name="T7" fmla="*/ 0 60000 65536"/>
                <a:gd name="T8" fmla="*/ 0 60000 65536"/>
                <a:gd name="T9" fmla="*/ 0 w 144"/>
                <a:gd name="T10" fmla="*/ 0 h 181"/>
                <a:gd name="T11" fmla="*/ 144 w 144"/>
                <a:gd name="T12" fmla="*/ 181 h 18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44" h="181">
                  <a:moveTo>
                    <a:pt x="0" y="181"/>
                  </a:moveTo>
                  <a:cubicBezTo>
                    <a:pt x="64" y="128"/>
                    <a:pt x="128" y="75"/>
                    <a:pt x="136" y="45"/>
                  </a:cubicBezTo>
                  <a:cubicBezTo>
                    <a:pt x="144" y="15"/>
                    <a:pt x="95" y="7"/>
                    <a:pt x="46" y="0"/>
                  </a:cubicBezTo>
                </a:path>
              </a:pathLst>
            </a:custGeom>
            <a:noFill/>
            <a:ln w="9525">
              <a:solidFill>
                <a:srgbClr val="FF0000"/>
              </a:solidFill>
              <a:round/>
              <a:headEnd/>
              <a:tailEnd type="arrow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51" name="Group 81"/>
          <p:cNvGrpSpPr>
            <a:grpSpLocks/>
          </p:cNvGrpSpPr>
          <p:nvPr/>
        </p:nvGrpSpPr>
        <p:grpSpPr bwMode="auto">
          <a:xfrm>
            <a:off x="6512827" y="4379119"/>
            <a:ext cx="2867025" cy="1412875"/>
            <a:chOff x="3901" y="1120"/>
            <a:chExt cx="1806" cy="890"/>
          </a:xfrm>
        </p:grpSpPr>
        <p:sp>
          <p:nvSpPr>
            <p:cNvPr id="52" name="Freeform 82"/>
            <p:cNvSpPr>
              <a:spLocks/>
            </p:cNvSpPr>
            <p:nvPr/>
          </p:nvSpPr>
          <p:spPr bwMode="auto">
            <a:xfrm rot="525429" flipV="1">
              <a:off x="3901" y="1120"/>
              <a:ext cx="180" cy="856"/>
            </a:xfrm>
            <a:custGeom>
              <a:avLst/>
              <a:gdLst>
                <a:gd name="T0" fmla="*/ 0 w 144"/>
                <a:gd name="T1" fmla="*/ 9576606 h 181"/>
                <a:gd name="T2" fmla="*/ 646 w 144"/>
                <a:gd name="T3" fmla="*/ 2382167 h 181"/>
                <a:gd name="T4" fmla="*/ 217 w 144"/>
                <a:gd name="T5" fmla="*/ 0 h 181"/>
                <a:gd name="T6" fmla="*/ 0 60000 65536"/>
                <a:gd name="T7" fmla="*/ 0 60000 65536"/>
                <a:gd name="T8" fmla="*/ 0 60000 65536"/>
                <a:gd name="T9" fmla="*/ 0 w 144"/>
                <a:gd name="T10" fmla="*/ 0 h 181"/>
                <a:gd name="T11" fmla="*/ 144 w 144"/>
                <a:gd name="T12" fmla="*/ 181 h 18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44" h="181">
                  <a:moveTo>
                    <a:pt x="0" y="181"/>
                  </a:moveTo>
                  <a:cubicBezTo>
                    <a:pt x="64" y="128"/>
                    <a:pt x="128" y="75"/>
                    <a:pt x="136" y="45"/>
                  </a:cubicBezTo>
                  <a:cubicBezTo>
                    <a:pt x="144" y="15"/>
                    <a:pt x="95" y="7"/>
                    <a:pt x="46" y="0"/>
                  </a:cubicBezTo>
                </a:path>
              </a:pathLst>
            </a:custGeom>
            <a:noFill/>
            <a:ln w="9525">
              <a:solidFill>
                <a:srgbClr val="0000CC"/>
              </a:solidFill>
              <a:round/>
              <a:headEnd/>
              <a:tailEnd type="arrow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3" name="Text Box 83"/>
            <p:cNvSpPr txBox="1">
              <a:spLocks noChangeArrowheads="1"/>
            </p:cNvSpPr>
            <p:nvPr/>
          </p:nvSpPr>
          <p:spPr bwMode="auto">
            <a:xfrm>
              <a:off x="3971" y="1816"/>
              <a:ext cx="1736" cy="1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ko-KR" altLang="en-US" sz="1400" b="1" dirty="0">
                  <a:latin typeface="맑은 고딕" pitchFamily="50" charset="-127"/>
                  <a:ea typeface="맑은 고딕" pitchFamily="50" charset="-127"/>
                </a:rPr>
                <a:t>왼쪽 </a:t>
              </a:r>
              <a:r>
                <a:rPr lang="ko-KR" altLang="en-US" sz="1400" b="1" dirty="0" err="1">
                  <a:latin typeface="맑은 고딕" pitchFamily="50" charset="-127"/>
                  <a:ea typeface="맑은 고딕" pitchFamily="50" charset="-127"/>
                </a:rPr>
                <a:t>자식노드의</a:t>
              </a:r>
              <a:r>
                <a:rPr lang="ko-KR" altLang="en-US" sz="1400" b="1" dirty="0">
                  <a:latin typeface="맑은 고딕" pitchFamily="50" charset="-127"/>
                  <a:ea typeface="맑은 고딕" pitchFamily="50" charset="-127"/>
                </a:rPr>
                <a:t> 인덱스 </a:t>
              </a:r>
              <a:r>
                <a:rPr lang="en-US" altLang="ko-KR" sz="1400" b="1" dirty="0">
                  <a:latin typeface="맑은 고딕" pitchFamily="50" charset="-127"/>
                  <a:ea typeface="맑은 고딕" pitchFamily="50" charset="-127"/>
                </a:rPr>
                <a:t>= </a:t>
              </a:r>
              <a:r>
                <a:rPr lang="en-US" altLang="ko-KR" sz="1400" b="1" dirty="0">
                  <a:solidFill>
                    <a:srgbClr val="0000CC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맑은 고딕" pitchFamily="50" charset="-127"/>
                  <a:ea typeface="맑은 고딕" pitchFamily="50" charset="-127"/>
                </a:rPr>
                <a:t> 10</a:t>
              </a:r>
              <a:r>
                <a:rPr lang="en-US" altLang="ko-KR" sz="1400" b="1" dirty="0">
                  <a:latin typeface="맑은 고딕" pitchFamily="50" charset="-127"/>
                  <a:ea typeface="맑은 고딕" pitchFamily="50" charset="-127"/>
                </a:rPr>
                <a:t>  </a:t>
              </a:r>
            </a:p>
          </p:txBody>
        </p:sp>
      </p:grpSp>
      <p:grpSp>
        <p:nvGrpSpPr>
          <p:cNvPr id="54" name="Group 84"/>
          <p:cNvGrpSpPr>
            <a:grpSpLocks/>
          </p:cNvGrpSpPr>
          <p:nvPr/>
        </p:nvGrpSpPr>
        <p:grpSpPr bwMode="auto">
          <a:xfrm>
            <a:off x="6571564" y="4415632"/>
            <a:ext cx="2795588" cy="1981200"/>
            <a:chOff x="3938" y="1143"/>
            <a:chExt cx="1761" cy="1248"/>
          </a:xfrm>
        </p:grpSpPr>
        <p:sp>
          <p:nvSpPr>
            <p:cNvPr id="55" name="Freeform 85"/>
            <p:cNvSpPr>
              <a:spLocks/>
            </p:cNvSpPr>
            <p:nvPr/>
          </p:nvSpPr>
          <p:spPr bwMode="auto">
            <a:xfrm rot="248885" flipV="1">
              <a:off x="3938" y="1143"/>
              <a:ext cx="197" cy="1018"/>
            </a:xfrm>
            <a:custGeom>
              <a:avLst/>
              <a:gdLst>
                <a:gd name="T0" fmla="*/ 0 w 144"/>
                <a:gd name="T1" fmla="*/ 32225561 h 181"/>
                <a:gd name="T2" fmla="*/ 1216 w 144"/>
                <a:gd name="T3" fmla="*/ 8008049 h 181"/>
                <a:gd name="T4" fmla="*/ 412 w 144"/>
                <a:gd name="T5" fmla="*/ 0 h 181"/>
                <a:gd name="T6" fmla="*/ 0 60000 65536"/>
                <a:gd name="T7" fmla="*/ 0 60000 65536"/>
                <a:gd name="T8" fmla="*/ 0 60000 65536"/>
                <a:gd name="T9" fmla="*/ 0 w 144"/>
                <a:gd name="T10" fmla="*/ 0 h 181"/>
                <a:gd name="T11" fmla="*/ 144 w 144"/>
                <a:gd name="T12" fmla="*/ 181 h 18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44" h="181">
                  <a:moveTo>
                    <a:pt x="0" y="181"/>
                  </a:moveTo>
                  <a:cubicBezTo>
                    <a:pt x="64" y="128"/>
                    <a:pt x="128" y="75"/>
                    <a:pt x="136" y="45"/>
                  </a:cubicBezTo>
                  <a:cubicBezTo>
                    <a:pt x="144" y="15"/>
                    <a:pt x="95" y="7"/>
                    <a:pt x="46" y="0"/>
                  </a:cubicBezTo>
                </a:path>
              </a:pathLst>
            </a:custGeom>
            <a:noFill/>
            <a:ln w="9525">
              <a:solidFill>
                <a:srgbClr val="FF0000"/>
              </a:solidFill>
              <a:round/>
              <a:headEnd/>
              <a:tailEnd type="arrow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6" name="Text Box 86"/>
            <p:cNvSpPr txBox="1">
              <a:spLocks noChangeArrowheads="1"/>
            </p:cNvSpPr>
            <p:nvPr/>
          </p:nvSpPr>
          <p:spPr bwMode="auto">
            <a:xfrm>
              <a:off x="3992" y="2061"/>
              <a:ext cx="1707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ko-KR" altLang="en-US" sz="1400" b="1" dirty="0">
                  <a:latin typeface="맑은 고딕" pitchFamily="50" charset="-127"/>
                  <a:ea typeface="맑은 고딕" pitchFamily="50" charset="-127"/>
                </a:rPr>
                <a:t>오른쪽 </a:t>
              </a:r>
              <a:r>
                <a:rPr lang="ko-KR" altLang="en-US" sz="1400" b="1" dirty="0" err="1">
                  <a:latin typeface="맑은 고딕" pitchFamily="50" charset="-127"/>
                  <a:ea typeface="맑은 고딕" pitchFamily="50" charset="-127"/>
                </a:rPr>
                <a:t>자식노드의</a:t>
              </a:r>
              <a:r>
                <a:rPr lang="ko-KR" altLang="en-US" sz="1400" b="1" dirty="0">
                  <a:latin typeface="맑은 고딕" pitchFamily="50" charset="-127"/>
                  <a:ea typeface="맑은 고딕" pitchFamily="50" charset="-127"/>
                </a:rPr>
                <a:t> 인덱스 </a:t>
              </a:r>
              <a:r>
                <a:rPr lang="en-US" altLang="ko-KR" sz="1400" b="1" dirty="0">
                  <a:latin typeface="맑은 고딕" pitchFamily="50" charset="-127"/>
                  <a:ea typeface="맑은 고딕" pitchFamily="50" charset="-127"/>
                </a:rPr>
                <a:t>=  </a:t>
              </a:r>
              <a:r>
                <a:rPr lang="en-US" altLang="ko-KR" sz="1400" b="1" dirty="0">
                  <a:solidFill>
                    <a:srgbClr val="0000CC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맑은 고딕" pitchFamily="50" charset="-127"/>
                  <a:ea typeface="맑은 고딕" pitchFamily="50" charset="-127"/>
                </a:rPr>
                <a:t>11</a:t>
              </a:r>
            </a:p>
          </p:txBody>
        </p:sp>
      </p:grpSp>
      <p:grpSp>
        <p:nvGrpSpPr>
          <p:cNvPr id="57" name="Group 87"/>
          <p:cNvGrpSpPr>
            <a:grpSpLocks/>
          </p:cNvGrpSpPr>
          <p:nvPr/>
        </p:nvGrpSpPr>
        <p:grpSpPr bwMode="auto">
          <a:xfrm>
            <a:off x="1566177" y="5144294"/>
            <a:ext cx="4167187" cy="712788"/>
            <a:chOff x="785" y="1602"/>
            <a:chExt cx="2625" cy="449"/>
          </a:xfrm>
        </p:grpSpPr>
        <p:sp>
          <p:nvSpPr>
            <p:cNvPr id="58" name="Text Box 88"/>
            <p:cNvSpPr txBox="1">
              <a:spLocks noChangeArrowheads="1"/>
            </p:cNvSpPr>
            <p:nvPr/>
          </p:nvSpPr>
          <p:spPr bwMode="auto">
            <a:xfrm>
              <a:off x="790" y="1669"/>
              <a:ext cx="131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9pPr>
            </a:lstStyle>
            <a:p>
              <a:pPr eaLnBrk="1" hangingPunct="1"/>
              <a:r>
                <a:rPr lang="en-US" altLang="ko-KR" sz="1400" b="1">
                  <a:solidFill>
                    <a:srgbClr val="0000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10</a:t>
              </a:r>
            </a:p>
          </p:txBody>
        </p:sp>
        <p:sp>
          <p:nvSpPr>
            <p:cNvPr id="59" name="Text Box 89"/>
            <p:cNvSpPr txBox="1">
              <a:spLocks noChangeArrowheads="1"/>
            </p:cNvSpPr>
            <p:nvPr/>
          </p:nvSpPr>
          <p:spPr bwMode="auto">
            <a:xfrm>
              <a:off x="3128" y="1886"/>
              <a:ext cx="282" cy="1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ko-KR" sz="1100" b="1">
                  <a:solidFill>
                    <a:srgbClr val="0000CC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맑은 고딕" pitchFamily="50" charset="-127"/>
                  <a:ea typeface="맑은 고딕" pitchFamily="50" charset="-127"/>
                </a:rPr>
                <a:t>[10]</a:t>
              </a:r>
            </a:p>
          </p:txBody>
        </p:sp>
        <p:sp>
          <p:nvSpPr>
            <p:cNvPr id="60" name="Line 90"/>
            <p:cNvSpPr>
              <a:spLocks noChangeShapeType="1"/>
            </p:cNvSpPr>
            <p:nvPr/>
          </p:nvSpPr>
          <p:spPr bwMode="auto">
            <a:xfrm flipV="1">
              <a:off x="897" y="1602"/>
              <a:ext cx="227" cy="22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1" name="Oval 91"/>
            <p:cNvSpPr>
              <a:spLocks noChangeArrowheads="1"/>
            </p:cNvSpPr>
            <p:nvPr/>
          </p:nvSpPr>
          <p:spPr bwMode="auto">
            <a:xfrm>
              <a:off x="785" y="1807"/>
              <a:ext cx="224" cy="212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lIns="72000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9pPr>
            </a:lstStyle>
            <a:p>
              <a:pPr eaLnBrk="1" hangingPunct="1"/>
              <a:r>
                <a:rPr lang="en-US" altLang="ko-KR" sz="16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맑은 고딕" panose="020B0503020000020004" pitchFamily="50" charset="-127"/>
                  <a:ea typeface="맑은 고딕" panose="020B0503020000020004" pitchFamily="50" charset="-127"/>
                </a:rPr>
                <a:t>J</a:t>
              </a:r>
            </a:p>
          </p:txBody>
        </p:sp>
      </p:grpSp>
      <p:grpSp>
        <p:nvGrpSpPr>
          <p:cNvPr id="62" name="Group 92"/>
          <p:cNvGrpSpPr>
            <a:grpSpLocks/>
          </p:cNvGrpSpPr>
          <p:nvPr/>
        </p:nvGrpSpPr>
        <p:grpSpPr bwMode="auto">
          <a:xfrm>
            <a:off x="2096402" y="5144294"/>
            <a:ext cx="3633787" cy="987425"/>
            <a:chOff x="1119" y="1602"/>
            <a:chExt cx="2289" cy="622"/>
          </a:xfrm>
        </p:grpSpPr>
        <p:sp>
          <p:nvSpPr>
            <p:cNvPr id="63" name="Text Box 93"/>
            <p:cNvSpPr txBox="1">
              <a:spLocks noChangeArrowheads="1"/>
            </p:cNvSpPr>
            <p:nvPr/>
          </p:nvSpPr>
          <p:spPr bwMode="auto">
            <a:xfrm>
              <a:off x="1263" y="1669"/>
              <a:ext cx="131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9pPr>
            </a:lstStyle>
            <a:p>
              <a:pPr eaLnBrk="1" hangingPunct="1"/>
              <a:r>
                <a:rPr lang="en-US" altLang="ko-KR" sz="1400" b="1">
                  <a:solidFill>
                    <a:srgbClr val="0000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11</a:t>
              </a:r>
            </a:p>
          </p:txBody>
        </p:sp>
        <p:sp>
          <p:nvSpPr>
            <p:cNvPr id="64" name="Text Box 94"/>
            <p:cNvSpPr txBox="1">
              <a:spLocks noChangeArrowheads="1"/>
            </p:cNvSpPr>
            <p:nvPr/>
          </p:nvSpPr>
          <p:spPr bwMode="auto">
            <a:xfrm>
              <a:off x="3126" y="2059"/>
              <a:ext cx="282" cy="1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ko-KR" sz="1100" b="1">
                  <a:solidFill>
                    <a:srgbClr val="0000CC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맑은 고딕" pitchFamily="50" charset="-127"/>
                  <a:ea typeface="맑은 고딕" pitchFamily="50" charset="-127"/>
                </a:rPr>
                <a:t>[11]</a:t>
              </a:r>
            </a:p>
          </p:txBody>
        </p:sp>
        <p:sp>
          <p:nvSpPr>
            <p:cNvPr id="65" name="Line 95"/>
            <p:cNvSpPr>
              <a:spLocks noChangeShapeType="1"/>
            </p:cNvSpPr>
            <p:nvPr/>
          </p:nvSpPr>
          <p:spPr bwMode="auto">
            <a:xfrm flipH="1" flipV="1">
              <a:off x="1119" y="1602"/>
              <a:ext cx="186" cy="23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6" name="Oval 96"/>
            <p:cNvSpPr>
              <a:spLocks noChangeArrowheads="1"/>
            </p:cNvSpPr>
            <p:nvPr/>
          </p:nvSpPr>
          <p:spPr bwMode="auto">
            <a:xfrm>
              <a:off x="1194" y="1800"/>
              <a:ext cx="224" cy="212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lIns="72000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9pPr>
            </a:lstStyle>
            <a:p>
              <a:pPr eaLnBrk="1" hangingPunct="1"/>
              <a:r>
                <a:rPr lang="en-US" altLang="ko-KR" sz="16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맑은 고딕" panose="020B0503020000020004" pitchFamily="50" charset="-127"/>
                  <a:ea typeface="맑은 고딕" panose="020B0503020000020004" pitchFamily="50" charset="-127"/>
                </a:rPr>
                <a:t>K</a:t>
              </a:r>
            </a:p>
          </p:txBody>
        </p:sp>
      </p:grpSp>
      <p:sp>
        <p:nvSpPr>
          <p:cNvPr id="67" name="Oval 97"/>
          <p:cNvSpPr>
            <a:spLocks noChangeArrowheads="1"/>
          </p:cNvSpPr>
          <p:nvPr/>
        </p:nvSpPr>
        <p:spPr bwMode="auto">
          <a:xfrm>
            <a:off x="1910664" y="4809332"/>
            <a:ext cx="355600" cy="336550"/>
          </a:xfrm>
          <a:prstGeom prst="ellipse">
            <a:avLst/>
          </a:prstGeom>
          <a:solidFill>
            <a:srgbClr val="FFFF66"/>
          </a:solidFill>
          <a:ln w="28575">
            <a:solidFill>
              <a:schemeClr val="tx1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72000" anchor="ctr"/>
          <a:lstStyle>
            <a:lvl1pPr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eaLnBrk="1" hangingPunct="1"/>
            <a:r>
              <a:rPr lang="en-US" altLang="ko-KR" sz="1600" b="1">
                <a:effectLst>
                  <a:outerShdw blurRad="38100" dist="38100" dir="2700000" algn="tl">
                    <a:srgbClr val="FFFFFF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E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9352" y="1197420"/>
            <a:ext cx="4978814" cy="180039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5" presetClass="emph" presetSubtype="0" repeatCount="3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35" presetClass="emph" presetSubtype="0" repeatCount="3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8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35" presetClass="emph" presetSubtype="0" repeatCount="3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6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내용 개체 틀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lvl="1"/>
            <a:r>
              <a:rPr lang="ko-KR" altLang="en-US" dirty="0"/>
              <a:t>편향 이진 </a:t>
            </a:r>
            <a:r>
              <a:rPr lang="ko-KR" altLang="en-US" dirty="0" err="1"/>
              <a:t>트리의</a:t>
            </a:r>
            <a:r>
              <a:rPr lang="ko-KR" altLang="en-US" dirty="0"/>
              <a:t> </a:t>
            </a:r>
            <a:r>
              <a:rPr lang="en-US" altLang="ko-KR" dirty="0"/>
              <a:t>1</a:t>
            </a:r>
            <a:r>
              <a:rPr lang="ko-KR" altLang="en-US" dirty="0"/>
              <a:t>차원 배열 표현</a:t>
            </a:r>
          </a:p>
          <a:p>
            <a:pPr lvl="1"/>
            <a:endParaRPr lang="ko-KR" altLang="en-US" dirty="0"/>
          </a:p>
        </p:txBody>
      </p:sp>
      <p:sp>
        <p:nvSpPr>
          <p:cNvPr id="24579" name="제목 2"/>
          <p:cNvSpPr>
            <a:spLocks noGrp="1"/>
          </p:cNvSpPr>
          <p:nvPr>
            <p:ph type="title"/>
          </p:nvPr>
        </p:nvSpPr>
        <p:spPr>
          <a:xfrm>
            <a:off x="227013" y="82550"/>
            <a:ext cx="8521451" cy="576263"/>
          </a:xfrm>
        </p:spPr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이진 트리 구현 </a:t>
            </a:r>
            <a:r>
              <a:rPr lang="en-US" altLang="ko-KR" dirty="0"/>
              <a:t>: </a:t>
            </a:r>
            <a:r>
              <a:rPr lang="ko-KR" altLang="en-US" dirty="0"/>
              <a:t>순차 자료구조를</a:t>
            </a:r>
            <a:r>
              <a:rPr lang="en-US" altLang="ko-KR" dirty="0"/>
              <a:t> </a:t>
            </a:r>
            <a:r>
              <a:rPr lang="ko-KR" altLang="en-US" dirty="0"/>
              <a:t>이용한 구현</a:t>
            </a:r>
            <a:endParaRPr lang="ko-KR" altLang="en-US" sz="2000" dirty="0"/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626217" y="1595437"/>
            <a:ext cx="7723042" cy="3667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ko-KR" altLang="en-US" dirty="0"/>
              <a:t>연결 자료구조를 이용한 </a:t>
            </a:r>
            <a:r>
              <a:rPr lang="ko-KR" altLang="en-US" dirty="0" err="1"/>
              <a:t>이진트리의</a:t>
            </a:r>
            <a:r>
              <a:rPr lang="ko-KR" altLang="en-US" dirty="0"/>
              <a:t> 구현</a:t>
            </a:r>
          </a:p>
          <a:p>
            <a:pPr lvl="1" eaLnBrk="1" hangingPunct="1">
              <a:defRPr/>
            </a:pPr>
            <a:r>
              <a:rPr lang="ko-KR" altLang="en-US" dirty="0"/>
              <a:t> 포인터를 사용하여 </a:t>
            </a:r>
            <a:r>
              <a:rPr lang="ko-KR" altLang="en-US" dirty="0" err="1"/>
              <a:t>이진트리</a:t>
            </a:r>
            <a:r>
              <a:rPr lang="ko-KR" altLang="en-US" dirty="0"/>
              <a:t> 구현</a:t>
            </a:r>
          </a:p>
          <a:p>
            <a:pPr lvl="2" eaLnBrk="1" hangingPunct="1">
              <a:lnSpc>
                <a:spcPct val="130000"/>
              </a:lnSpc>
              <a:defRPr/>
            </a:pPr>
            <a:r>
              <a:rPr lang="ko-KR" altLang="en-US" dirty="0"/>
              <a:t>데이터를 저장하는 데이터 필드</a:t>
            </a:r>
            <a:r>
              <a:rPr lang="en-US" altLang="ko-KR" dirty="0"/>
              <a:t>, </a:t>
            </a:r>
            <a:r>
              <a:rPr lang="ko-KR" altLang="en-US" dirty="0"/>
              <a:t>왼쪽 자식 </a:t>
            </a:r>
            <a:r>
              <a:rPr lang="ko-KR" altLang="en-US" dirty="0" err="1"/>
              <a:t>노드를</a:t>
            </a:r>
            <a:r>
              <a:rPr lang="ko-KR" altLang="en-US" dirty="0"/>
              <a:t> 연결하는 왼쪽 링크 필드</a:t>
            </a:r>
            <a:r>
              <a:rPr lang="en-US" altLang="ko-KR" dirty="0"/>
              <a:t>, </a:t>
            </a:r>
            <a:r>
              <a:rPr lang="ko-KR" altLang="en-US" dirty="0"/>
              <a:t>오른쪽 자식 </a:t>
            </a:r>
            <a:r>
              <a:rPr lang="ko-KR" altLang="en-US" dirty="0" err="1"/>
              <a:t>노드를</a:t>
            </a:r>
            <a:r>
              <a:rPr lang="ko-KR" altLang="en-US" dirty="0"/>
              <a:t> 연결하는 오른쪽 링크 필드로 구성</a:t>
            </a:r>
            <a:r>
              <a:rPr lang="en-US" altLang="ko-KR" dirty="0"/>
              <a:t>. </a:t>
            </a:r>
            <a:r>
              <a:rPr lang="ko-KR" altLang="en-US" dirty="0"/>
              <a:t>자식 </a:t>
            </a:r>
            <a:r>
              <a:rPr lang="ko-KR" altLang="en-US" dirty="0" err="1"/>
              <a:t>노드가</a:t>
            </a:r>
            <a:r>
              <a:rPr lang="ko-KR" altLang="en-US" dirty="0"/>
              <a:t> 없으면 링크 필드에 </a:t>
            </a:r>
            <a:r>
              <a:rPr lang="en-US" altLang="ko-KR" dirty="0"/>
              <a:t>NULL</a:t>
            </a:r>
            <a:r>
              <a:rPr lang="ko-KR" altLang="en-US" dirty="0"/>
              <a:t>을 저장하여 </a:t>
            </a:r>
            <a:r>
              <a:rPr lang="en-US" altLang="ko-KR" dirty="0"/>
              <a:t>NULL </a:t>
            </a:r>
            <a:r>
              <a:rPr lang="ko-KR" altLang="en-US" dirty="0"/>
              <a:t>포인터로 설정</a:t>
            </a:r>
            <a:endParaRPr lang="en-US" altLang="ko-KR" dirty="0"/>
          </a:p>
          <a:p>
            <a:pPr lvl="3" eaLnBrk="1" hangingPunct="1">
              <a:lnSpc>
                <a:spcPct val="130000"/>
              </a:lnSpc>
              <a:defRPr/>
            </a:pPr>
            <a:endParaRPr lang="en-US" altLang="ko-KR" dirty="0"/>
          </a:p>
          <a:p>
            <a:pPr lvl="3" eaLnBrk="1" hangingPunct="1">
              <a:lnSpc>
                <a:spcPct val="130000"/>
              </a:lnSpc>
              <a:defRPr/>
            </a:pPr>
            <a:endParaRPr lang="en-US" altLang="ko-KR" dirty="0"/>
          </a:p>
          <a:p>
            <a:pPr lvl="3" eaLnBrk="1" hangingPunct="1">
              <a:lnSpc>
                <a:spcPct val="130000"/>
              </a:lnSpc>
              <a:defRPr/>
            </a:pPr>
            <a:endParaRPr lang="en-US" altLang="ko-KR" dirty="0"/>
          </a:p>
          <a:p>
            <a:pPr lvl="2" eaLnBrk="1" hangingPunct="1">
              <a:lnSpc>
                <a:spcPct val="130000"/>
              </a:lnSpc>
              <a:defRPr/>
            </a:pPr>
            <a:endParaRPr lang="en-US" altLang="ko-KR" dirty="0"/>
          </a:p>
          <a:p>
            <a:pPr marL="0" indent="0">
              <a:buNone/>
              <a:defRPr/>
            </a:pPr>
            <a:endParaRPr lang="ko-KR" altLang="en-US" dirty="0"/>
          </a:p>
        </p:txBody>
      </p:sp>
      <p:sp>
        <p:nvSpPr>
          <p:cNvPr id="27651" name="제목 2"/>
          <p:cNvSpPr>
            <a:spLocks noGrp="1"/>
          </p:cNvSpPr>
          <p:nvPr>
            <p:ph type="title"/>
          </p:nvPr>
        </p:nvSpPr>
        <p:spPr>
          <a:xfrm>
            <a:off x="227013" y="82550"/>
            <a:ext cx="8593459" cy="576263"/>
          </a:xfrm>
        </p:spPr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이진 트리 구현 </a:t>
            </a:r>
            <a:r>
              <a:rPr lang="en-US" altLang="ko-KR" dirty="0"/>
              <a:t>: </a:t>
            </a:r>
            <a:r>
              <a:rPr lang="ko-KR" altLang="en-US" dirty="0"/>
              <a:t>연결 자료구조를 이용한 구현</a:t>
            </a:r>
            <a:endParaRPr lang="ko-KR" altLang="en-US" sz="2000" dirty="0"/>
          </a:p>
        </p:txBody>
      </p:sp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404441" y="3412651"/>
            <a:ext cx="3676747" cy="184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3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4506002" y="3412651"/>
            <a:ext cx="4308460" cy="22635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내용 개체 틀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lvl="1"/>
            <a:r>
              <a:rPr lang="ko-KR" altLang="en-US" dirty="0"/>
              <a:t>완전 이진 </a:t>
            </a:r>
            <a:r>
              <a:rPr lang="ko-KR" altLang="en-US" dirty="0" err="1"/>
              <a:t>트리와</a:t>
            </a:r>
            <a:r>
              <a:rPr lang="ko-KR" altLang="en-US" dirty="0"/>
              <a:t> 편향 이진 </a:t>
            </a:r>
            <a:r>
              <a:rPr lang="ko-KR" altLang="en-US" dirty="0" err="1"/>
              <a:t>트리를</a:t>
            </a:r>
            <a:r>
              <a:rPr lang="ko-KR" altLang="en-US" dirty="0"/>
              <a:t> 연결 자료구조 형태로 표현</a:t>
            </a:r>
          </a:p>
        </p:txBody>
      </p:sp>
      <p:sp>
        <p:nvSpPr>
          <p:cNvPr id="28675" name="제목 2"/>
          <p:cNvSpPr>
            <a:spLocks noGrp="1"/>
          </p:cNvSpPr>
          <p:nvPr>
            <p:ph type="title"/>
          </p:nvPr>
        </p:nvSpPr>
        <p:spPr>
          <a:xfrm>
            <a:off x="227013" y="82550"/>
            <a:ext cx="8597967" cy="576263"/>
          </a:xfrm>
        </p:spPr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이진 트리 구현 </a:t>
            </a:r>
            <a:r>
              <a:rPr lang="en-US" altLang="ko-KR" dirty="0"/>
              <a:t>: </a:t>
            </a:r>
            <a:r>
              <a:rPr lang="ko-KR" altLang="en-US" dirty="0"/>
              <a:t>연결 자료구조를 이용한 구현</a:t>
            </a:r>
            <a:endParaRPr lang="ko-KR" altLang="en-US" sz="2000" dirty="0"/>
          </a:p>
        </p:txBody>
      </p:sp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449" y="1722394"/>
            <a:ext cx="8524531" cy="30285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/>
          <p:cNvPicPr>
            <a:picLocks noGrp="1" noChangeAspect="1" noChangeArrowheads="1"/>
          </p:cNvPicPr>
          <p:nvPr>
            <p:ph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99592" y="1484784"/>
            <a:ext cx="5305425" cy="365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675" name="제목 2"/>
          <p:cNvSpPr>
            <a:spLocks noGrp="1"/>
          </p:cNvSpPr>
          <p:nvPr>
            <p:ph type="title"/>
          </p:nvPr>
        </p:nvSpPr>
        <p:spPr>
          <a:xfrm>
            <a:off x="227013" y="82550"/>
            <a:ext cx="8593459" cy="576263"/>
          </a:xfrm>
        </p:spPr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이진 트리 구현 </a:t>
            </a:r>
            <a:r>
              <a:rPr lang="en-US" altLang="ko-KR" dirty="0"/>
              <a:t>: </a:t>
            </a:r>
            <a:r>
              <a:rPr lang="ko-KR" altLang="en-US" dirty="0"/>
              <a:t>연결 자료구조를 이용한 구현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49122765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ko-KR" altLang="en-US" dirty="0"/>
              <a:t>이진 </a:t>
            </a:r>
            <a:r>
              <a:rPr lang="ko-KR" altLang="en-US"/>
              <a:t>트리 순회</a:t>
            </a:r>
            <a:r>
              <a:rPr lang="en-US" altLang="ko-KR" baseline="30000"/>
              <a:t>traversal</a:t>
            </a:r>
            <a:r>
              <a:rPr lang="ko-KR" altLang="en-US"/>
              <a:t>의 </a:t>
            </a:r>
            <a:r>
              <a:rPr lang="ko-KR" altLang="en-US" dirty="0"/>
              <a:t>개념</a:t>
            </a:r>
            <a:endParaRPr lang="en-US" altLang="ko-KR" dirty="0"/>
          </a:p>
          <a:p>
            <a:pPr lvl="1" eaLnBrk="1" hangingPunct="1">
              <a:defRPr/>
            </a:pPr>
            <a:r>
              <a:rPr lang="ko-KR" altLang="en-US" dirty="0"/>
              <a:t>모든 원소를 빠트리거나 중복하지 않고 </a:t>
            </a:r>
            <a:r>
              <a:rPr lang="ko-KR" altLang="en-US"/>
              <a:t>처리하는 연산</a:t>
            </a:r>
            <a:endParaRPr lang="en-US" altLang="ko-KR" dirty="0"/>
          </a:p>
          <a:p>
            <a:pPr lvl="1" eaLnBrk="1" hangingPunct="1">
              <a:defRPr/>
            </a:pPr>
            <a:endParaRPr lang="en-US" altLang="ko-KR" dirty="0"/>
          </a:p>
          <a:p>
            <a:pPr lvl="1" eaLnBrk="1" hangingPunct="1">
              <a:defRPr/>
            </a:pPr>
            <a:endParaRPr lang="en-US" altLang="ko-KR" dirty="0"/>
          </a:p>
          <a:p>
            <a:pPr lvl="1" eaLnBrk="1" hangingPunct="1">
              <a:defRPr/>
            </a:pPr>
            <a:endParaRPr lang="en-US" altLang="ko-KR" dirty="0"/>
          </a:p>
          <a:p>
            <a:pPr lvl="1" eaLnBrk="1" hangingPunct="1">
              <a:defRPr/>
            </a:pPr>
            <a:endParaRPr lang="en-US" altLang="ko-KR" dirty="0"/>
          </a:p>
          <a:p>
            <a:pPr lvl="1" eaLnBrk="1" hangingPunct="1">
              <a:defRPr/>
            </a:pPr>
            <a:endParaRPr lang="en-US" altLang="ko-KR" dirty="0"/>
          </a:p>
          <a:p>
            <a:pPr marL="627062" lvl="2" indent="0" eaLnBrk="1" hangingPunct="1">
              <a:buNone/>
              <a:defRPr/>
            </a:pPr>
            <a:endParaRPr lang="en-US" altLang="ko-KR" dirty="0"/>
          </a:p>
        </p:txBody>
      </p:sp>
      <p:sp>
        <p:nvSpPr>
          <p:cNvPr id="30723" name="제목 2"/>
          <p:cNvSpPr>
            <a:spLocks noGrp="1"/>
          </p:cNvSpPr>
          <p:nvPr>
            <p:ph type="title"/>
          </p:nvPr>
        </p:nvSpPr>
        <p:spPr>
          <a:xfrm>
            <a:off x="227013" y="82550"/>
            <a:ext cx="7800975" cy="576263"/>
          </a:xfrm>
        </p:spPr>
        <p:txBody>
          <a:bodyPr/>
          <a:lstStyle/>
          <a:p>
            <a:r>
              <a:rPr lang="en-US" altLang="ko-KR" dirty="0"/>
              <a:t>4</a:t>
            </a:r>
            <a:r>
              <a:rPr lang="en-US" altLang="ko-KR"/>
              <a:t>. </a:t>
            </a:r>
            <a:r>
              <a:rPr lang="ko-KR" altLang="en-US"/>
              <a:t>이진 트리의 순회</a:t>
            </a:r>
            <a:endParaRPr lang="ko-KR" altLang="en-US" sz="2000" dirty="0"/>
          </a:p>
        </p:txBody>
      </p:sp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3749675" y="4005263"/>
            <a:ext cx="9652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eaLnBrk="1" hangingPunct="1"/>
            <a:r>
              <a:rPr lang="ko-KR" altLang="en-US" sz="1400" b="1">
                <a:latin typeface="맑은 고딕" panose="020B0503020000020004" pitchFamily="50" charset="-127"/>
                <a:ea typeface="맑은 고딕" panose="020B0503020000020004" pitchFamily="50" charset="-127"/>
              </a:rPr>
              <a:t>현재 노드</a:t>
            </a:r>
          </a:p>
        </p:txBody>
      </p:sp>
      <p:grpSp>
        <p:nvGrpSpPr>
          <p:cNvPr id="6" name="Group 5"/>
          <p:cNvGrpSpPr>
            <a:grpSpLocks/>
          </p:cNvGrpSpPr>
          <p:nvPr/>
        </p:nvGrpSpPr>
        <p:grpSpPr bwMode="auto">
          <a:xfrm>
            <a:off x="3435350" y="4795838"/>
            <a:ext cx="1538288" cy="622300"/>
            <a:chOff x="659" y="634"/>
            <a:chExt cx="1497" cy="392"/>
          </a:xfrm>
        </p:grpSpPr>
        <p:sp>
          <p:nvSpPr>
            <p:cNvPr id="7" name="Line 6"/>
            <p:cNvSpPr>
              <a:spLocks noChangeShapeType="1"/>
            </p:cNvSpPr>
            <p:nvPr/>
          </p:nvSpPr>
          <p:spPr bwMode="auto">
            <a:xfrm>
              <a:off x="1435" y="634"/>
              <a:ext cx="721" cy="3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" name="Line 7"/>
            <p:cNvSpPr>
              <a:spLocks noChangeShapeType="1"/>
            </p:cNvSpPr>
            <p:nvPr/>
          </p:nvSpPr>
          <p:spPr bwMode="auto">
            <a:xfrm flipH="1">
              <a:off x="659" y="639"/>
              <a:ext cx="784" cy="38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9" name="Oval 8"/>
          <p:cNvSpPr>
            <a:spLocks noChangeArrowheads="1"/>
          </p:cNvSpPr>
          <p:nvPr/>
        </p:nvSpPr>
        <p:spPr bwMode="auto">
          <a:xfrm>
            <a:off x="3938588" y="4300538"/>
            <a:ext cx="576262" cy="503237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79200" anchor="ctr"/>
          <a:lstStyle/>
          <a:p>
            <a:pPr>
              <a:defRPr/>
            </a:pPr>
            <a:r>
              <a:rPr lang="en-US" altLang="ko-KR" sz="1800" b="1">
                <a:solidFill>
                  <a:srgbClr val="0000CC"/>
                </a:solidFill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</a:t>
            </a:r>
          </a:p>
        </p:txBody>
      </p:sp>
      <p:sp>
        <p:nvSpPr>
          <p:cNvPr id="10" name="Oval 9"/>
          <p:cNvSpPr>
            <a:spLocks noChangeArrowheads="1"/>
          </p:cNvSpPr>
          <p:nvPr/>
        </p:nvSpPr>
        <p:spPr bwMode="auto">
          <a:xfrm>
            <a:off x="4643438" y="5365750"/>
            <a:ext cx="576262" cy="503238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79200" anchor="ctr"/>
          <a:lstStyle/>
          <a:p>
            <a:pPr>
              <a:defRPr/>
            </a:pPr>
            <a:endParaRPr lang="ko-KR" altLang="ko-KR" sz="1800" b="1">
              <a:effectLst>
                <a:outerShdw blurRad="38100" dist="38100" dir="2700000" algn="tl">
                  <a:srgbClr val="C0C0C0"/>
                </a:outerShdw>
              </a:effectLst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1" name="Oval 10"/>
          <p:cNvSpPr>
            <a:spLocks noChangeArrowheads="1"/>
          </p:cNvSpPr>
          <p:nvPr/>
        </p:nvSpPr>
        <p:spPr bwMode="auto">
          <a:xfrm>
            <a:off x="3201988" y="5372100"/>
            <a:ext cx="576262" cy="503238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79200" anchor="ctr"/>
          <a:lstStyle/>
          <a:p>
            <a:pPr>
              <a:defRPr/>
            </a:pPr>
            <a:endParaRPr lang="ko-KR" altLang="ko-KR" sz="1800" b="1">
              <a:effectLst>
                <a:outerShdw blurRad="38100" dist="38100" dir="2700000" algn="tl">
                  <a:srgbClr val="C0C0C0"/>
                </a:outerShdw>
              </a:effectLst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2" name="Text Box 11"/>
          <p:cNvSpPr txBox="1">
            <a:spLocks noChangeArrowheads="1"/>
          </p:cNvSpPr>
          <p:nvPr/>
        </p:nvSpPr>
        <p:spPr bwMode="auto">
          <a:xfrm>
            <a:off x="4460875" y="4271963"/>
            <a:ext cx="2924175" cy="33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ko-KR" altLang="en-US" sz="1600" b="1" dirty="0" err="1">
                <a:latin typeface="맑은 고딕" pitchFamily="50" charset="-127"/>
                <a:ea typeface="맑은 고딕" pitchFamily="50" charset="-127"/>
              </a:rPr>
              <a:t>노드의</a:t>
            </a:r>
            <a:r>
              <a:rPr lang="ko-KR" altLang="en-US" sz="1600" b="1" dirty="0">
                <a:latin typeface="맑은 고딕" pitchFamily="50" charset="-127"/>
                <a:ea typeface="맑은 고딕" pitchFamily="50" charset="-127"/>
              </a:rPr>
              <a:t> 데이터 읽기 </a:t>
            </a:r>
            <a:r>
              <a:rPr lang="en-US" altLang="ko-KR" sz="1600" b="1" dirty="0">
                <a:latin typeface="맑은 고딕" pitchFamily="50" charset="-127"/>
                <a:ea typeface="맑은 고딕" pitchFamily="50" charset="-127"/>
              </a:rPr>
              <a:t>:</a:t>
            </a:r>
            <a:r>
              <a:rPr lang="en-US" altLang="ko-KR" sz="1600" b="1" dirty="0"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600" b="1" dirty="0"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맑은 고딕" pitchFamily="50" charset="-127"/>
                <a:ea typeface="맑은 고딕" pitchFamily="50" charset="-127"/>
              </a:rPr>
              <a:t>작업 </a:t>
            </a:r>
            <a:r>
              <a:rPr lang="en-US" altLang="ko-KR" sz="1600" b="1" dirty="0"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맑은 고딕" pitchFamily="50" charset="-127"/>
                <a:ea typeface="맑은 고딕" pitchFamily="50" charset="-127"/>
              </a:rPr>
              <a:t>D</a:t>
            </a:r>
          </a:p>
        </p:txBody>
      </p:sp>
      <p:grpSp>
        <p:nvGrpSpPr>
          <p:cNvPr id="13" name="Group 12"/>
          <p:cNvGrpSpPr>
            <a:grpSpLocks/>
          </p:cNvGrpSpPr>
          <p:nvPr/>
        </p:nvGrpSpPr>
        <p:grpSpPr bwMode="auto">
          <a:xfrm>
            <a:off x="857250" y="4824413"/>
            <a:ext cx="3254375" cy="776287"/>
            <a:chOff x="794" y="2995"/>
            <a:chExt cx="2050" cy="489"/>
          </a:xfrm>
        </p:grpSpPr>
        <p:sp>
          <p:nvSpPr>
            <p:cNvPr id="14" name="Text Box 13"/>
            <p:cNvSpPr txBox="1">
              <a:spLocks noChangeArrowheads="1"/>
            </p:cNvSpPr>
            <p:nvPr/>
          </p:nvSpPr>
          <p:spPr bwMode="auto">
            <a:xfrm>
              <a:off x="794" y="3023"/>
              <a:ext cx="1817" cy="46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Bef>
                  <a:spcPct val="50000"/>
                </a:spcBef>
                <a:defRPr/>
              </a:pPr>
              <a:r>
                <a:rPr lang="ko-KR" altLang="en-US" sz="1600" b="1" dirty="0">
                  <a:latin typeface="맑은 고딕" pitchFamily="50" charset="-127"/>
                  <a:ea typeface="맑은 고딕" pitchFamily="50" charset="-127"/>
                </a:rPr>
                <a:t>왼쪽 서브 트리로 이동하기 </a:t>
              </a:r>
              <a:r>
                <a:rPr lang="en-US" altLang="ko-KR" sz="1600" b="1" dirty="0">
                  <a:latin typeface="맑은 고딕" pitchFamily="50" charset="-127"/>
                  <a:ea typeface="맑은 고딕" pitchFamily="50" charset="-127"/>
                </a:rPr>
                <a:t>:</a:t>
              </a:r>
              <a:r>
                <a:rPr lang="en-US" altLang="ko-KR" sz="1600" b="1" dirty="0">
                  <a:solidFill>
                    <a:srgbClr val="0000CC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맑은 고딕" pitchFamily="50" charset="-127"/>
                  <a:ea typeface="맑은 고딕" pitchFamily="50" charset="-127"/>
                </a:rPr>
                <a:t> </a:t>
              </a:r>
            </a:p>
            <a:p>
              <a:pPr>
                <a:lnSpc>
                  <a:spcPct val="90000"/>
                </a:lnSpc>
                <a:spcBef>
                  <a:spcPct val="50000"/>
                </a:spcBef>
                <a:defRPr/>
              </a:pPr>
              <a:r>
                <a:rPr lang="ko-KR" altLang="en-US" sz="1600" b="1" dirty="0">
                  <a:solidFill>
                    <a:srgbClr val="0000CC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맑은 고딕" pitchFamily="50" charset="-127"/>
                  <a:ea typeface="맑은 고딕" pitchFamily="50" charset="-127"/>
                </a:rPr>
                <a:t>작업 </a:t>
              </a:r>
              <a:r>
                <a:rPr lang="en-US" altLang="ko-KR" sz="1600" b="1" dirty="0">
                  <a:solidFill>
                    <a:srgbClr val="0000CC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맑은 고딕" pitchFamily="50" charset="-127"/>
                  <a:ea typeface="맑은 고딕" pitchFamily="50" charset="-127"/>
                </a:rPr>
                <a:t>L</a:t>
              </a:r>
            </a:p>
          </p:txBody>
        </p:sp>
        <p:sp>
          <p:nvSpPr>
            <p:cNvPr id="15" name="Line 14"/>
            <p:cNvSpPr>
              <a:spLocks noChangeShapeType="1"/>
            </p:cNvSpPr>
            <p:nvPr/>
          </p:nvSpPr>
          <p:spPr bwMode="auto">
            <a:xfrm flipH="1">
              <a:off x="2450" y="2995"/>
              <a:ext cx="394" cy="295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6" name="Group 15"/>
          <p:cNvGrpSpPr>
            <a:grpSpLocks/>
          </p:cNvGrpSpPr>
          <p:nvPr/>
        </p:nvGrpSpPr>
        <p:grpSpPr bwMode="auto">
          <a:xfrm>
            <a:off x="4349750" y="4838700"/>
            <a:ext cx="3436938" cy="760413"/>
            <a:chOff x="2994" y="3004"/>
            <a:chExt cx="2165" cy="479"/>
          </a:xfrm>
        </p:grpSpPr>
        <p:sp>
          <p:nvSpPr>
            <p:cNvPr id="17" name="Text Box 16"/>
            <p:cNvSpPr txBox="1">
              <a:spLocks noChangeArrowheads="1"/>
            </p:cNvSpPr>
            <p:nvPr/>
          </p:nvSpPr>
          <p:spPr bwMode="auto">
            <a:xfrm>
              <a:off x="3259" y="3022"/>
              <a:ext cx="1900" cy="46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Bef>
                  <a:spcPct val="50000"/>
                </a:spcBef>
                <a:defRPr/>
              </a:pPr>
              <a:r>
                <a:rPr lang="ko-KR" altLang="en-US" sz="1600" b="1" dirty="0">
                  <a:latin typeface="맑은 고딕" pitchFamily="50" charset="-127"/>
                  <a:ea typeface="맑은 고딕" pitchFamily="50" charset="-127"/>
                </a:rPr>
                <a:t>오른쪽 서브 트리로 이동하기 </a:t>
              </a:r>
              <a:r>
                <a:rPr lang="en-US" altLang="ko-KR" sz="1600" b="1" dirty="0">
                  <a:latin typeface="맑은 고딕" pitchFamily="50" charset="-127"/>
                  <a:ea typeface="맑은 고딕" pitchFamily="50" charset="-127"/>
                </a:rPr>
                <a:t>:</a:t>
              </a:r>
              <a:r>
                <a:rPr lang="en-US" altLang="ko-KR" sz="1600" b="1" dirty="0">
                  <a:solidFill>
                    <a:srgbClr val="0000CC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맑은 고딕" pitchFamily="50" charset="-127"/>
                  <a:ea typeface="맑은 고딕" pitchFamily="50" charset="-127"/>
                </a:rPr>
                <a:t> </a:t>
              </a:r>
            </a:p>
            <a:p>
              <a:pPr>
                <a:lnSpc>
                  <a:spcPct val="90000"/>
                </a:lnSpc>
                <a:spcBef>
                  <a:spcPct val="50000"/>
                </a:spcBef>
                <a:defRPr/>
              </a:pPr>
              <a:r>
                <a:rPr lang="ko-KR" altLang="en-US" sz="1600" b="1" dirty="0">
                  <a:solidFill>
                    <a:srgbClr val="0000CC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맑은 고딕" pitchFamily="50" charset="-127"/>
                  <a:ea typeface="맑은 고딕" pitchFamily="50" charset="-127"/>
                </a:rPr>
                <a:t>작업 </a:t>
              </a:r>
              <a:r>
                <a:rPr lang="en-US" altLang="ko-KR" sz="1600" b="1" dirty="0">
                  <a:solidFill>
                    <a:srgbClr val="0000CC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맑은 고딕" pitchFamily="50" charset="-127"/>
                  <a:ea typeface="맑은 고딕" pitchFamily="50" charset="-127"/>
                </a:rPr>
                <a:t>R</a:t>
              </a:r>
            </a:p>
          </p:txBody>
        </p:sp>
        <p:sp>
          <p:nvSpPr>
            <p:cNvPr id="18" name="Line 17"/>
            <p:cNvSpPr>
              <a:spLocks noChangeShapeType="1"/>
            </p:cNvSpPr>
            <p:nvPr/>
          </p:nvSpPr>
          <p:spPr bwMode="auto">
            <a:xfrm>
              <a:off x="2994" y="3004"/>
              <a:ext cx="394" cy="295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</p:grpSp>
      <p:pic>
        <p:nvPicPr>
          <p:cNvPr id="19" name="Picture 2">
            <a:extLst>
              <a:ext uri="{FF2B5EF4-FFF2-40B4-BE49-F238E27FC236}">
                <a16:creationId xmlns:a16="http://schemas.microsoft.com/office/drawing/2014/main" id="{6108A64A-92B1-4633-9CDF-690BB77C21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867327" y="1794987"/>
            <a:ext cx="7133462" cy="19960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lvl="1" eaLnBrk="1" hangingPunct="1">
              <a:defRPr/>
            </a:pPr>
            <a:r>
              <a:rPr lang="ko-KR" altLang="en-US" dirty="0"/>
              <a:t>이진 </a:t>
            </a:r>
            <a:r>
              <a:rPr lang="ko-KR" altLang="en-US" dirty="0" err="1"/>
              <a:t>트리가</a:t>
            </a:r>
            <a:r>
              <a:rPr lang="ko-KR" altLang="en-US" dirty="0"/>
              <a:t> 순환적으로 정의되어 구성되어있으므로</a:t>
            </a:r>
            <a:r>
              <a:rPr lang="en-US" altLang="ko-KR" dirty="0"/>
              <a:t>, </a:t>
            </a:r>
            <a:r>
              <a:rPr lang="ko-KR" altLang="en-US" dirty="0"/>
              <a:t>순회 작업도 </a:t>
            </a:r>
            <a:br>
              <a:rPr lang="en-US" altLang="ko-KR" dirty="0"/>
            </a:br>
            <a:r>
              <a:rPr lang="ko-KR" altLang="en-US" dirty="0"/>
              <a:t>서브 트리에 대해서 순환적으로 반복하여 완성한다</a:t>
            </a:r>
            <a:r>
              <a:rPr lang="en-US" altLang="ko-KR" dirty="0"/>
              <a:t>.</a:t>
            </a:r>
            <a:endParaRPr lang="en-US" altLang="ko-KR" dirty="0">
              <a:solidFill>
                <a:srgbClr val="0000CC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lvl="1" eaLnBrk="1" hangingPunct="1">
              <a:defRPr/>
            </a:pPr>
            <a:r>
              <a:rPr lang="ko-KR" altLang="en-US" dirty="0"/>
              <a:t>왼쪽 서브 트리에 대한 순회를 오른쪽 서브 트리보다 먼저 수행한다</a:t>
            </a:r>
            <a:r>
              <a:rPr lang="en-US" altLang="ko-KR" dirty="0"/>
              <a:t>.</a:t>
            </a:r>
          </a:p>
          <a:p>
            <a:pPr lvl="1" eaLnBrk="1" hangingPunct="1">
              <a:defRPr/>
            </a:pPr>
            <a:r>
              <a:rPr lang="ko-KR" altLang="en-US" dirty="0"/>
              <a:t>순회의 종류 </a:t>
            </a:r>
          </a:p>
          <a:p>
            <a:pPr lvl="2" eaLnBrk="1" hangingPunct="1">
              <a:defRPr/>
            </a:pPr>
            <a:r>
              <a:rPr lang="ko-KR" altLang="en-US" dirty="0"/>
              <a:t>전위 순회</a:t>
            </a:r>
          </a:p>
          <a:p>
            <a:pPr lvl="2" eaLnBrk="1" hangingPunct="1">
              <a:defRPr/>
            </a:pPr>
            <a:r>
              <a:rPr lang="ko-KR" altLang="en-US" dirty="0"/>
              <a:t>중위 순회</a:t>
            </a:r>
          </a:p>
          <a:p>
            <a:pPr lvl="2" eaLnBrk="1" hangingPunct="1">
              <a:defRPr/>
            </a:pPr>
            <a:r>
              <a:rPr lang="ko-KR" altLang="en-US" dirty="0"/>
              <a:t>후위 순회</a:t>
            </a:r>
          </a:p>
          <a:p>
            <a:pPr>
              <a:defRPr/>
            </a:pPr>
            <a:endParaRPr lang="ko-KR" altLang="en-US" dirty="0"/>
          </a:p>
        </p:txBody>
      </p:sp>
      <p:sp>
        <p:nvSpPr>
          <p:cNvPr id="31747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 </a:t>
            </a:r>
            <a:r>
              <a:rPr lang="ko-KR" altLang="en-US" dirty="0"/>
              <a:t>이진 트리의 순회</a:t>
            </a:r>
          </a:p>
        </p:txBody>
      </p:sp>
    </p:spTree>
    <p:extLst>
      <p:ext uri="{BB962C8B-B14F-4D97-AF65-F5344CB8AC3E}">
        <p14:creationId xmlns:p14="http://schemas.microsoft.com/office/powerpoint/2010/main" val="365849358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내용 개체 틀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eaLnBrk="1" hangingPunct="1">
              <a:lnSpc>
                <a:spcPct val="110000"/>
              </a:lnSpc>
            </a:pPr>
            <a:r>
              <a:rPr lang="ko-KR" altLang="en-US"/>
              <a:t>전위 순회</a:t>
            </a:r>
            <a:r>
              <a:rPr lang="en-US" altLang="ko-KR" baseline="30000"/>
              <a:t>preorder traversal</a:t>
            </a:r>
            <a:endParaRPr lang="en-US" altLang="ko-KR" dirty="0"/>
          </a:p>
          <a:p>
            <a:pPr lvl="1"/>
            <a:r>
              <a:rPr lang="en-US" altLang="ko-KR" dirty="0"/>
              <a:t>D → L → R </a:t>
            </a:r>
            <a:r>
              <a:rPr lang="ko-KR" altLang="en-US" dirty="0"/>
              <a:t>순서로</a:t>
            </a:r>
            <a:r>
              <a:rPr lang="en-US" altLang="ko-KR" dirty="0"/>
              <a:t>, </a:t>
            </a:r>
            <a:r>
              <a:rPr lang="ko-KR" altLang="en-US" dirty="0"/>
              <a:t>현재 </a:t>
            </a:r>
            <a:r>
              <a:rPr lang="ko-KR" altLang="en-US" dirty="0" err="1"/>
              <a:t>노드를</a:t>
            </a:r>
            <a:r>
              <a:rPr lang="ko-KR" altLang="en-US" dirty="0"/>
              <a:t> 방문하여 처리하는 작업 </a:t>
            </a:r>
            <a:r>
              <a:rPr lang="en-US" altLang="ko-KR" dirty="0"/>
              <a:t>D</a:t>
            </a:r>
            <a:r>
              <a:rPr lang="ko-KR" altLang="en-US" dirty="0"/>
              <a:t>를 가장 먼저 수행</a:t>
            </a:r>
          </a:p>
        </p:txBody>
      </p:sp>
      <p:sp>
        <p:nvSpPr>
          <p:cNvPr id="32771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</a:t>
            </a:r>
            <a:r>
              <a:rPr lang="en-US" altLang="ko-KR"/>
              <a:t>. </a:t>
            </a:r>
            <a:r>
              <a:rPr lang="ko-KR" altLang="en-US"/>
              <a:t>이진 트리의 순회</a:t>
            </a:r>
            <a:endParaRPr lang="ko-KR" altLang="en-US" dirty="0"/>
          </a:p>
        </p:txBody>
      </p:sp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809126" y="2176990"/>
            <a:ext cx="5294807" cy="18278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531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809126" y="4141360"/>
            <a:ext cx="7867330" cy="23871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내용 개체 틀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lvl="1"/>
            <a:r>
              <a:rPr lang="ko-KR" altLang="en-US"/>
              <a:t>전위 순회의 예</a:t>
            </a:r>
          </a:p>
          <a:p>
            <a:pPr lvl="1"/>
            <a:endParaRPr lang="ko-KR" altLang="en-US"/>
          </a:p>
        </p:txBody>
      </p:sp>
      <p:sp>
        <p:nvSpPr>
          <p:cNvPr id="33795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</a:t>
            </a:r>
            <a:r>
              <a:rPr lang="en-US" altLang="ko-KR"/>
              <a:t>. </a:t>
            </a:r>
            <a:r>
              <a:rPr lang="ko-KR" altLang="en-US"/>
              <a:t>이진 트리의 순회</a:t>
            </a:r>
            <a:endParaRPr lang="ko-KR" altLang="en-US" dirty="0"/>
          </a:p>
        </p:txBody>
      </p:sp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043608" y="1556792"/>
            <a:ext cx="6362700" cy="35397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내용 개체 틀 1"/>
          <p:cNvSpPr>
            <a:spLocks noGrp="1"/>
          </p:cNvSpPr>
          <p:nvPr>
            <p:ph sz="quarter" idx="10"/>
          </p:nvPr>
        </p:nvSpPr>
        <p:spPr>
          <a:xfrm>
            <a:off x="228600" y="931863"/>
            <a:ext cx="8686800" cy="5715000"/>
          </a:xfrm>
        </p:spPr>
        <p:txBody>
          <a:bodyPr/>
          <a:lstStyle/>
          <a:p>
            <a:pPr lvl="1"/>
            <a:r>
              <a:rPr lang="ko-KR" altLang="en-US"/>
              <a:t>전위 순회 과정 </a:t>
            </a:r>
            <a:r>
              <a:rPr lang="en-US" altLang="ko-KR"/>
              <a:t>&gt;&gt; A-B-D-H-E-I-J-C-F-G-K </a:t>
            </a:r>
          </a:p>
          <a:p>
            <a:pPr lvl="1"/>
            <a:endParaRPr lang="ko-KR" altLang="en-US"/>
          </a:p>
        </p:txBody>
      </p:sp>
      <p:sp>
        <p:nvSpPr>
          <p:cNvPr id="34819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 </a:t>
            </a:r>
            <a:r>
              <a:rPr lang="ko-KR" altLang="en-US" dirty="0"/>
              <a:t>이진 트리의 순회</a:t>
            </a:r>
          </a:p>
        </p:txBody>
      </p:sp>
      <p:pic>
        <p:nvPicPr>
          <p:cNvPr id="34820" name="그림 8" descr="ch08-14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22" r="8888" b="13828"/>
          <a:stretch>
            <a:fillRect/>
          </a:stretch>
        </p:blipFill>
        <p:spPr bwMode="auto">
          <a:xfrm>
            <a:off x="79375" y="3344863"/>
            <a:ext cx="5349875" cy="3011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" name="타원 60"/>
          <p:cNvSpPr>
            <a:spLocks noChangeArrowheads="1"/>
          </p:cNvSpPr>
          <p:nvPr/>
        </p:nvSpPr>
        <p:spPr bwMode="auto">
          <a:xfrm>
            <a:off x="2571750" y="3617913"/>
            <a:ext cx="357188" cy="357187"/>
          </a:xfrm>
          <a:prstGeom prst="ellipse">
            <a:avLst/>
          </a:prstGeom>
          <a:noFill/>
          <a:ln w="38100" algn="ctr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eaLnBrk="1" hangingPunct="1"/>
            <a:endParaRPr lang="ko-KR" altLang="en-US"/>
          </a:p>
        </p:txBody>
      </p:sp>
      <p:sp>
        <p:nvSpPr>
          <p:cNvPr id="62" name="타원 61"/>
          <p:cNvSpPr>
            <a:spLocks noChangeArrowheads="1"/>
          </p:cNvSpPr>
          <p:nvPr/>
        </p:nvSpPr>
        <p:spPr bwMode="auto">
          <a:xfrm>
            <a:off x="2598738" y="3644900"/>
            <a:ext cx="323850" cy="303213"/>
          </a:xfrm>
          <a:prstGeom prst="ellipse">
            <a:avLst/>
          </a:prstGeom>
          <a:solidFill>
            <a:srgbClr val="FFFF00">
              <a:alpha val="7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36000" tIns="0" rIns="36000" bIns="0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algn="ctr" eaLnBrk="1" hangingPunct="1"/>
            <a:r>
              <a:rPr lang="en-US" altLang="ko-KR" sz="1400" b="1">
                <a:latin typeface="맑은 고딕" panose="020B0503020000020004" pitchFamily="50" charset="-127"/>
                <a:ea typeface="맑은 고딕" panose="020B0503020000020004" pitchFamily="50" charset="-127"/>
              </a:rPr>
              <a:t>A</a:t>
            </a:r>
            <a:endParaRPr lang="ko-KR" altLang="en-US" sz="1400" b="1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63" name="Picture 9"/>
          <p:cNvPicPr>
            <a:picLocks noChangeAspect="1" noChangeArrowheads="1"/>
          </p:cNvPicPr>
          <p:nvPr/>
        </p:nvPicPr>
        <p:blipFill>
          <a:blip r:embed="rId3"/>
          <a:srcRect l="21303" t="12066" r="29441" b="79626"/>
          <a:stretch>
            <a:fillRect/>
          </a:stretch>
        </p:blipFill>
        <p:spPr bwMode="auto">
          <a:xfrm>
            <a:off x="122238" y="1582738"/>
            <a:ext cx="8496300" cy="763587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/>
            <a:tailEnd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64" name="Picture 9"/>
          <p:cNvPicPr>
            <a:picLocks noChangeAspect="1" noChangeArrowheads="1"/>
          </p:cNvPicPr>
          <p:nvPr/>
        </p:nvPicPr>
        <p:blipFill>
          <a:blip r:embed="rId3"/>
          <a:srcRect l="21303" t="20374" r="27781" b="71318"/>
          <a:stretch>
            <a:fillRect/>
          </a:stretch>
        </p:blipFill>
        <p:spPr bwMode="auto">
          <a:xfrm>
            <a:off x="122238" y="1597025"/>
            <a:ext cx="8280400" cy="72072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/>
            <a:tailEnd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65" name="Picture 9"/>
          <p:cNvPicPr>
            <a:picLocks noChangeAspect="1" noChangeArrowheads="1"/>
          </p:cNvPicPr>
          <p:nvPr/>
        </p:nvPicPr>
        <p:blipFill>
          <a:blip r:embed="rId3"/>
          <a:srcRect l="21303" t="29184" r="26538" b="67164"/>
          <a:stretch>
            <a:fillRect/>
          </a:stretch>
        </p:blipFill>
        <p:spPr bwMode="auto">
          <a:xfrm>
            <a:off x="122238" y="1625600"/>
            <a:ext cx="8482012" cy="3175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/>
            <a:tailEnd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66" name="Picture 9"/>
          <p:cNvPicPr>
            <a:picLocks noChangeAspect="1" noChangeArrowheads="1"/>
          </p:cNvPicPr>
          <p:nvPr/>
        </p:nvPicPr>
        <p:blipFill>
          <a:blip r:embed="rId3"/>
          <a:srcRect l="21303" t="32836" r="20586" b="58856"/>
          <a:stretch>
            <a:fillRect/>
          </a:stretch>
        </p:blipFill>
        <p:spPr bwMode="auto">
          <a:xfrm>
            <a:off x="66675" y="1582738"/>
            <a:ext cx="9077325" cy="69215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/>
            <a:tailEnd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67" name="Picture 9"/>
          <p:cNvPicPr>
            <a:picLocks noChangeAspect="1" noChangeArrowheads="1"/>
          </p:cNvPicPr>
          <p:nvPr/>
        </p:nvPicPr>
        <p:blipFill>
          <a:blip r:embed="rId3"/>
          <a:srcRect l="21303" t="41143" r="20586" b="42242"/>
          <a:stretch>
            <a:fillRect/>
          </a:stretch>
        </p:blipFill>
        <p:spPr bwMode="auto">
          <a:xfrm>
            <a:off x="93663" y="1554163"/>
            <a:ext cx="8928100" cy="1360487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/>
            <a:tailEnd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68" name="Picture 9"/>
          <p:cNvPicPr>
            <a:picLocks noChangeAspect="1" noChangeArrowheads="1"/>
          </p:cNvPicPr>
          <p:nvPr/>
        </p:nvPicPr>
        <p:blipFill>
          <a:blip r:embed="rId3"/>
          <a:srcRect l="21303" t="56720" r="20586" b="34972"/>
          <a:stretch>
            <a:fillRect/>
          </a:stretch>
        </p:blipFill>
        <p:spPr bwMode="auto">
          <a:xfrm>
            <a:off x="76200" y="1554163"/>
            <a:ext cx="8980488" cy="684212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/>
            <a:tailEnd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69" name="자유형 68"/>
          <p:cNvSpPr>
            <a:spLocks/>
          </p:cNvSpPr>
          <p:nvPr/>
        </p:nvSpPr>
        <p:spPr bwMode="auto">
          <a:xfrm>
            <a:off x="1668463" y="3813175"/>
            <a:ext cx="914400" cy="798513"/>
          </a:xfrm>
          <a:custGeom>
            <a:avLst/>
            <a:gdLst>
              <a:gd name="T0" fmla="*/ 914400 w 914400"/>
              <a:gd name="T1" fmla="*/ 0 h 798286"/>
              <a:gd name="T2" fmla="*/ 246743 w 914400"/>
              <a:gd name="T3" fmla="*/ 188793 h 798286"/>
              <a:gd name="T4" fmla="*/ 0 w 914400"/>
              <a:gd name="T5" fmla="*/ 798739 h 798286"/>
              <a:gd name="T6" fmla="*/ 0 60000 65536"/>
              <a:gd name="T7" fmla="*/ 0 60000 65536"/>
              <a:gd name="T8" fmla="*/ 0 60000 65536"/>
              <a:gd name="T9" fmla="*/ 0 w 914400"/>
              <a:gd name="T10" fmla="*/ 0 h 798286"/>
              <a:gd name="T11" fmla="*/ 914400 w 914400"/>
              <a:gd name="T12" fmla="*/ 798286 h 79828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14400" h="798286">
                <a:moveTo>
                  <a:pt x="914400" y="0"/>
                </a:moveTo>
                <a:cubicBezTo>
                  <a:pt x="656771" y="27819"/>
                  <a:pt x="399143" y="55638"/>
                  <a:pt x="246743" y="188686"/>
                </a:cubicBezTo>
                <a:cubicBezTo>
                  <a:pt x="94343" y="321734"/>
                  <a:pt x="47171" y="560010"/>
                  <a:pt x="0" y="798286"/>
                </a:cubicBezTo>
              </a:path>
            </a:pathLst>
          </a:custGeom>
          <a:noFill/>
          <a:ln w="19050" cap="flat" cmpd="sng" algn="ctr">
            <a:solidFill>
              <a:srgbClr val="FF0000"/>
            </a:solidFill>
            <a:prstDash val="sysDash"/>
            <a:round/>
            <a:headEnd type="none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endParaRPr lang="ko-KR" altLang="en-US"/>
          </a:p>
        </p:txBody>
      </p:sp>
      <p:sp>
        <p:nvSpPr>
          <p:cNvPr id="70" name="타원 69"/>
          <p:cNvSpPr>
            <a:spLocks noChangeArrowheads="1"/>
          </p:cNvSpPr>
          <p:nvPr/>
        </p:nvSpPr>
        <p:spPr bwMode="auto">
          <a:xfrm>
            <a:off x="1417638" y="4624388"/>
            <a:ext cx="357187" cy="357187"/>
          </a:xfrm>
          <a:prstGeom prst="ellipse">
            <a:avLst/>
          </a:prstGeom>
          <a:noFill/>
          <a:ln w="38100" algn="ctr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eaLnBrk="1" hangingPunct="1"/>
            <a:endParaRPr lang="ko-KR" altLang="en-US"/>
          </a:p>
        </p:txBody>
      </p:sp>
      <p:sp>
        <p:nvSpPr>
          <p:cNvPr id="71" name="타원 70"/>
          <p:cNvSpPr>
            <a:spLocks noChangeArrowheads="1"/>
          </p:cNvSpPr>
          <p:nvPr/>
        </p:nvSpPr>
        <p:spPr bwMode="auto">
          <a:xfrm>
            <a:off x="1446213" y="4643438"/>
            <a:ext cx="323850" cy="303212"/>
          </a:xfrm>
          <a:prstGeom prst="ellipse">
            <a:avLst/>
          </a:prstGeom>
          <a:solidFill>
            <a:srgbClr val="FFFF00">
              <a:alpha val="7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algn="ctr" eaLnBrk="1" hangingPunct="1"/>
            <a:r>
              <a:rPr lang="en-US" altLang="ko-KR" sz="1400" b="1">
                <a:latin typeface="맑은 고딕" panose="020B0503020000020004" pitchFamily="50" charset="-127"/>
                <a:ea typeface="맑은 고딕" panose="020B0503020000020004" pitchFamily="50" charset="-127"/>
              </a:rPr>
              <a:t>B</a:t>
            </a:r>
            <a:endParaRPr lang="ko-KR" altLang="en-US" sz="1400" b="1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2" name="자유형 71"/>
          <p:cNvSpPr>
            <a:spLocks/>
          </p:cNvSpPr>
          <p:nvPr/>
        </p:nvSpPr>
        <p:spPr bwMode="auto">
          <a:xfrm>
            <a:off x="957263" y="4810125"/>
            <a:ext cx="481012" cy="460375"/>
          </a:xfrm>
          <a:custGeom>
            <a:avLst/>
            <a:gdLst>
              <a:gd name="T0" fmla="*/ 133476 w 914400"/>
              <a:gd name="T1" fmla="*/ 0 h 798286"/>
              <a:gd name="T2" fmla="*/ 36018 w 914400"/>
              <a:gd name="T3" fmla="*/ 36293 h 798286"/>
              <a:gd name="T4" fmla="*/ 0 w 914400"/>
              <a:gd name="T5" fmla="*/ 153544 h 798286"/>
              <a:gd name="T6" fmla="*/ 0 60000 65536"/>
              <a:gd name="T7" fmla="*/ 0 60000 65536"/>
              <a:gd name="T8" fmla="*/ 0 60000 65536"/>
              <a:gd name="T9" fmla="*/ 0 w 914400"/>
              <a:gd name="T10" fmla="*/ 0 h 798286"/>
              <a:gd name="T11" fmla="*/ 914400 w 914400"/>
              <a:gd name="T12" fmla="*/ 798286 h 79828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14400" h="798286">
                <a:moveTo>
                  <a:pt x="914400" y="0"/>
                </a:moveTo>
                <a:cubicBezTo>
                  <a:pt x="656771" y="27819"/>
                  <a:pt x="399143" y="55638"/>
                  <a:pt x="246743" y="188686"/>
                </a:cubicBezTo>
                <a:cubicBezTo>
                  <a:pt x="94343" y="321734"/>
                  <a:pt x="47171" y="560010"/>
                  <a:pt x="0" y="798286"/>
                </a:cubicBezTo>
              </a:path>
            </a:pathLst>
          </a:custGeom>
          <a:noFill/>
          <a:ln w="19050" cap="flat" cmpd="sng" algn="ctr">
            <a:solidFill>
              <a:srgbClr val="FF0000"/>
            </a:solidFill>
            <a:prstDash val="sysDash"/>
            <a:round/>
            <a:headEnd type="none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endParaRPr lang="ko-KR" altLang="en-US"/>
          </a:p>
        </p:txBody>
      </p:sp>
      <p:sp>
        <p:nvSpPr>
          <p:cNvPr id="73" name="타원 72"/>
          <p:cNvSpPr>
            <a:spLocks noChangeArrowheads="1"/>
          </p:cNvSpPr>
          <p:nvPr/>
        </p:nvSpPr>
        <p:spPr bwMode="auto">
          <a:xfrm>
            <a:off x="741363" y="5256213"/>
            <a:ext cx="357187" cy="357187"/>
          </a:xfrm>
          <a:prstGeom prst="ellipse">
            <a:avLst/>
          </a:prstGeom>
          <a:noFill/>
          <a:ln w="38100" algn="ctr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eaLnBrk="1" hangingPunct="1"/>
            <a:endParaRPr lang="ko-KR" altLang="en-US"/>
          </a:p>
        </p:txBody>
      </p:sp>
      <p:sp>
        <p:nvSpPr>
          <p:cNvPr id="74" name="타원 73"/>
          <p:cNvSpPr>
            <a:spLocks noChangeArrowheads="1"/>
          </p:cNvSpPr>
          <p:nvPr/>
        </p:nvSpPr>
        <p:spPr bwMode="auto">
          <a:xfrm>
            <a:off x="762000" y="5276850"/>
            <a:ext cx="323850" cy="303213"/>
          </a:xfrm>
          <a:prstGeom prst="ellipse">
            <a:avLst/>
          </a:prstGeom>
          <a:solidFill>
            <a:srgbClr val="FFFF00">
              <a:alpha val="7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algn="ctr" eaLnBrk="1" hangingPunct="1"/>
            <a:r>
              <a:rPr lang="en-US" altLang="ko-KR" sz="1400" b="1">
                <a:latin typeface="맑은 고딕" panose="020B0503020000020004" pitchFamily="50" charset="-127"/>
                <a:ea typeface="맑은 고딕" panose="020B0503020000020004" pitchFamily="50" charset="-127"/>
              </a:rPr>
              <a:t>D</a:t>
            </a:r>
            <a:endParaRPr lang="ko-KR" altLang="en-US" sz="1400" b="1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5" name="자유형 74"/>
          <p:cNvSpPr>
            <a:spLocks/>
          </p:cNvSpPr>
          <p:nvPr/>
        </p:nvSpPr>
        <p:spPr bwMode="auto">
          <a:xfrm>
            <a:off x="323850" y="5499100"/>
            <a:ext cx="482600" cy="461963"/>
          </a:xfrm>
          <a:custGeom>
            <a:avLst/>
            <a:gdLst>
              <a:gd name="T0" fmla="*/ 134359 w 914400"/>
              <a:gd name="T1" fmla="*/ 0 h 798286"/>
              <a:gd name="T2" fmla="*/ 36256 w 914400"/>
              <a:gd name="T3" fmla="*/ 36543 h 798286"/>
              <a:gd name="T4" fmla="*/ 0 w 914400"/>
              <a:gd name="T5" fmla="*/ 154605 h 798286"/>
              <a:gd name="T6" fmla="*/ 0 60000 65536"/>
              <a:gd name="T7" fmla="*/ 0 60000 65536"/>
              <a:gd name="T8" fmla="*/ 0 60000 65536"/>
              <a:gd name="T9" fmla="*/ 0 w 914400"/>
              <a:gd name="T10" fmla="*/ 0 h 798286"/>
              <a:gd name="T11" fmla="*/ 914400 w 914400"/>
              <a:gd name="T12" fmla="*/ 798286 h 79828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14400" h="798286">
                <a:moveTo>
                  <a:pt x="914400" y="0"/>
                </a:moveTo>
                <a:cubicBezTo>
                  <a:pt x="656771" y="27819"/>
                  <a:pt x="399143" y="55638"/>
                  <a:pt x="246743" y="188686"/>
                </a:cubicBezTo>
                <a:cubicBezTo>
                  <a:pt x="94343" y="321734"/>
                  <a:pt x="47171" y="560010"/>
                  <a:pt x="0" y="798286"/>
                </a:cubicBezTo>
              </a:path>
            </a:pathLst>
          </a:custGeom>
          <a:noFill/>
          <a:ln w="19050" cap="flat" cmpd="sng" algn="ctr">
            <a:solidFill>
              <a:srgbClr val="FF0000"/>
            </a:solidFill>
            <a:prstDash val="sysDash"/>
            <a:round/>
            <a:headEnd type="none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endParaRPr lang="ko-KR" altLang="en-US"/>
          </a:p>
        </p:txBody>
      </p:sp>
      <p:sp>
        <p:nvSpPr>
          <p:cNvPr id="76" name="타원 75"/>
          <p:cNvSpPr>
            <a:spLocks noChangeArrowheads="1"/>
          </p:cNvSpPr>
          <p:nvPr/>
        </p:nvSpPr>
        <p:spPr bwMode="auto">
          <a:xfrm>
            <a:off x="122238" y="5935663"/>
            <a:ext cx="357187" cy="357187"/>
          </a:xfrm>
          <a:prstGeom prst="ellipse">
            <a:avLst/>
          </a:prstGeom>
          <a:noFill/>
          <a:ln w="38100" algn="ctr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eaLnBrk="1" hangingPunct="1"/>
            <a:endParaRPr lang="ko-KR" altLang="en-US"/>
          </a:p>
        </p:txBody>
      </p:sp>
      <p:sp>
        <p:nvSpPr>
          <p:cNvPr id="77" name="타원 76"/>
          <p:cNvSpPr>
            <a:spLocks noChangeArrowheads="1"/>
          </p:cNvSpPr>
          <p:nvPr/>
        </p:nvSpPr>
        <p:spPr bwMode="auto">
          <a:xfrm>
            <a:off x="150813" y="5961063"/>
            <a:ext cx="323850" cy="303212"/>
          </a:xfrm>
          <a:prstGeom prst="ellipse">
            <a:avLst/>
          </a:prstGeom>
          <a:solidFill>
            <a:srgbClr val="FFFF00">
              <a:alpha val="7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algn="ctr" eaLnBrk="1" hangingPunct="1"/>
            <a:r>
              <a:rPr lang="en-US" altLang="ko-KR" sz="1400" b="1">
                <a:latin typeface="맑은 고딕" panose="020B0503020000020004" pitchFamily="50" charset="-127"/>
                <a:ea typeface="맑은 고딕" panose="020B0503020000020004" pitchFamily="50" charset="-127"/>
              </a:rPr>
              <a:t>H</a:t>
            </a:r>
            <a:endParaRPr lang="ko-KR" altLang="en-US" sz="1400" b="1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8" name="자유형 77"/>
          <p:cNvSpPr>
            <a:spLocks/>
          </p:cNvSpPr>
          <p:nvPr/>
        </p:nvSpPr>
        <p:spPr bwMode="auto">
          <a:xfrm rot="10344064">
            <a:off x="1036638" y="4953000"/>
            <a:ext cx="482600" cy="461963"/>
          </a:xfrm>
          <a:custGeom>
            <a:avLst/>
            <a:gdLst>
              <a:gd name="T0" fmla="*/ 134359 w 914400"/>
              <a:gd name="T1" fmla="*/ 0 h 798286"/>
              <a:gd name="T2" fmla="*/ 36256 w 914400"/>
              <a:gd name="T3" fmla="*/ 36543 h 798286"/>
              <a:gd name="T4" fmla="*/ 0 w 914400"/>
              <a:gd name="T5" fmla="*/ 154605 h 798286"/>
              <a:gd name="T6" fmla="*/ 0 60000 65536"/>
              <a:gd name="T7" fmla="*/ 0 60000 65536"/>
              <a:gd name="T8" fmla="*/ 0 60000 65536"/>
              <a:gd name="T9" fmla="*/ 0 w 914400"/>
              <a:gd name="T10" fmla="*/ 0 h 798286"/>
              <a:gd name="T11" fmla="*/ 914400 w 914400"/>
              <a:gd name="T12" fmla="*/ 798286 h 79828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14400" h="798286">
                <a:moveTo>
                  <a:pt x="914400" y="0"/>
                </a:moveTo>
                <a:cubicBezTo>
                  <a:pt x="656771" y="27819"/>
                  <a:pt x="399143" y="55638"/>
                  <a:pt x="246743" y="188686"/>
                </a:cubicBezTo>
                <a:cubicBezTo>
                  <a:pt x="94343" y="321734"/>
                  <a:pt x="47171" y="560010"/>
                  <a:pt x="0" y="798286"/>
                </a:cubicBezTo>
              </a:path>
            </a:pathLst>
          </a:custGeom>
          <a:noFill/>
          <a:ln w="19050" cap="flat" cmpd="sng" algn="ctr">
            <a:solidFill>
              <a:srgbClr val="0000CC"/>
            </a:solidFill>
            <a:prstDash val="sysDash"/>
            <a:round/>
            <a:headEnd type="none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endParaRPr lang="ko-KR" altLang="en-US"/>
          </a:p>
        </p:txBody>
      </p:sp>
      <p:sp>
        <p:nvSpPr>
          <p:cNvPr id="79" name="자유형 78"/>
          <p:cNvSpPr>
            <a:spLocks/>
          </p:cNvSpPr>
          <p:nvPr/>
        </p:nvSpPr>
        <p:spPr bwMode="auto">
          <a:xfrm flipH="1">
            <a:off x="1743075" y="4822825"/>
            <a:ext cx="481013" cy="461963"/>
          </a:xfrm>
          <a:custGeom>
            <a:avLst/>
            <a:gdLst>
              <a:gd name="T0" fmla="*/ 133477 w 914400"/>
              <a:gd name="T1" fmla="*/ 0 h 798286"/>
              <a:gd name="T2" fmla="*/ 36018 w 914400"/>
              <a:gd name="T3" fmla="*/ 36543 h 798286"/>
              <a:gd name="T4" fmla="*/ 0 w 914400"/>
              <a:gd name="T5" fmla="*/ 154605 h 798286"/>
              <a:gd name="T6" fmla="*/ 0 60000 65536"/>
              <a:gd name="T7" fmla="*/ 0 60000 65536"/>
              <a:gd name="T8" fmla="*/ 0 60000 65536"/>
              <a:gd name="T9" fmla="*/ 0 w 914400"/>
              <a:gd name="T10" fmla="*/ 0 h 798286"/>
              <a:gd name="T11" fmla="*/ 914400 w 914400"/>
              <a:gd name="T12" fmla="*/ 798286 h 79828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14400" h="798286">
                <a:moveTo>
                  <a:pt x="914400" y="0"/>
                </a:moveTo>
                <a:cubicBezTo>
                  <a:pt x="656771" y="27819"/>
                  <a:pt x="399143" y="55638"/>
                  <a:pt x="246743" y="188686"/>
                </a:cubicBezTo>
                <a:cubicBezTo>
                  <a:pt x="94343" y="321734"/>
                  <a:pt x="47171" y="560010"/>
                  <a:pt x="0" y="798286"/>
                </a:cubicBezTo>
              </a:path>
            </a:pathLst>
          </a:custGeom>
          <a:noFill/>
          <a:ln w="19050" cap="flat" cmpd="sng" algn="ctr">
            <a:solidFill>
              <a:srgbClr val="FF0000"/>
            </a:solidFill>
            <a:prstDash val="sysDash"/>
            <a:round/>
            <a:headEnd type="none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endParaRPr lang="ko-KR" altLang="en-US"/>
          </a:p>
        </p:txBody>
      </p:sp>
      <p:sp>
        <p:nvSpPr>
          <p:cNvPr id="80" name="타원 79"/>
          <p:cNvSpPr>
            <a:spLocks noChangeArrowheads="1"/>
          </p:cNvSpPr>
          <p:nvPr/>
        </p:nvSpPr>
        <p:spPr bwMode="auto">
          <a:xfrm>
            <a:off x="2038350" y="5284788"/>
            <a:ext cx="357188" cy="357187"/>
          </a:xfrm>
          <a:prstGeom prst="ellipse">
            <a:avLst/>
          </a:prstGeom>
          <a:noFill/>
          <a:ln w="38100" algn="ctr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eaLnBrk="1" hangingPunct="1"/>
            <a:endParaRPr lang="ko-KR" altLang="en-US"/>
          </a:p>
        </p:txBody>
      </p:sp>
      <p:pic>
        <p:nvPicPr>
          <p:cNvPr id="81" name="Picture 10"/>
          <p:cNvPicPr>
            <a:picLocks noChangeAspect="1" noChangeArrowheads="1"/>
          </p:cNvPicPr>
          <p:nvPr/>
        </p:nvPicPr>
        <p:blipFill>
          <a:blip r:embed="rId4"/>
          <a:srcRect l="6094" t="19545" r="14392" b="73289"/>
          <a:stretch>
            <a:fillRect/>
          </a:stretch>
        </p:blipFill>
        <p:spPr bwMode="auto">
          <a:xfrm>
            <a:off x="87313" y="1554163"/>
            <a:ext cx="8813800" cy="379412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/>
            <a:tailEnd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82" name="Picture 10"/>
          <p:cNvPicPr>
            <a:picLocks noChangeAspect="1" noChangeArrowheads="1"/>
          </p:cNvPicPr>
          <p:nvPr/>
        </p:nvPicPr>
        <p:blipFill>
          <a:blip r:embed="rId4"/>
          <a:srcRect l="6094" t="27392" r="4726" b="60068"/>
          <a:stretch>
            <a:fillRect/>
          </a:stretch>
        </p:blipFill>
        <p:spPr bwMode="auto">
          <a:xfrm>
            <a:off x="49213" y="1554163"/>
            <a:ext cx="9066212" cy="60642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/>
            <a:tailEnd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83" name="Picture 10"/>
          <p:cNvPicPr>
            <a:picLocks noChangeAspect="1" noChangeArrowheads="1"/>
          </p:cNvPicPr>
          <p:nvPr/>
        </p:nvPicPr>
        <p:blipFill>
          <a:blip r:embed="rId4"/>
          <a:srcRect l="6094" t="41724" r="4726" b="45736"/>
          <a:stretch>
            <a:fillRect/>
          </a:stretch>
        </p:blipFill>
        <p:spPr bwMode="auto">
          <a:xfrm>
            <a:off x="65088" y="1554163"/>
            <a:ext cx="9021762" cy="604837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/>
            <a:tailEnd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84" name="Picture 10"/>
          <p:cNvPicPr>
            <a:picLocks noChangeAspect="1" noChangeArrowheads="1"/>
          </p:cNvPicPr>
          <p:nvPr/>
        </p:nvPicPr>
        <p:blipFill>
          <a:blip r:embed="rId4"/>
          <a:srcRect l="6094" t="54264" r="4726" b="15963"/>
          <a:stretch>
            <a:fillRect/>
          </a:stretch>
        </p:blipFill>
        <p:spPr bwMode="auto">
          <a:xfrm>
            <a:off x="49213" y="1554163"/>
            <a:ext cx="9047162" cy="1439862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/>
            <a:tailEnd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85" name="타원 84"/>
          <p:cNvSpPr>
            <a:spLocks noChangeArrowheads="1"/>
          </p:cNvSpPr>
          <p:nvPr/>
        </p:nvSpPr>
        <p:spPr bwMode="auto">
          <a:xfrm>
            <a:off x="2066925" y="5313363"/>
            <a:ext cx="323850" cy="303212"/>
          </a:xfrm>
          <a:prstGeom prst="ellipse">
            <a:avLst/>
          </a:prstGeom>
          <a:solidFill>
            <a:srgbClr val="FFFF00">
              <a:alpha val="7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algn="ctr" eaLnBrk="1" hangingPunct="1"/>
            <a:r>
              <a:rPr lang="en-US" altLang="ko-KR" sz="1400" b="1">
                <a:latin typeface="맑은 고딕" panose="020B0503020000020004" pitchFamily="50" charset="-127"/>
                <a:ea typeface="맑은 고딕" panose="020B0503020000020004" pitchFamily="50" charset="-127"/>
              </a:rPr>
              <a:t>E</a:t>
            </a:r>
            <a:endParaRPr lang="ko-KR" altLang="en-US" sz="1400" b="1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6" name="자유형 85"/>
          <p:cNvSpPr>
            <a:spLocks/>
          </p:cNvSpPr>
          <p:nvPr/>
        </p:nvSpPr>
        <p:spPr bwMode="auto">
          <a:xfrm>
            <a:off x="1771650" y="5514975"/>
            <a:ext cx="279400" cy="461963"/>
          </a:xfrm>
          <a:custGeom>
            <a:avLst/>
            <a:gdLst>
              <a:gd name="T0" fmla="*/ 26168 w 914400"/>
              <a:gd name="T1" fmla="*/ 0 h 798286"/>
              <a:gd name="T2" fmla="*/ 7061 w 914400"/>
              <a:gd name="T3" fmla="*/ 36543 h 798286"/>
              <a:gd name="T4" fmla="*/ 0 w 914400"/>
              <a:gd name="T5" fmla="*/ 154605 h 798286"/>
              <a:gd name="T6" fmla="*/ 0 60000 65536"/>
              <a:gd name="T7" fmla="*/ 0 60000 65536"/>
              <a:gd name="T8" fmla="*/ 0 60000 65536"/>
              <a:gd name="T9" fmla="*/ 0 w 914400"/>
              <a:gd name="T10" fmla="*/ 0 h 798286"/>
              <a:gd name="T11" fmla="*/ 914400 w 914400"/>
              <a:gd name="T12" fmla="*/ 798286 h 79828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14400" h="798286">
                <a:moveTo>
                  <a:pt x="914400" y="0"/>
                </a:moveTo>
                <a:cubicBezTo>
                  <a:pt x="656771" y="27819"/>
                  <a:pt x="399143" y="55638"/>
                  <a:pt x="246743" y="188686"/>
                </a:cubicBezTo>
                <a:cubicBezTo>
                  <a:pt x="94343" y="321734"/>
                  <a:pt x="47171" y="560010"/>
                  <a:pt x="0" y="798286"/>
                </a:cubicBezTo>
              </a:path>
            </a:pathLst>
          </a:custGeom>
          <a:noFill/>
          <a:ln w="19050" cap="flat" cmpd="sng" algn="ctr">
            <a:solidFill>
              <a:srgbClr val="FF0000"/>
            </a:solidFill>
            <a:prstDash val="sysDash"/>
            <a:round/>
            <a:headEnd type="none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endParaRPr lang="ko-KR" altLang="en-US"/>
          </a:p>
        </p:txBody>
      </p:sp>
      <p:sp>
        <p:nvSpPr>
          <p:cNvPr id="87" name="타원 86"/>
          <p:cNvSpPr>
            <a:spLocks noChangeArrowheads="1"/>
          </p:cNvSpPr>
          <p:nvPr/>
        </p:nvSpPr>
        <p:spPr bwMode="auto">
          <a:xfrm>
            <a:off x="1570038" y="5921375"/>
            <a:ext cx="357187" cy="357188"/>
          </a:xfrm>
          <a:prstGeom prst="ellipse">
            <a:avLst/>
          </a:prstGeom>
          <a:noFill/>
          <a:ln w="38100" algn="ctr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eaLnBrk="1" hangingPunct="1"/>
            <a:endParaRPr lang="ko-KR" altLang="en-US"/>
          </a:p>
        </p:txBody>
      </p:sp>
      <p:sp>
        <p:nvSpPr>
          <p:cNvPr id="88" name="타원 87"/>
          <p:cNvSpPr>
            <a:spLocks noChangeArrowheads="1"/>
          </p:cNvSpPr>
          <p:nvPr/>
        </p:nvSpPr>
        <p:spPr bwMode="auto">
          <a:xfrm>
            <a:off x="1598613" y="5946775"/>
            <a:ext cx="323850" cy="303213"/>
          </a:xfrm>
          <a:prstGeom prst="ellipse">
            <a:avLst/>
          </a:prstGeom>
          <a:solidFill>
            <a:srgbClr val="FFFF00">
              <a:alpha val="7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algn="ctr" eaLnBrk="1" hangingPunct="1"/>
            <a:r>
              <a:rPr lang="en-US" altLang="ko-KR" sz="1400" b="1">
                <a:latin typeface="맑은 고딕" panose="020B0503020000020004" pitchFamily="50" charset="-127"/>
                <a:ea typeface="맑은 고딕" panose="020B0503020000020004" pitchFamily="50" charset="-127"/>
              </a:rPr>
              <a:t>I</a:t>
            </a:r>
            <a:endParaRPr lang="ko-KR" altLang="en-US" sz="1400" b="1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9" name="자유형 88"/>
          <p:cNvSpPr>
            <a:spLocks/>
          </p:cNvSpPr>
          <p:nvPr/>
        </p:nvSpPr>
        <p:spPr bwMode="auto">
          <a:xfrm flipH="1">
            <a:off x="2395538" y="5467350"/>
            <a:ext cx="350837" cy="465138"/>
          </a:xfrm>
          <a:custGeom>
            <a:avLst/>
            <a:gdLst>
              <a:gd name="T0" fmla="*/ 51636 w 914400"/>
              <a:gd name="T1" fmla="*/ 0 h 798286"/>
              <a:gd name="T2" fmla="*/ 13934 w 914400"/>
              <a:gd name="T3" fmla="*/ 37282 h 798286"/>
              <a:gd name="T4" fmla="*/ 0 w 914400"/>
              <a:gd name="T5" fmla="*/ 157732 h 798286"/>
              <a:gd name="T6" fmla="*/ 0 60000 65536"/>
              <a:gd name="T7" fmla="*/ 0 60000 65536"/>
              <a:gd name="T8" fmla="*/ 0 60000 65536"/>
              <a:gd name="T9" fmla="*/ 0 w 914400"/>
              <a:gd name="T10" fmla="*/ 0 h 798286"/>
              <a:gd name="T11" fmla="*/ 914400 w 914400"/>
              <a:gd name="T12" fmla="*/ 798286 h 79828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14400" h="798286">
                <a:moveTo>
                  <a:pt x="914400" y="0"/>
                </a:moveTo>
                <a:cubicBezTo>
                  <a:pt x="656771" y="27819"/>
                  <a:pt x="399143" y="55638"/>
                  <a:pt x="246743" y="188686"/>
                </a:cubicBezTo>
                <a:cubicBezTo>
                  <a:pt x="94343" y="321734"/>
                  <a:pt x="47171" y="560010"/>
                  <a:pt x="0" y="798286"/>
                </a:cubicBezTo>
              </a:path>
            </a:pathLst>
          </a:custGeom>
          <a:noFill/>
          <a:ln w="19050" cap="flat" cmpd="sng" algn="ctr">
            <a:solidFill>
              <a:srgbClr val="FF0000"/>
            </a:solidFill>
            <a:prstDash val="sysDash"/>
            <a:round/>
            <a:headEnd type="none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endParaRPr lang="ko-KR" altLang="en-US"/>
          </a:p>
        </p:txBody>
      </p:sp>
      <p:sp>
        <p:nvSpPr>
          <p:cNvPr id="90" name="타원 89"/>
          <p:cNvSpPr>
            <a:spLocks noChangeArrowheads="1"/>
          </p:cNvSpPr>
          <p:nvPr/>
        </p:nvSpPr>
        <p:spPr bwMode="auto">
          <a:xfrm>
            <a:off x="2601913" y="5921375"/>
            <a:ext cx="357187" cy="357188"/>
          </a:xfrm>
          <a:prstGeom prst="ellipse">
            <a:avLst/>
          </a:prstGeom>
          <a:noFill/>
          <a:ln w="38100" algn="ctr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eaLnBrk="1" hangingPunct="1"/>
            <a:endParaRPr lang="ko-KR" altLang="en-US"/>
          </a:p>
        </p:txBody>
      </p:sp>
      <p:sp>
        <p:nvSpPr>
          <p:cNvPr id="91" name="타원 90"/>
          <p:cNvSpPr>
            <a:spLocks noChangeArrowheads="1"/>
          </p:cNvSpPr>
          <p:nvPr/>
        </p:nvSpPr>
        <p:spPr bwMode="auto">
          <a:xfrm>
            <a:off x="2630488" y="5949950"/>
            <a:ext cx="323850" cy="303213"/>
          </a:xfrm>
          <a:prstGeom prst="ellipse">
            <a:avLst/>
          </a:prstGeom>
          <a:solidFill>
            <a:srgbClr val="FFFF00">
              <a:alpha val="7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algn="ctr" eaLnBrk="1" hangingPunct="1"/>
            <a:r>
              <a:rPr lang="en-US" altLang="ko-KR" sz="1400" b="1">
                <a:latin typeface="맑은 고딕" panose="020B0503020000020004" pitchFamily="50" charset="-127"/>
                <a:ea typeface="맑은 고딕" panose="020B0503020000020004" pitchFamily="50" charset="-127"/>
              </a:rPr>
              <a:t>J</a:t>
            </a:r>
            <a:endParaRPr lang="ko-KR" altLang="en-US" sz="1400" b="1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2" name="자유형 91"/>
          <p:cNvSpPr>
            <a:spLocks/>
          </p:cNvSpPr>
          <p:nvPr/>
        </p:nvSpPr>
        <p:spPr bwMode="auto">
          <a:xfrm rot="10344064">
            <a:off x="409575" y="5627688"/>
            <a:ext cx="482600" cy="461962"/>
          </a:xfrm>
          <a:custGeom>
            <a:avLst/>
            <a:gdLst>
              <a:gd name="T0" fmla="*/ 134359 w 914400"/>
              <a:gd name="T1" fmla="*/ 0 h 798286"/>
              <a:gd name="T2" fmla="*/ 36256 w 914400"/>
              <a:gd name="T3" fmla="*/ 36543 h 798286"/>
              <a:gd name="T4" fmla="*/ 0 w 914400"/>
              <a:gd name="T5" fmla="*/ 154605 h 798286"/>
              <a:gd name="T6" fmla="*/ 0 60000 65536"/>
              <a:gd name="T7" fmla="*/ 0 60000 65536"/>
              <a:gd name="T8" fmla="*/ 0 60000 65536"/>
              <a:gd name="T9" fmla="*/ 0 w 914400"/>
              <a:gd name="T10" fmla="*/ 0 h 798286"/>
              <a:gd name="T11" fmla="*/ 914400 w 914400"/>
              <a:gd name="T12" fmla="*/ 798286 h 79828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14400" h="798286">
                <a:moveTo>
                  <a:pt x="914400" y="0"/>
                </a:moveTo>
                <a:cubicBezTo>
                  <a:pt x="656771" y="27819"/>
                  <a:pt x="399143" y="55638"/>
                  <a:pt x="246743" y="188686"/>
                </a:cubicBezTo>
                <a:cubicBezTo>
                  <a:pt x="94343" y="321734"/>
                  <a:pt x="47171" y="560010"/>
                  <a:pt x="0" y="798286"/>
                </a:cubicBezTo>
              </a:path>
            </a:pathLst>
          </a:custGeom>
          <a:noFill/>
          <a:ln w="19050" cap="flat" cmpd="sng" algn="ctr">
            <a:solidFill>
              <a:srgbClr val="0000CC"/>
            </a:solidFill>
            <a:prstDash val="sysDash"/>
            <a:round/>
            <a:headEnd type="none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endParaRPr lang="ko-KR" altLang="en-US"/>
          </a:p>
        </p:txBody>
      </p:sp>
      <p:sp>
        <p:nvSpPr>
          <p:cNvPr id="93" name="자유형 92"/>
          <p:cNvSpPr>
            <a:spLocks/>
          </p:cNvSpPr>
          <p:nvPr/>
        </p:nvSpPr>
        <p:spPr bwMode="auto">
          <a:xfrm rot="10344064">
            <a:off x="1763713" y="5656263"/>
            <a:ext cx="481012" cy="461962"/>
          </a:xfrm>
          <a:custGeom>
            <a:avLst/>
            <a:gdLst>
              <a:gd name="T0" fmla="*/ 133476 w 914400"/>
              <a:gd name="T1" fmla="*/ 0 h 798286"/>
              <a:gd name="T2" fmla="*/ 36018 w 914400"/>
              <a:gd name="T3" fmla="*/ 36543 h 798286"/>
              <a:gd name="T4" fmla="*/ 0 w 914400"/>
              <a:gd name="T5" fmla="*/ 154605 h 798286"/>
              <a:gd name="T6" fmla="*/ 0 60000 65536"/>
              <a:gd name="T7" fmla="*/ 0 60000 65536"/>
              <a:gd name="T8" fmla="*/ 0 60000 65536"/>
              <a:gd name="T9" fmla="*/ 0 w 914400"/>
              <a:gd name="T10" fmla="*/ 0 h 798286"/>
              <a:gd name="T11" fmla="*/ 914400 w 914400"/>
              <a:gd name="T12" fmla="*/ 798286 h 79828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14400" h="798286">
                <a:moveTo>
                  <a:pt x="914400" y="0"/>
                </a:moveTo>
                <a:cubicBezTo>
                  <a:pt x="656771" y="27819"/>
                  <a:pt x="399143" y="55638"/>
                  <a:pt x="246743" y="188686"/>
                </a:cubicBezTo>
                <a:cubicBezTo>
                  <a:pt x="94343" y="321734"/>
                  <a:pt x="47171" y="560010"/>
                  <a:pt x="0" y="798286"/>
                </a:cubicBezTo>
              </a:path>
            </a:pathLst>
          </a:custGeom>
          <a:noFill/>
          <a:ln w="19050" cap="flat" cmpd="sng" algn="ctr">
            <a:solidFill>
              <a:srgbClr val="0000CC"/>
            </a:solidFill>
            <a:prstDash val="sysDash"/>
            <a:round/>
            <a:headEnd type="none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endParaRPr lang="ko-KR" altLang="en-US"/>
          </a:p>
        </p:txBody>
      </p:sp>
      <p:sp>
        <p:nvSpPr>
          <p:cNvPr id="94" name="자유형 93"/>
          <p:cNvSpPr>
            <a:spLocks/>
          </p:cNvSpPr>
          <p:nvPr/>
        </p:nvSpPr>
        <p:spPr bwMode="auto">
          <a:xfrm rot="11255936" flipH="1">
            <a:off x="2300288" y="5659438"/>
            <a:ext cx="427037" cy="461962"/>
          </a:xfrm>
          <a:custGeom>
            <a:avLst/>
            <a:gdLst>
              <a:gd name="T0" fmla="*/ 93165 w 914400"/>
              <a:gd name="T1" fmla="*/ 0 h 798286"/>
              <a:gd name="T2" fmla="*/ 25140 w 914400"/>
              <a:gd name="T3" fmla="*/ 36543 h 798286"/>
              <a:gd name="T4" fmla="*/ 0 w 914400"/>
              <a:gd name="T5" fmla="*/ 154605 h 798286"/>
              <a:gd name="T6" fmla="*/ 0 60000 65536"/>
              <a:gd name="T7" fmla="*/ 0 60000 65536"/>
              <a:gd name="T8" fmla="*/ 0 60000 65536"/>
              <a:gd name="T9" fmla="*/ 0 w 914400"/>
              <a:gd name="T10" fmla="*/ 0 h 798286"/>
              <a:gd name="T11" fmla="*/ 914400 w 914400"/>
              <a:gd name="T12" fmla="*/ 798286 h 79828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14400" h="798286">
                <a:moveTo>
                  <a:pt x="914400" y="0"/>
                </a:moveTo>
                <a:cubicBezTo>
                  <a:pt x="656771" y="27819"/>
                  <a:pt x="399143" y="55638"/>
                  <a:pt x="246743" y="188686"/>
                </a:cubicBezTo>
                <a:cubicBezTo>
                  <a:pt x="94343" y="321734"/>
                  <a:pt x="47171" y="560010"/>
                  <a:pt x="0" y="798286"/>
                </a:cubicBezTo>
              </a:path>
            </a:pathLst>
          </a:custGeom>
          <a:noFill/>
          <a:ln w="19050" cap="flat" cmpd="sng" algn="ctr">
            <a:solidFill>
              <a:srgbClr val="0000CC"/>
            </a:solidFill>
            <a:prstDash val="sysDash"/>
            <a:round/>
            <a:headEnd type="none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endParaRPr lang="ko-KR" altLang="en-US"/>
          </a:p>
        </p:txBody>
      </p:sp>
      <p:sp>
        <p:nvSpPr>
          <p:cNvPr id="95" name="자유형 94"/>
          <p:cNvSpPr>
            <a:spLocks/>
          </p:cNvSpPr>
          <p:nvPr/>
        </p:nvSpPr>
        <p:spPr bwMode="auto">
          <a:xfrm rot="11255936" flipH="1">
            <a:off x="1706563" y="4892675"/>
            <a:ext cx="427037" cy="461963"/>
          </a:xfrm>
          <a:custGeom>
            <a:avLst/>
            <a:gdLst>
              <a:gd name="T0" fmla="*/ 93165 w 914400"/>
              <a:gd name="T1" fmla="*/ 0 h 798286"/>
              <a:gd name="T2" fmla="*/ 25140 w 914400"/>
              <a:gd name="T3" fmla="*/ 36543 h 798286"/>
              <a:gd name="T4" fmla="*/ 0 w 914400"/>
              <a:gd name="T5" fmla="*/ 154605 h 798286"/>
              <a:gd name="T6" fmla="*/ 0 60000 65536"/>
              <a:gd name="T7" fmla="*/ 0 60000 65536"/>
              <a:gd name="T8" fmla="*/ 0 60000 65536"/>
              <a:gd name="T9" fmla="*/ 0 w 914400"/>
              <a:gd name="T10" fmla="*/ 0 h 798286"/>
              <a:gd name="T11" fmla="*/ 914400 w 914400"/>
              <a:gd name="T12" fmla="*/ 798286 h 79828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14400" h="798286">
                <a:moveTo>
                  <a:pt x="914400" y="0"/>
                </a:moveTo>
                <a:cubicBezTo>
                  <a:pt x="656771" y="27819"/>
                  <a:pt x="399143" y="55638"/>
                  <a:pt x="246743" y="188686"/>
                </a:cubicBezTo>
                <a:cubicBezTo>
                  <a:pt x="94343" y="321734"/>
                  <a:pt x="47171" y="560010"/>
                  <a:pt x="0" y="798286"/>
                </a:cubicBezTo>
              </a:path>
            </a:pathLst>
          </a:custGeom>
          <a:noFill/>
          <a:ln w="19050" cap="flat" cmpd="sng" algn="ctr">
            <a:solidFill>
              <a:srgbClr val="0000CC"/>
            </a:solidFill>
            <a:prstDash val="sysDash"/>
            <a:round/>
            <a:headEnd type="none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endParaRPr lang="ko-KR" altLang="en-US"/>
          </a:p>
        </p:txBody>
      </p:sp>
      <p:sp>
        <p:nvSpPr>
          <p:cNvPr id="96" name="자유형 95"/>
          <p:cNvSpPr>
            <a:spLocks/>
          </p:cNvSpPr>
          <p:nvPr/>
        </p:nvSpPr>
        <p:spPr bwMode="auto">
          <a:xfrm rot="9833202">
            <a:off x="1670050" y="4146550"/>
            <a:ext cx="1122363" cy="461963"/>
          </a:xfrm>
          <a:custGeom>
            <a:avLst/>
            <a:gdLst>
              <a:gd name="T0" fmla="*/ 1691969 w 914400"/>
              <a:gd name="T1" fmla="*/ 0 h 798286"/>
              <a:gd name="T2" fmla="*/ 456564 w 914400"/>
              <a:gd name="T3" fmla="*/ 36543 h 798286"/>
              <a:gd name="T4" fmla="*/ 0 w 914400"/>
              <a:gd name="T5" fmla="*/ 154605 h 798286"/>
              <a:gd name="T6" fmla="*/ 0 60000 65536"/>
              <a:gd name="T7" fmla="*/ 0 60000 65536"/>
              <a:gd name="T8" fmla="*/ 0 60000 65536"/>
              <a:gd name="T9" fmla="*/ 0 w 914400"/>
              <a:gd name="T10" fmla="*/ 0 h 798286"/>
              <a:gd name="T11" fmla="*/ 914400 w 914400"/>
              <a:gd name="T12" fmla="*/ 798286 h 79828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14400" h="798286">
                <a:moveTo>
                  <a:pt x="914400" y="0"/>
                </a:moveTo>
                <a:cubicBezTo>
                  <a:pt x="656771" y="27819"/>
                  <a:pt x="399143" y="55638"/>
                  <a:pt x="246743" y="188686"/>
                </a:cubicBezTo>
                <a:cubicBezTo>
                  <a:pt x="94343" y="321734"/>
                  <a:pt x="47171" y="560010"/>
                  <a:pt x="0" y="798286"/>
                </a:cubicBezTo>
              </a:path>
            </a:pathLst>
          </a:custGeom>
          <a:noFill/>
          <a:ln w="19050" cap="flat" cmpd="sng" algn="ctr">
            <a:solidFill>
              <a:srgbClr val="0000CC"/>
            </a:solidFill>
            <a:prstDash val="sysDash"/>
            <a:round/>
            <a:headEnd type="none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endParaRPr lang="ko-KR" altLang="en-US"/>
          </a:p>
        </p:txBody>
      </p:sp>
      <p:pic>
        <p:nvPicPr>
          <p:cNvPr id="97" name="Picture 11"/>
          <p:cNvPicPr>
            <a:picLocks noChangeAspect="1" noChangeArrowheads="1"/>
          </p:cNvPicPr>
          <p:nvPr/>
        </p:nvPicPr>
        <p:blipFill>
          <a:blip r:embed="rId5"/>
          <a:srcRect l="19323" t="17085" r="23170" b="73639"/>
          <a:stretch>
            <a:fillRect/>
          </a:stretch>
        </p:blipFill>
        <p:spPr bwMode="auto">
          <a:xfrm>
            <a:off x="79375" y="1554163"/>
            <a:ext cx="8891588" cy="763587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/>
            <a:tailEnd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98" name="Picture 11"/>
          <p:cNvPicPr>
            <a:picLocks noChangeAspect="1" noChangeArrowheads="1"/>
          </p:cNvPicPr>
          <p:nvPr/>
        </p:nvPicPr>
        <p:blipFill>
          <a:blip r:embed="rId5"/>
          <a:srcRect l="19323" t="26431" r="18454" b="61108"/>
          <a:stretch>
            <a:fillRect/>
          </a:stretch>
        </p:blipFill>
        <p:spPr bwMode="auto">
          <a:xfrm>
            <a:off x="92075" y="1539875"/>
            <a:ext cx="8924925" cy="9525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/>
            <a:tailEnd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99" name="Picture 11"/>
          <p:cNvPicPr>
            <a:picLocks noChangeAspect="1" noChangeArrowheads="1"/>
          </p:cNvPicPr>
          <p:nvPr/>
        </p:nvPicPr>
        <p:blipFill>
          <a:blip r:embed="rId5"/>
          <a:srcRect l="19323" t="38892" r="18454" b="46570"/>
          <a:stretch>
            <a:fillRect/>
          </a:stretch>
        </p:blipFill>
        <p:spPr bwMode="auto">
          <a:xfrm>
            <a:off x="111125" y="1482725"/>
            <a:ext cx="8924925" cy="111125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/>
            <a:tailEnd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00" name="Picture 11"/>
          <p:cNvPicPr>
            <a:picLocks noChangeAspect="1" noChangeArrowheads="1"/>
          </p:cNvPicPr>
          <p:nvPr/>
        </p:nvPicPr>
        <p:blipFill>
          <a:blip r:embed="rId5"/>
          <a:srcRect l="19323" t="52392" r="18454" b="38211"/>
          <a:stretch>
            <a:fillRect/>
          </a:stretch>
        </p:blipFill>
        <p:spPr bwMode="auto">
          <a:xfrm>
            <a:off x="107950" y="1482725"/>
            <a:ext cx="8945563" cy="719138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/>
            <a:tailEnd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01" name="Picture 11"/>
          <p:cNvPicPr>
            <a:picLocks noChangeAspect="1" noChangeArrowheads="1"/>
          </p:cNvPicPr>
          <p:nvPr/>
        </p:nvPicPr>
        <p:blipFill>
          <a:blip r:embed="rId5"/>
          <a:srcRect l="19323" t="61738" r="18454" b="10911"/>
          <a:stretch>
            <a:fillRect/>
          </a:stretch>
        </p:blipFill>
        <p:spPr bwMode="auto">
          <a:xfrm>
            <a:off x="93663" y="1341438"/>
            <a:ext cx="8939212" cy="2093912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/>
            <a:tailEnd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102" name="자유형 101"/>
          <p:cNvSpPr>
            <a:spLocks/>
          </p:cNvSpPr>
          <p:nvPr/>
        </p:nvSpPr>
        <p:spPr bwMode="auto">
          <a:xfrm flipH="1">
            <a:off x="2936875" y="3852863"/>
            <a:ext cx="914400" cy="796925"/>
          </a:xfrm>
          <a:custGeom>
            <a:avLst/>
            <a:gdLst>
              <a:gd name="T0" fmla="*/ 914400 w 914400"/>
              <a:gd name="T1" fmla="*/ 0 h 798286"/>
              <a:gd name="T2" fmla="*/ 246743 w 914400"/>
              <a:gd name="T3" fmla="*/ 188043 h 798286"/>
              <a:gd name="T4" fmla="*/ 0 w 914400"/>
              <a:gd name="T5" fmla="*/ 795566 h 798286"/>
              <a:gd name="T6" fmla="*/ 0 60000 65536"/>
              <a:gd name="T7" fmla="*/ 0 60000 65536"/>
              <a:gd name="T8" fmla="*/ 0 60000 65536"/>
              <a:gd name="T9" fmla="*/ 0 w 914400"/>
              <a:gd name="T10" fmla="*/ 0 h 798286"/>
              <a:gd name="T11" fmla="*/ 914400 w 914400"/>
              <a:gd name="T12" fmla="*/ 798286 h 79828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14400" h="798286">
                <a:moveTo>
                  <a:pt x="914400" y="0"/>
                </a:moveTo>
                <a:cubicBezTo>
                  <a:pt x="656771" y="27819"/>
                  <a:pt x="399143" y="55638"/>
                  <a:pt x="246743" y="188686"/>
                </a:cubicBezTo>
                <a:cubicBezTo>
                  <a:pt x="94343" y="321734"/>
                  <a:pt x="47171" y="560010"/>
                  <a:pt x="0" y="798286"/>
                </a:cubicBezTo>
              </a:path>
            </a:pathLst>
          </a:custGeom>
          <a:noFill/>
          <a:ln w="19050" cap="flat" cmpd="sng" algn="ctr">
            <a:solidFill>
              <a:srgbClr val="FF0000"/>
            </a:solidFill>
            <a:prstDash val="sysDash"/>
            <a:round/>
            <a:headEnd type="none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endParaRPr lang="ko-KR" altLang="en-US"/>
          </a:p>
        </p:txBody>
      </p:sp>
      <p:sp>
        <p:nvSpPr>
          <p:cNvPr id="103" name="타원 102"/>
          <p:cNvSpPr>
            <a:spLocks noChangeArrowheads="1"/>
          </p:cNvSpPr>
          <p:nvPr/>
        </p:nvSpPr>
        <p:spPr bwMode="auto">
          <a:xfrm flipH="1">
            <a:off x="3754438" y="4635500"/>
            <a:ext cx="357187" cy="357188"/>
          </a:xfrm>
          <a:prstGeom prst="ellipse">
            <a:avLst/>
          </a:prstGeom>
          <a:noFill/>
          <a:ln w="38100" algn="ctr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eaLnBrk="1" hangingPunct="1"/>
            <a:endParaRPr lang="ko-KR" altLang="en-US"/>
          </a:p>
        </p:txBody>
      </p:sp>
      <p:sp>
        <p:nvSpPr>
          <p:cNvPr id="104" name="타원 103"/>
          <p:cNvSpPr>
            <a:spLocks noChangeArrowheads="1"/>
          </p:cNvSpPr>
          <p:nvPr/>
        </p:nvSpPr>
        <p:spPr bwMode="auto">
          <a:xfrm flipH="1">
            <a:off x="3768725" y="4654550"/>
            <a:ext cx="323850" cy="303213"/>
          </a:xfrm>
          <a:prstGeom prst="ellipse">
            <a:avLst/>
          </a:prstGeom>
          <a:solidFill>
            <a:srgbClr val="FFFF00">
              <a:alpha val="7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algn="ctr" eaLnBrk="1" hangingPunct="1"/>
            <a:r>
              <a:rPr lang="en-US" altLang="ko-KR" sz="1400" b="1">
                <a:latin typeface="맑은 고딕" panose="020B0503020000020004" pitchFamily="50" charset="-127"/>
                <a:ea typeface="맑은 고딕" panose="020B0503020000020004" pitchFamily="50" charset="-127"/>
              </a:rPr>
              <a:t>C</a:t>
            </a:r>
            <a:endParaRPr lang="ko-KR" altLang="en-US" sz="1400" b="1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5" name="자유형 104"/>
          <p:cNvSpPr>
            <a:spLocks/>
          </p:cNvSpPr>
          <p:nvPr/>
        </p:nvSpPr>
        <p:spPr bwMode="auto">
          <a:xfrm>
            <a:off x="3354388" y="4837113"/>
            <a:ext cx="454025" cy="461962"/>
          </a:xfrm>
          <a:custGeom>
            <a:avLst/>
            <a:gdLst>
              <a:gd name="T0" fmla="*/ 111901 w 914400"/>
              <a:gd name="T1" fmla="*/ 0 h 798286"/>
              <a:gd name="T2" fmla="*/ 30195 w 914400"/>
              <a:gd name="T3" fmla="*/ 36543 h 798286"/>
              <a:gd name="T4" fmla="*/ 0 w 914400"/>
              <a:gd name="T5" fmla="*/ 154605 h 798286"/>
              <a:gd name="T6" fmla="*/ 0 60000 65536"/>
              <a:gd name="T7" fmla="*/ 0 60000 65536"/>
              <a:gd name="T8" fmla="*/ 0 60000 65536"/>
              <a:gd name="T9" fmla="*/ 0 w 914400"/>
              <a:gd name="T10" fmla="*/ 0 h 798286"/>
              <a:gd name="T11" fmla="*/ 914400 w 914400"/>
              <a:gd name="T12" fmla="*/ 798286 h 79828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14400" h="798286">
                <a:moveTo>
                  <a:pt x="914400" y="0"/>
                </a:moveTo>
                <a:cubicBezTo>
                  <a:pt x="656771" y="27819"/>
                  <a:pt x="399143" y="55638"/>
                  <a:pt x="246743" y="188686"/>
                </a:cubicBezTo>
                <a:cubicBezTo>
                  <a:pt x="94343" y="321734"/>
                  <a:pt x="47171" y="560010"/>
                  <a:pt x="0" y="798286"/>
                </a:cubicBezTo>
              </a:path>
            </a:pathLst>
          </a:custGeom>
          <a:noFill/>
          <a:ln w="19050" cap="flat" cmpd="sng" algn="ctr">
            <a:solidFill>
              <a:srgbClr val="FF0000"/>
            </a:solidFill>
            <a:prstDash val="sysDash"/>
            <a:round/>
            <a:headEnd type="none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endParaRPr lang="ko-KR" altLang="en-US"/>
          </a:p>
        </p:txBody>
      </p:sp>
      <p:sp>
        <p:nvSpPr>
          <p:cNvPr id="106" name="타원 105"/>
          <p:cNvSpPr>
            <a:spLocks noChangeArrowheads="1"/>
          </p:cNvSpPr>
          <p:nvPr/>
        </p:nvSpPr>
        <p:spPr bwMode="auto">
          <a:xfrm>
            <a:off x="3124200" y="5257800"/>
            <a:ext cx="357188" cy="357188"/>
          </a:xfrm>
          <a:prstGeom prst="ellipse">
            <a:avLst/>
          </a:prstGeom>
          <a:noFill/>
          <a:ln w="38100" algn="ctr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eaLnBrk="1" hangingPunct="1"/>
            <a:endParaRPr lang="ko-KR" altLang="en-US"/>
          </a:p>
        </p:txBody>
      </p:sp>
      <p:sp>
        <p:nvSpPr>
          <p:cNvPr id="107" name="타원 106"/>
          <p:cNvSpPr>
            <a:spLocks noChangeArrowheads="1"/>
          </p:cNvSpPr>
          <p:nvPr/>
        </p:nvSpPr>
        <p:spPr bwMode="auto">
          <a:xfrm>
            <a:off x="3152775" y="5283200"/>
            <a:ext cx="323850" cy="303213"/>
          </a:xfrm>
          <a:prstGeom prst="ellipse">
            <a:avLst/>
          </a:prstGeom>
          <a:solidFill>
            <a:srgbClr val="FFFF00">
              <a:alpha val="7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algn="ctr" eaLnBrk="1" hangingPunct="1"/>
            <a:r>
              <a:rPr lang="en-US" altLang="ko-KR" sz="1400" b="1">
                <a:latin typeface="맑은 고딕" panose="020B0503020000020004" pitchFamily="50" charset="-127"/>
                <a:ea typeface="맑은 고딕" panose="020B0503020000020004" pitchFamily="50" charset="-127"/>
              </a:rPr>
              <a:t>F</a:t>
            </a:r>
            <a:endParaRPr lang="ko-KR" altLang="en-US" sz="1400" b="1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8" name="자유형 107"/>
          <p:cNvSpPr>
            <a:spLocks/>
          </p:cNvSpPr>
          <p:nvPr/>
        </p:nvSpPr>
        <p:spPr bwMode="auto">
          <a:xfrm rot="10344064">
            <a:off x="3376613" y="5022850"/>
            <a:ext cx="482600" cy="461963"/>
          </a:xfrm>
          <a:custGeom>
            <a:avLst/>
            <a:gdLst>
              <a:gd name="T0" fmla="*/ 134359 w 914400"/>
              <a:gd name="T1" fmla="*/ 0 h 798286"/>
              <a:gd name="T2" fmla="*/ 36256 w 914400"/>
              <a:gd name="T3" fmla="*/ 36543 h 798286"/>
              <a:gd name="T4" fmla="*/ 0 w 914400"/>
              <a:gd name="T5" fmla="*/ 154605 h 798286"/>
              <a:gd name="T6" fmla="*/ 0 60000 65536"/>
              <a:gd name="T7" fmla="*/ 0 60000 65536"/>
              <a:gd name="T8" fmla="*/ 0 60000 65536"/>
              <a:gd name="T9" fmla="*/ 0 w 914400"/>
              <a:gd name="T10" fmla="*/ 0 h 798286"/>
              <a:gd name="T11" fmla="*/ 914400 w 914400"/>
              <a:gd name="T12" fmla="*/ 798286 h 79828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14400" h="798286">
                <a:moveTo>
                  <a:pt x="914400" y="0"/>
                </a:moveTo>
                <a:cubicBezTo>
                  <a:pt x="656771" y="27819"/>
                  <a:pt x="399143" y="55638"/>
                  <a:pt x="246743" y="188686"/>
                </a:cubicBezTo>
                <a:cubicBezTo>
                  <a:pt x="94343" y="321734"/>
                  <a:pt x="47171" y="560010"/>
                  <a:pt x="0" y="798286"/>
                </a:cubicBezTo>
              </a:path>
            </a:pathLst>
          </a:custGeom>
          <a:noFill/>
          <a:ln w="19050" cap="flat" cmpd="sng" algn="ctr">
            <a:solidFill>
              <a:srgbClr val="0000CC"/>
            </a:solidFill>
            <a:prstDash val="sysDash"/>
            <a:round/>
            <a:headEnd type="none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endParaRPr lang="ko-KR" altLang="en-US"/>
          </a:p>
        </p:txBody>
      </p:sp>
      <p:sp>
        <p:nvSpPr>
          <p:cNvPr id="109" name="자유형 108"/>
          <p:cNvSpPr>
            <a:spLocks/>
          </p:cNvSpPr>
          <p:nvPr/>
        </p:nvSpPr>
        <p:spPr bwMode="auto">
          <a:xfrm flipH="1">
            <a:off x="4075113" y="4822825"/>
            <a:ext cx="482600" cy="460375"/>
          </a:xfrm>
          <a:custGeom>
            <a:avLst/>
            <a:gdLst>
              <a:gd name="T0" fmla="*/ 134359 w 914400"/>
              <a:gd name="T1" fmla="*/ 0 h 798286"/>
              <a:gd name="T2" fmla="*/ 36256 w 914400"/>
              <a:gd name="T3" fmla="*/ 36293 h 798286"/>
              <a:gd name="T4" fmla="*/ 0 w 914400"/>
              <a:gd name="T5" fmla="*/ 153544 h 798286"/>
              <a:gd name="T6" fmla="*/ 0 60000 65536"/>
              <a:gd name="T7" fmla="*/ 0 60000 65536"/>
              <a:gd name="T8" fmla="*/ 0 60000 65536"/>
              <a:gd name="T9" fmla="*/ 0 w 914400"/>
              <a:gd name="T10" fmla="*/ 0 h 798286"/>
              <a:gd name="T11" fmla="*/ 914400 w 914400"/>
              <a:gd name="T12" fmla="*/ 798286 h 79828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14400" h="798286">
                <a:moveTo>
                  <a:pt x="914400" y="0"/>
                </a:moveTo>
                <a:cubicBezTo>
                  <a:pt x="656771" y="27819"/>
                  <a:pt x="399143" y="55638"/>
                  <a:pt x="246743" y="188686"/>
                </a:cubicBezTo>
                <a:cubicBezTo>
                  <a:pt x="94343" y="321734"/>
                  <a:pt x="47171" y="560010"/>
                  <a:pt x="0" y="798286"/>
                </a:cubicBezTo>
              </a:path>
            </a:pathLst>
          </a:custGeom>
          <a:noFill/>
          <a:ln w="19050" cap="flat" cmpd="sng" algn="ctr">
            <a:solidFill>
              <a:srgbClr val="FF0000"/>
            </a:solidFill>
            <a:prstDash val="sysDash"/>
            <a:round/>
            <a:headEnd type="none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endParaRPr lang="ko-KR" altLang="en-US"/>
          </a:p>
        </p:txBody>
      </p:sp>
      <p:sp>
        <p:nvSpPr>
          <p:cNvPr id="110" name="타원 109"/>
          <p:cNvSpPr>
            <a:spLocks noChangeArrowheads="1"/>
          </p:cNvSpPr>
          <p:nvPr/>
        </p:nvSpPr>
        <p:spPr bwMode="auto">
          <a:xfrm>
            <a:off x="4437063" y="5273675"/>
            <a:ext cx="357187" cy="357188"/>
          </a:xfrm>
          <a:prstGeom prst="ellipse">
            <a:avLst/>
          </a:prstGeom>
          <a:noFill/>
          <a:ln w="38100" algn="ctr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eaLnBrk="1" hangingPunct="1"/>
            <a:endParaRPr lang="ko-KR" altLang="en-US"/>
          </a:p>
        </p:txBody>
      </p:sp>
      <p:sp>
        <p:nvSpPr>
          <p:cNvPr id="111" name="타원 110"/>
          <p:cNvSpPr>
            <a:spLocks noChangeArrowheads="1"/>
          </p:cNvSpPr>
          <p:nvPr/>
        </p:nvSpPr>
        <p:spPr bwMode="auto">
          <a:xfrm>
            <a:off x="4464050" y="5299075"/>
            <a:ext cx="325438" cy="303213"/>
          </a:xfrm>
          <a:prstGeom prst="ellipse">
            <a:avLst/>
          </a:prstGeom>
          <a:solidFill>
            <a:srgbClr val="FFFF00">
              <a:alpha val="7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algn="ctr" eaLnBrk="1" hangingPunct="1"/>
            <a:r>
              <a:rPr lang="en-US" altLang="ko-KR" sz="1400" b="1">
                <a:latin typeface="맑은 고딕" panose="020B0503020000020004" pitchFamily="50" charset="-127"/>
                <a:ea typeface="맑은 고딕" panose="020B0503020000020004" pitchFamily="50" charset="-127"/>
              </a:rPr>
              <a:t>G</a:t>
            </a:r>
            <a:endParaRPr lang="ko-KR" altLang="en-US" sz="1400" b="1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2" name="자유형 111"/>
          <p:cNvSpPr>
            <a:spLocks/>
          </p:cNvSpPr>
          <p:nvPr/>
        </p:nvSpPr>
        <p:spPr bwMode="auto">
          <a:xfrm flipH="1">
            <a:off x="4802188" y="5484813"/>
            <a:ext cx="296862" cy="461962"/>
          </a:xfrm>
          <a:custGeom>
            <a:avLst/>
            <a:gdLst>
              <a:gd name="T0" fmla="*/ 31312 w 914400"/>
              <a:gd name="T1" fmla="*/ 0 h 798286"/>
              <a:gd name="T2" fmla="*/ 8449 w 914400"/>
              <a:gd name="T3" fmla="*/ 36543 h 798286"/>
              <a:gd name="T4" fmla="*/ 0 w 914400"/>
              <a:gd name="T5" fmla="*/ 154605 h 798286"/>
              <a:gd name="T6" fmla="*/ 0 60000 65536"/>
              <a:gd name="T7" fmla="*/ 0 60000 65536"/>
              <a:gd name="T8" fmla="*/ 0 60000 65536"/>
              <a:gd name="T9" fmla="*/ 0 w 914400"/>
              <a:gd name="T10" fmla="*/ 0 h 798286"/>
              <a:gd name="T11" fmla="*/ 914400 w 914400"/>
              <a:gd name="T12" fmla="*/ 798286 h 79828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14400" h="798286">
                <a:moveTo>
                  <a:pt x="914400" y="0"/>
                </a:moveTo>
                <a:cubicBezTo>
                  <a:pt x="656771" y="27819"/>
                  <a:pt x="399143" y="55638"/>
                  <a:pt x="246743" y="188686"/>
                </a:cubicBezTo>
                <a:cubicBezTo>
                  <a:pt x="94343" y="321734"/>
                  <a:pt x="47171" y="560010"/>
                  <a:pt x="0" y="798286"/>
                </a:cubicBezTo>
              </a:path>
            </a:pathLst>
          </a:custGeom>
          <a:noFill/>
          <a:ln w="19050" cap="flat" cmpd="sng" algn="ctr">
            <a:solidFill>
              <a:srgbClr val="FF0000"/>
            </a:solidFill>
            <a:prstDash val="sysDash"/>
            <a:round/>
            <a:headEnd type="none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endParaRPr lang="ko-KR" altLang="en-US"/>
          </a:p>
        </p:txBody>
      </p:sp>
      <p:sp>
        <p:nvSpPr>
          <p:cNvPr id="113" name="타원 112"/>
          <p:cNvSpPr>
            <a:spLocks noChangeArrowheads="1"/>
          </p:cNvSpPr>
          <p:nvPr/>
        </p:nvSpPr>
        <p:spPr bwMode="auto">
          <a:xfrm>
            <a:off x="5035550" y="5907088"/>
            <a:ext cx="357188" cy="357187"/>
          </a:xfrm>
          <a:prstGeom prst="ellipse">
            <a:avLst/>
          </a:prstGeom>
          <a:noFill/>
          <a:ln w="38100" algn="ctr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eaLnBrk="1" hangingPunct="1"/>
            <a:endParaRPr lang="ko-KR" altLang="en-US"/>
          </a:p>
        </p:txBody>
      </p:sp>
      <p:sp>
        <p:nvSpPr>
          <p:cNvPr id="114" name="타원 113"/>
          <p:cNvSpPr>
            <a:spLocks noChangeArrowheads="1"/>
          </p:cNvSpPr>
          <p:nvPr/>
        </p:nvSpPr>
        <p:spPr bwMode="auto">
          <a:xfrm>
            <a:off x="5049838" y="5932488"/>
            <a:ext cx="323850" cy="303212"/>
          </a:xfrm>
          <a:prstGeom prst="ellipse">
            <a:avLst/>
          </a:prstGeom>
          <a:solidFill>
            <a:srgbClr val="FFFF00">
              <a:alpha val="7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algn="ctr" eaLnBrk="1" hangingPunct="1"/>
            <a:r>
              <a:rPr lang="en-US" altLang="ko-KR" sz="1400" b="1">
                <a:latin typeface="맑은 고딕" panose="020B0503020000020004" pitchFamily="50" charset="-127"/>
                <a:ea typeface="맑은 고딕" panose="020B0503020000020004" pitchFamily="50" charset="-127"/>
              </a:rPr>
              <a:t>K</a:t>
            </a:r>
            <a:endParaRPr lang="ko-KR" altLang="en-US" sz="1400" b="1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5" name="자유형 114"/>
          <p:cNvSpPr>
            <a:spLocks/>
          </p:cNvSpPr>
          <p:nvPr/>
        </p:nvSpPr>
        <p:spPr bwMode="auto">
          <a:xfrm rot="11255936" flipH="1">
            <a:off x="4672013" y="5656263"/>
            <a:ext cx="427037" cy="460375"/>
          </a:xfrm>
          <a:custGeom>
            <a:avLst/>
            <a:gdLst>
              <a:gd name="T0" fmla="*/ 93165 w 914400"/>
              <a:gd name="T1" fmla="*/ 0 h 798286"/>
              <a:gd name="T2" fmla="*/ 25140 w 914400"/>
              <a:gd name="T3" fmla="*/ 36293 h 798286"/>
              <a:gd name="T4" fmla="*/ 0 w 914400"/>
              <a:gd name="T5" fmla="*/ 153544 h 798286"/>
              <a:gd name="T6" fmla="*/ 0 60000 65536"/>
              <a:gd name="T7" fmla="*/ 0 60000 65536"/>
              <a:gd name="T8" fmla="*/ 0 60000 65536"/>
              <a:gd name="T9" fmla="*/ 0 w 914400"/>
              <a:gd name="T10" fmla="*/ 0 h 798286"/>
              <a:gd name="T11" fmla="*/ 914400 w 914400"/>
              <a:gd name="T12" fmla="*/ 798286 h 79828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14400" h="798286">
                <a:moveTo>
                  <a:pt x="914400" y="0"/>
                </a:moveTo>
                <a:cubicBezTo>
                  <a:pt x="656771" y="27819"/>
                  <a:pt x="399143" y="55638"/>
                  <a:pt x="246743" y="188686"/>
                </a:cubicBezTo>
                <a:cubicBezTo>
                  <a:pt x="94343" y="321734"/>
                  <a:pt x="47171" y="560010"/>
                  <a:pt x="0" y="798286"/>
                </a:cubicBezTo>
              </a:path>
            </a:pathLst>
          </a:custGeom>
          <a:noFill/>
          <a:ln w="19050" cap="flat" cmpd="sng" algn="ctr">
            <a:solidFill>
              <a:srgbClr val="0000CC"/>
            </a:solidFill>
            <a:prstDash val="sysDash"/>
            <a:round/>
            <a:headEnd type="none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endParaRPr lang="ko-KR" altLang="en-US"/>
          </a:p>
        </p:txBody>
      </p:sp>
      <p:sp>
        <p:nvSpPr>
          <p:cNvPr id="116" name="자유형 115"/>
          <p:cNvSpPr>
            <a:spLocks/>
          </p:cNvSpPr>
          <p:nvPr/>
        </p:nvSpPr>
        <p:spPr bwMode="auto">
          <a:xfrm rot="11255936" flipH="1">
            <a:off x="4014788" y="4964113"/>
            <a:ext cx="427037" cy="461962"/>
          </a:xfrm>
          <a:custGeom>
            <a:avLst/>
            <a:gdLst>
              <a:gd name="T0" fmla="*/ 93165 w 914400"/>
              <a:gd name="T1" fmla="*/ 0 h 798286"/>
              <a:gd name="T2" fmla="*/ 25140 w 914400"/>
              <a:gd name="T3" fmla="*/ 36543 h 798286"/>
              <a:gd name="T4" fmla="*/ 0 w 914400"/>
              <a:gd name="T5" fmla="*/ 154605 h 798286"/>
              <a:gd name="T6" fmla="*/ 0 60000 65536"/>
              <a:gd name="T7" fmla="*/ 0 60000 65536"/>
              <a:gd name="T8" fmla="*/ 0 60000 65536"/>
              <a:gd name="T9" fmla="*/ 0 w 914400"/>
              <a:gd name="T10" fmla="*/ 0 h 798286"/>
              <a:gd name="T11" fmla="*/ 914400 w 914400"/>
              <a:gd name="T12" fmla="*/ 798286 h 79828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14400" h="798286">
                <a:moveTo>
                  <a:pt x="914400" y="0"/>
                </a:moveTo>
                <a:cubicBezTo>
                  <a:pt x="656771" y="27819"/>
                  <a:pt x="399143" y="55638"/>
                  <a:pt x="246743" y="188686"/>
                </a:cubicBezTo>
                <a:cubicBezTo>
                  <a:pt x="94343" y="321734"/>
                  <a:pt x="47171" y="560010"/>
                  <a:pt x="0" y="798286"/>
                </a:cubicBezTo>
              </a:path>
            </a:pathLst>
          </a:custGeom>
          <a:noFill/>
          <a:ln w="19050" cap="flat" cmpd="sng" algn="ctr">
            <a:solidFill>
              <a:srgbClr val="0000CC"/>
            </a:solidFill>
            <a:prstDash val="sysDash"/>
            <a:round/>
            <a:headEnd type="none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endParaRPr lang="ko-KR" altLang="en-US"/>
          </a:p>
        </p:txBody>
      </p:sp>
      <p:sp>
        <p:nvSpPr>
          <p:cNvPr id="117" name="자유형 116"/>
          <p:cNvSpPr>
            <a:spLocks/>
          </p:cNvSpPr>
          <p:nvPr/>
        </p:nvSpPr>
        <p:spPr bwMode="auto">
          <a:xfrm rot="11915666" flipH="1">
            <a:off x="2755900" y="4132263"/>
            <a:ext cx="1104900" cy="460375"/>
          </a:xfrm>
          <a:custGeom>
            <a:avLst/>
            <a:gdLst>
              <a:gd name="T0" fmla="*/ 1611941 w 914400"/>
              <a:gd name="T1" fmla="*/ 0 h 798286"/>
              <a:gd name="T2" fmla="*/ 434967 w 914400"/>
              <a:gd name="T3" fmla="*/ 36293 h 798286"/>
              <a:gd name="T4" fmla="*/ 0 w 914400"/>
              <a:gd name="T5" fmla="*/ 153544 h 798286"/>
              <a:gd name="T6" fmla="*/ 0 60000 65536"/>
              <a:gd name="T7" fmla="*/ 0 60000 65536"/>
              <a:gd name="T8" fmla="*/ 0 60000 65536"/>
              <a:gd name="T9" fmla="*/ 0 w 914400"/>
              <a:gd name="T10" fmla="*/ 0 h 798286"/>
              <a:gd name="T11" fmla="*/ 914400 w 914400"/>
              <a:gd name="T12" fmla="*/ 798286 h 79828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14400" h="798286">
                <a:moveTo>
                  <a:pt x="914400" y="0"/>
                </a:moveTo>
                <a:cubicBezTo>
                  <a:pt x="656771" y="27819"/>
                  <a:pt x="399143" y="55638"/>
                  <a:pt x="246743" y="188686"/>
                </a:cubicBezTo>
                <a:cubicBezTo>
                  <a:pt x="94343" y="321734"/>
                  <a:pt x="47171" y="560010"/>
                  <a:pt x="0" y="798286"/>
                </a:cubicBezTo>
              </a:path>
            </a:pathLst>
          </a:custGeom>
          <a:noFill/>
          <a:ln w="19050" cap="flat" cmpd="sng" algn="ctr">
            <a:solidFill>
              <a:srgbClr val="0000CC"/>
            </a:solidFill>
            <a:prstDash val="sysDash"/>
            <a:round/>
            <a:headEnd type="none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46034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5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10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2" presetID="22" presetClass="entr" presetSubtype="1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48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10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4" presetID="22" presetClass="entr" presetSubtype="1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6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7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0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5" dur="10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89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9" dur="1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01" presetID="35" presetClass="emph" presetSubtype="0" repeatCount="3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02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06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 nodeType="clickPar">
                      <p:stCondLst>
                        <p:cond delay="indefinite"/>
                      </p:stCondLst>
                      <p:childTnLst>
                        <p:par>
                          <p:cTn id="1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6" dur="10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18" presetID="22" presetClass="entr" presetSubtype="1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0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 nodeType="clickPar">
                      <p:stCondLst>
                        <p:cond delay="indefinite"/>
                      </p:stCondLst>
                      <p:childTnLst>
                        <p:par>
                          <p:cTn id="1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3" presetID="2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24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 nodeType="clickPar">
                      <p:stCondLst>
                        <p:cond delay="indefinite"/>
                      </p:stCondLst>
                      <p:childTnLst>
                        <p:par>
                          <p:cTn id="1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4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 nodeType="clickPar">
                      <p:stCondLst>
                        <p:cond delay="indefinite"/>
                      </p:stCondLst>
                      <p:childTnLst>
                        <p:par>
                          <p:cTn id="1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7" presetID="2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38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3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 nodeType="clickPar">
                      <p:stCondLst>
                        <p:cond delay="indefinite"/>
                      </p:stCondLst>
                      <p:childTnLst>
                        <p:par>
                          <p:cTn id="1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8" dur="10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0" presetID="22" presetClass="entr" presetSubtype="1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2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5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6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 nodeType="clickPar">
                      <p:stCondLst>
                        <p:cond delay="indefinite"/>
                      </p:stCondLst>
                      <p:childTnLst>
                        <p:par>
                          <p:cTn id="1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1" dur="10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 nodeType="clickPar">
                      <p:stCondLst>
                        <p:cond delay="indefinite"/>
                      </p:stCondLst>
                      <p:childTnLst>
                        <p:par>
                          <p:cTn id="1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4" presetID="2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65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6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0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 nodeType="clickPar">
                      <p:stCondLst>
                        <p:cond delay="indefinite"/>
                      </p:stCondLst>
                      <p:childTnLst>
                        <p:par>
                          <p:cTn id="1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5" dur="10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77" presetID="22" presetClass="entr" presetSubtype="1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9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8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3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4" fill="hold" nodeType="clickPar">
                      <p:stCondLst>
                        <p:cond delay="indefinite"/>
                      </p:stCondLst>
                      <p:childTnLst>
                        <p:par>
                          <p:cTn id="1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8" dur="10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 nodeType="clickPar">
                      <p:stCondLst>
                        <p:cond delay="indefinite"/>
                      </p:stCondLst>
                      <p:childTnLst>
                        <p:par>
                          <p:cTn id="1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1" presetID="2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92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7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8" fill="hold" nodeType="clickPar">
                      <p:stCondLst>
                        <p:cond delay="indefinite"/>
                      </p:stCondLst>
                      <p:childTnLst>
                        <p:par>
                          <p:cTn id="1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2" dur="10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04" presetID="35" presetClass="emph" presetSubtype="0" repeatCount="2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05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6" fill="hold" nodeType="clickPar">
                      <p:stCondLst>
                        <p:cond delay="indefinite"/>
                      </p:stCondLst>
                      <p:childTnLst>
                        <p:par>
                          <p:cTn id="2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0" dur="10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12" presetID="35" presetClass="emph" presetSubtype="0" repeatCount="3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13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4" fill="hold" nodeType="clickPar">
                      <p:stCondLst>
                        <p:cond delay="indefinite"/>
                      </p:stCondLst>
                      <p:childTnLst>
                        <p:par>
                          <p:cTn id="2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6" presetID="2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17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2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2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3" fill="hold" nodeType="clickPar">
                      <p:stCondLst>
                        <p:cond delay="indefinite"/>
                      </p:stCondLst>
                      <p:childTnLst>
                        <p:par>
                          <p:cTn id="2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7" dur="10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2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1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2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3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5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6" fill="hold" nodeType="clickPar">
                      <p:stCondLst>
                        <p:cond delay="indefinite"/>
                      </p:stCondLst>
                      <p:childTnLst>
                        <p:par>
                          <p:cTn id="2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8" presetID="2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39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4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5" fill="hold" nodeType="clickPar">
                      <p:stCondLst>
                        <p:cond delay="indefinite"/>
                      </p:stCondLst>
                      <p:childTnLst>
                        <p:par>
                          <p:cTn id="2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9" dur="10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51" presetID="22" presetClass="entr" presetSubtype="1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3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5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7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8" fill="hold" nodeType="clickPar">
                      <p:stCondLst>
                        <p:cond delay="indefinite"/>
                      </p:stCondLst>
                      <p:childTnLst>
                        <p:par>
                          <p:cTn id="2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2" dur="10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6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6" dur="10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68" presetID="22" presetClass="entr" presetSubtype="1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0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1" fill="hold" nodeType="clickPar">
                      <p:stCondLst>
                        <p:cond delay="indefinite"/>
                      </p:stCondLst>
                      <p:childTnLst>
                        <p:par>
                          <p:cTn id="2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3" presetID="2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74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9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0" fill="hold" nodeType="clickPar">
                      <p:stCondLst>
                        <p:cond delay="indefinite"/>
                      </p:stCondLst>
                      <p:childTnLst>
                        <p:par>
                          <p:cTn id="2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4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5" fill="hold" nodeType="clickPar">
                      <p:stCondLst>
                        <p:cond delay="indefinite"/>
                      </p:stCondLst>
                      <p:childTnLst>
                        <p:par>
                          <p:cTn id="2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7" presetID="2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88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9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3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9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7" dur="10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99" presetID="22" presetClass="entr" presetSubtype="1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1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2" fill="hold" nodeType="clickPar">
                      <p:stCondLst>
                        <p:cond delay="indefinite"/>
                      </p:stCondLst>
                      <p:childTnLst>
                        <p:par>
                          <p:cTn id="3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6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7" fill="hold" nodeType="clickPar">
                      <p:stCondLst>
                        <p:cond delay="indefinite"/>
                      </p:stCondLst>
                      <p:childTnLst>
                        <p:par>
                          <p:cTn id="3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9" presetID="2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10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5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6" fill="hold" nodeType="clickPar">
                      <p:stCondLst>
                        <p:cond delay="indefinite"/>
                      </p:stCondLst>
                      <p:childTnLst>
                        <p:par>
                          <p:cTn id="3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0" dur="10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1" fill="hold" nodeType="clickPar">
                      <p:stCondLst>
                        <p:cond delay="indefinite"/>
                      </p:stCondLst>
                      <p:childTnLst>
                        <p:par>
                          <p:cTn id="3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5" dur="10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6" fill="hold" nodeType="clickPar">
                      <p:stCondLst>
                        <p:cond delay="indefinite"/>
                      </p:stCondLst>
                      <p:childTnLst>
                        <p:par>
                          <p:cTn id="3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0" dur="10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32" presetID="35" presetClass="emph" presetSubtype="0" repeatCount="3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333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" grpId="0" animBg="1"/>
      <p:bldP spid="61" grpId="1" animBg="1"/>
      <p:bldP spid="61" grpId="2" animBg="1"/>
      <p:bldP spid="62" grpId="0" animBg="1"/>
      <p:bldP spid="69" grpId="0" animBg="1"/>
      <p:bldP spid="70" grpId="0" animBg="1"/>
      <p:bldP spid="70" grpId="1" animBg="1"/>
      <p:bldP spid="70" grpId="2" animBg="1"/>
      <p:bldP spid="71" grpId="0" animBg="1"/>
      <p:bldP spid="72" grpId="0" animBg="1"/>
      <p:bldP spid="73" grpId="0" animBg="1"/>
      <p:bldP spid="74" grpId="0" animBg="1"/>
      <p:bldP spid="75" grpId="0" animBg="1"/>
      <p:bldP spid="76" grpId="0" animBg="1"/>
      <p:bldP spid="77" grpId="0" animBg="1"/>
      <p:bldP spid="78" grpId="0" animBg="1"/>
      <p:bldP spid="79" grpId="0" animBg="1"/>
      <p:bldP spid="80" grpId="0" animBg="1"/>
      <p:bldP spid="85" grpId="0" animBg="1"/>
      <p:bldP spid="86" grpId="0" animBg="1"/>
      <p:bldP spid="87" grpId="0" animBg="1"/>
      <p:bldP spid="88" grpId="0" animBg="1"/>
      <p:bldP spid="89" grpId="0" animBg="1"/>
      <p:bldP spid="90" grpId="0" animBg="1"/>
      <p:bldP spid="91" grpId="0" animBg="1"/>
      <p:bldP spid="92" grpId="0" animBg="1"/>
      <p:bldP spid="93" grpId="0" animBg="1"/>
      <p:bldP spid="94" grpId="0" animBg="1"/>
      <p:bldP spid="95" grpId="0" animBg="1"/>
      <p:bldP spid="96" grpId="0" animBg="1"/>
      <p:bldP spid="102" grpId="0" animBg="1"/>
      <p:bldP spid="103" grpId="0" animBg="1"/>
      <p:bldP spid="104" grpId="0" animBg="1"/>
      <p:bldP spid="105" grpId="0" animBg="1"/>
      <p:bldP spid="106" grpId="0" animBg="1"/>
      <p:bldP spid="107" grpId="0" animBg="1"/>
      <p:bldP spid="108" grpId="0" animBg="1"/>
      <p:bldP spid="109" grpId="0" animBg="1"/>
      <p:bldP spid="110" grpId="0" animBg="1"/>
      <p:bldP spid="111" grpId="0" animBg="1"/>
      <p:bldP spid="112" grpId="0" animBg="1"/>
      <p:bldP spid="113" grpId="0" animBg="1"/>
      <p:bldP spid="114" grpId="0" animBg="1"/>
      <p:bldP spid="115" grpId="0" animBg="1"/>
      <p:bldP spid="116" grpId="0" animBg="1"/>
      <p:bldP spid="117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내용 개체 틀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lvl="1" eaLnBrk="1" hangingPunct="1"/>
            <a:r>
              <a:rPr lang="ko-KR" altLang="en-US" dirty="0"/>
              <a:t>수식 </a:t>
            </a:r>
            <a:r>
              <a:rPr lang="en-US" altLang="ko-KR" dirty="0"/>
              <a:t>A*B-C/D</a:t>
            </a:r>
            <a:r>
              <a:rPr lang="ko-KR" altLang="en-US" dirty="0"/>
              <a:t>를 이진 </a:t>
            </a:r>
            <a:r>
              <a:rPr lang="ko-KR" altLang="en-US" dirty="0" err="1"/>
              <a:t>트리로</a:t>
            </a:r>
            <a:r>
              <a:rPr lang="ko-KR" altLang="en-US" dirty="0"/>
              <a:t> 구성</a:t>
            </a:r>
            <a:endParaRPr lang="en-US" altLang="ko-KR" dirty="0"/>
          </a:p>
          <a:p>
            <a:pPr lvl="2" eaLnBrk="1" hangingPunct="1"/>
            <a:r>
              <a:rPr lang="ko-KR" altLang="en-US" dirty="0"/>
              <a:t>수식에 대한 이진 </a:t>
            </a:r>
            <a:r>
              <a:rPr lang="ko-KR" altLang="en-US" dirty="0" err="1"/>
              <a:t>트리를</a:t>
            </a:r>
            <a:r>
              <a:rPr lang="ko-KR" altLang="en-US" dirty="0"/>
              <a:t> 전위 순회하면</a:t>
            </a:r>
            <a:r>
              <a:rPr lang="en-US" altLang="ko-KR" dirty="0"/>
              <a:t>, </a:t>
            </a:r>
            <a:r>
              <a:rPr lang="ko-KR" altLang="en-US" dirty="0"/>
              <a:t>전위 </a:t>
            </a:r>
            <a:r>
              <a:rPr lang="ko-KR" altLang="en-US" dirty="0" err="1"/>
              <a:t>표기식을</a:t>
            </a:r>
            <a:r>
              <a:rPr lang="ko-KR" altLang="en-US" dirty="0"/>
              <a:t> 구할 수 있음</a:t>
            </a:r>
            <a:endParaRPr lang="en-US" altLang="ko-KR" dirty="0"/>
          </a:p>
        </p:txBody>
      </p:sp>
      <p:sp>
        <p:nvSpPr>
          <p:cNvPr id="3584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</a:t>
            </a:r>
            <a:r>
              <a:rPr lang="en-US" altLang="ko-KR"/>
              <a:t>. </a:t>
            </a:r>
            <a:r>
              <a:rPr lang="ko-KR" altLang="en-US"/>
              <a:t>이진 트리의 순회</a:t>
            </a:r>
            <a:endParaRPr lang="ko-KR" altLang="en-US" dirty="0"/>
          </a:p>
        </p:txBody>
      </p:sp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547664" y="2009775"/>
            <a:ext cx="5143432" cy="283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내용 개체 틀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eaLnBrk="1" hangingPunct="1">
              <a:lnSpc>
                <a:spcPct val="110000"/>
              </a:lnSpc>
            </a:pPr>
            <a:r>
              <a:rPr lang="ko-KR" altLang="en-US"/>
              <a:t>중위 순회</a:t>
            </a:r>
            <a:r>
              <a:rPr lang="en-US" altLang="ko-KR" baseline="30000"/>
              <a:t>inorder traversal</a:t>
            </a:r>
            <a:endParaRPr lang="en-US" altLang="ko-KR" dirty="0"/>
          </a:p>
          <a:p>
            <a:pPr lvl="1"/>
            <a:r>
              <a:rPr lang="en-US" altLang="ko-KR" dirty="0"/>
              <a:t>L → D → R </a:t>
            </a:r>
            <a:r>
              <a:rPr lang="ko-KR" altLang="en-US" dirty="0"/>
              <a:t>순서로</a:t>
            </a:r>
            <a:r>
              <a:rPr lang="en-US" altLang="ko-KR" dirty="0"/>
              <a:t>, </a:t>
            </a:r>
            <a:r>
              <a:rPr lang="ko-KR" altLang="en-US" dirty="0"/>
              <a:t>현재 </a:t>
            </a:r>
            <a:r>
              <a:rPr lang="ko-KR" altLang="en-US" dirty="0" err="1"/>
              <a:t>노드를</a:t>
            </a:r>
            <a:r>
              <a:rPr lang="ko-KR" altLang="en-US" dirty="0"/>
              <a:t> 방문하는 작업 </a:t>
            </a:r>
            <a:r>
              <a:rPr lang="en-US" altLang="ko-KR" dirty="0"/>
              <a:t>D</a:t>
            </a:r>
            <a:r>
              <a:rPr lang="ko-KR" altLang="en-US" dirty="0"/>
              <a:t>를 작업 </a:t>
            </a:r>
            <a:r>
              <a:rPr lang="en-US" altLang="ko-KR" dirty="0"/>
              <a:t>L</a:t>
            </a:r>
            <a:r>
              <a:rPr lang="ko-KR" altLang="en-US" dirty="0"/>
              <a:t>과 작업 </a:t>
            </a:r>
            <a:r>
              <a:rPr lang="en-US" altLang="ko-KR" dirty="0"/>
              <a:t>R</a:t>
            </a:r>
            <a:r>
              <a:rPr lang="ko-KR" altLang="en-US" dirty="0"/>
              <a:t>의 중간에 수행</a:t>
            </a:r>
          </a:p>
        </p:txBody>
      </p:sp>
      <p:sp>
        <p:nvSpPr>
          <p:cNvPr id="36867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</a:t>
            </a:r>
            <a:r>
              <a:rPr lang="en-US" altLang="ko-KR"/>
              <a:t>. </a:t>
            </a:r>
            <a:r>
              <a:rPr lang="ko-KR" altLang="en-US"/>
              <a:t>이진 트리의 순회</a:t>
            </a:r>
            <a:endParaRPr lang="ko-KR" altLang="en-US" dirty="0"/>
          </a:p>
        </p:txBody>
      </p:sp>
      <p:pic>
        <p:nvPicPr>
          <p:cNvPr id="2560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897561" y="2204864"/>
            <a:ext cx="5188638" cy="17536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603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827585" y="4197110"/>
            <a:ext cx="7488831" cy="22900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내용 개체 틀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lvl="1"/>
            <a:r>
              <a:rPr lang="ko-KR" altLang="en-US"/>
              <a:t>중위 순회의 예</a:t>
            </a:r>
          </a:p>
          <a:p>
            <a:pPr lvl="1"/>
            <a:endParaRPr lang="ko-KR" altLang="en-US"/>
          </a:p>
        </p:txBody>
      </p:sp>
      <p:sp>
        <p:nvSpPr>
          <p:cNvPr id="37891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</a:t>
            </a:r>
            <a:r>
              <a:rPr lang="en-US" altLang="ko-KR"/>
              <a:t>. </a:t>
            </a:r>
            <a:r>
              <a:rPr lang="ko-KR" altLang="en-US"/>
              <a:t>이진 트리의 순회</a:t>
            </a:r>
            <a:endParaRPr lang="ko-KR" altLang="en-US" dirty="0"/>
          </a:p>
        </p:txBody>
      </p:sp>
      <p:pic>
        <p:nvPicPr>
          <p:cNvPr id="266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394023" y="1647825"/>
            <a:ext cx="6355955" cy="3562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내용 개체 틀 1"/>
          <p:cNvSpPr>
            <a:spLocks noGrp="1"/>
          </p:cNvSpPr>
          <p:nvPr>
            <p:ph sz="quarter" idx="10"/>
          </p:nvPr>
        </p:nvSpPr>
        <p:spPr>
          <a:xfrm>
            <a:off x="228600" y="931863"/>
            <a:ext cx="8686800" cy="5715000"/>
          </a:xfrm>
        </p:spPr>
        <p:txBody>
          <a:bodyPr/>
          <a:lstStyle/>
          <a:p>
            <a:pPr lvl="1"/>
            <a:r>
              <a:rPr lang="ko-KR" altLang="en-US"/>
              <a:t>중위 순회 과정 </a:t>
            </a:r>
            <a:r>
              <a:rPr lang="en-US" altLang="ko-KR"/>
              <a:t>&gt;&gt; H-D-B-I-E-J-A-F-C-G-K</a:t>
            </a:r>
          </a:p>
          <a:p>
            <a:pPr lvl="1"/>
            <a:endParaRPr lang="ko-KR" altLang="en-US"/>
          </a:p>
        </p:txBody>
      </p:sp>
      <p:sp>
        <p:nvSpPr>
          <p:cNvPr id="38915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 </a:t>
            </a:r>
            <a:r>
              <a:rPr lang="ko-KR" altLang="en-US" dirty="0"/>
              <a:t>이진 트리의 순회</a:t>
            </a:r>
          </a:p>
        </p:txBody>
      </p:sp>
      <p:sp>
        <p:nvSpPr>
          <p:cNvPr id="38916" name="AutoShape 4" descr="PIC34F"/>
          <p:cNvSpPr>
            <a:spLocks noChangeAspect="1" noChangeArrowheads="1"/>
          </p:cNvSpPr>
          <p:nvPr/>
        </p:nvSpPr>
        <p:spPr bwMode="auto">
          <a:xfrm>
            <a:off x="4714875" y="3443288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eaLnBrk="1" hangingPunct="1"/>
            <a:endParaRPr lang="ko-KR" altLang="en-US"/>
          </a:p>
        </p:txBody>
      </p:sp>
      <p:pic>
        <p:nvPicPr>
          <p:cNvPr id="38917" name="그림 8" descr="ch08-14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22" r="8888" b="13828"/>
          <a:stretch>
            <a:fillRect/>
          </a:stretch>
        </p:blipFill>
        <p:spPr bwMode="auto">
          <a:xfrm>
            <a:off x="374650" y="3370263"/>
            <a:ext cx="5349875" cy="3011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2" name="타원 61"/>
          <p:cNvSpPr>
            <a:spLocks noChangeArrowheads="1"/>
          </p:cNvSpPr>
          <p:nvPr/>
        </p:nvSpPr>
        <p:spPr bwMode="auto">
          <a:xfrm>
            <a:off x="2867025" y="3643313"/>
            <a:ext cx="357188" cy="357187"/>
          </a:xfrm>
          <a:prstGeom prst="ellipse">
            <a:avLst/>
          </a:prstGeom>
          <a:noFill/>
          <a:ln w="38100" algn="ctr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eaLnBrk="1" hangingPunct="1"/>
            <a:endParaRPr lang="ko-KR" altLang="en-US"/>
          </a:p>
        </p:txBody>
      </p:sp>
      <p:pic>
        <p:nvPicPr>
          <p:cNvPr id="63" name="Picture 6"/>
          <p:cNvPicPr>
            <a:picLocks noChangeAspect="1" noChangeArrowheads="1"/>
          </p:cNvPicPr>
          <p:nvPr/>
        </p:nvPicPr>
        <p:blipFill>
          <a:blip r:embed="rId3"/>
          <a:srcRect l="19299" t="31125" r="18926" b="48204"/>
          <a:stretch>
            <a:fillRect/>
          </a:stretch>
        </p:blipFill>
        <p:spPr bwMode="auto">
          <a:xfrm>
            <a:off x="161925" y="1435100"/>
            <a:ext cx="8802688" cy="16557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/>
            <a:tailEnd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64" name="Picture 6"/>
          <p:cNvPicPr>
            <a:picLocks noChangeAspect="1" noChangeArrowheads="1"/>
          </p:cNvPicPr>
          <p:nvPr/>
        </p:nvPicPr>
        <p:blipFill>
          <a:blip r:embed="rId3"/>
          <a:srcRect l="19299" t="51796" r="18926" b="26985"/>
          <a:stretch>
            <a:fillRect/>
          </a:stretch>
        </p:blipFill>
        <p:spPr bwMode="auto">
          <a:xfrm>
            <a:off x="87313" y="1435100"/>
            <a:ext cx="8948737" cy="1728788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/>
            <a:tailEnd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65" name="자유형 64"/>
          <p:cNvSpPr>
            <a:spLocks/>
          </p:cNvSpPr>
          <p:nvPr/>
        </p:nvSpPr>
        <p:spPr bwMode="auto">
          <a:xfrm>
            <a:off x="1963738" y="3838575"/>
            <a:ext cx="914400" cy="798513"/>
          </a:xfrm>
          <a:custGeom>
            <a:avLst/>
            <a:gdLst>
              <a:gd name="T0" fmla="*/ 914400 w 914400"/>
              <a:gd name="T1" fmla="*/ 0 h 798286"/>
              <a:gd name="T2" fmla="*/ 246743 w 914400"/>
              <a:gd name="T3" fmla="*/ 188793 h 798286"/>
              <a:gd name="T4" fmla="*/ 0 w 914400"/>
              <a:gd name="T5" fmla="*/ 798739 h 798286"/>
              <a:gd name="T6" fmla="*/ 0 60000 65536"/>
              <a:gd name="T7" fmla="*/ 0 60000 65536"/>
              <a:gd name="T8" fmla="*/ 0 60000 65536"/>
              <a:gd name="T9" fmla="*/ 0 w 914400"/>
              <a:gd name="T10" fmla="*/ 0 h 798286"/>
              <a:gd name="T11" fmla="*/ 914400 w 914400"/>
              <a:gd name="T12" fmla="*/ 798286 h 79828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14400" h="798286">
                <a:moveTo>
                  <a:pt x="914400" y="0"/>
                </a:moveTo>
                <a:cubicBezTo>
                  <a:pt x="656771" y="27819"/>
                  <a:pt x="399143" y="55638"/>
                  <a:pt x="246743" y="188686"/>
                </a:cubicBezTo>
                <a:cubicBezTo>
                  <a:pt x="94343" y="321734"/>
                  <a:pt x="47171" y="560010"/>
                  <a:pt x="0" y="798286"/>
                </a:cubicBezTo>
              </a:path>
            </a:pathLst>
          </a:custGeom>
          <a:noFill/>
          <a:ln w="19050" cap="flat" cmpd="sng" algn="ctr">
            <a:solidFill>
              <a:srgbClr val="FF0000"/>
            </a:solidFill>
            <a:prstDash val="sysDash"/>
            <a:round/>
            <a:headEnd type="none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endParaRPr lang="ko-KR" altLang="en-US"/>
          </a:p>
        </p:txBody>
      </p:sp>
      <p:sp>
        <p:nvSpPr>
          <p:cNvPr id="66" name="타원 65"/>
          <p:cNvSpPr>
            <a:spLocks noChangeArrowheads="1"/>
          </p:cNvSpPr>
          <p:nvPr/>
        </p:nvSpPr>
        <p:spPr bwMode="auto">
          <a:xfrm>
            <a:off x="1712913" y="4649788"/>
            <a:ext cx="357187" cy="357187"/>
          </a:xfrm>
          <a:prstGeom prst="ellipse">
            <a:avLst/>
          </a:prstGeom>
          <a:noFill/>
          <a:ln w="38100" algn="ctr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eaLnBrk="1" hangingPunct="1"/>
            <a:endParaRPr lang="ko-KR" altLang="en-US"/>
          </a:p>
        </p:txBody>
      </p:sp>
      <p:sp>
        <p:nvSpPr>
          <p:cNvPr id="67" name="자유형 66"/>
          <p:cNvSpPr>
            <a:spLocks/>
          </p:cNvSpPr>
          <p:nvPr/>
        </p:nvSpPr>
        <p:spPr bwMode="auto">
          <a:xfrm>
            <a:off x="1289050" y="4819650"/>
            <a:ext cx="554038" cy="461963"/>
          </a:xfrm>
          <a:custGeom>
            <a:avLst/>
            <a:gdLst>
              <a:gd name="T0" fmla="*/ 203516 w 914400"/>
              <a:gd name="T1" fmla="*/ 0 h 798286"/>
              <a:gd name="T2" fmla="*/ 54917 w 914400"/>
              <a:gd name="T3" fmla="*/ 36543 h 798286"/>
              <a:gd name="T4" fmla="*/ 0 w 914400"/>
              <a:gd name="T5" fmla="*/ 154605 h 798286"/>
              <a:gd name="T6" fmla="*/ 0 60000 65536"/>
              <a:gd name="T7" fmla="*/ 0 60000 65536"/>
              <a:gd name="T8" fmla="*/ 0 60000 65536"/>
              <a:gd name="T9" fmla="*/ 0 w 914400"/>
              <a:gd name="T10" fmla="*/ 0 h 798286"/>
              <a:gd name="T11" fmla="*/ 914400 w 914400"/>
              <a:gd name="T12" fmla="*/ 798286 h 79828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14400" h="798286">
                <a:moveTo>
                  <a:pt x="914400" y="0"/>
                </a:moveTo>
                <a:cubicBezTo>
                  <a:pt x="656771" y="27819"/>
                  <a:pt x="399143" y="55638"/>
                  <a:pt x="246743" y="188686"/>
                </a:cubicBezTo>
                <a:cubicBezTo>
                  <a:pt x="94343" y="321734"/>
                  <a:pt x="47171" y="560010"/>
                  <a:pt x="0" y="798286"/>
                </a:cubicBezTo>
              </a:path>
            </a:pathLst>
          </a:custGeom>
          <a:noFill/>
          <a:ln w="19050" cap="flat" cmpd="sng" algn="ctr">
            <a:solidFill>
              <a:srgbClr val="FF0000"/>
            </a:solidFill>
            <a:prstDash val="sysDash"/>
            <a:round/>
            <a:headEnd type="none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endParaRPr lang="ko-KR" altLang="en-US"/>
          </a:p>
        </p:txBody>
      </p:sp>
      <p:sp>
        <p:nvSpPr>
          <p:cNvPr id="68" name="타원 67"/>
          <p:cNvSpPr>
            <a:spLocks noChangeArrowheads="1"/>
          </p:cNvSpPr>
          <p:nvPr/>
        </p:nvSpPr>
        <p:spPr bwMode="auto">
          <a:xfrm>
            <a:off x="1038225" y="5284788"/>
            <a:ext cx="357188" cy="357187"/>
          </a:xfrm>
          <a:prstGeom prst="ellipse">
            <a:avLst/>
          </a:prstGeom>
          <a:noFill/>
          <a:ln w="38100" algn="ctr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eaLnBrk="1" hangingPunct="1"/>
            <a:endParaRPr lang="ko-KR" altLang="en-US"/>
          </a:p>
        </p:txBody>
      </p:sp>
      <p:sp>
        <p:nvSpPr>
          <p:cNvPr id="69" name="자유형 68"/>
          <p:cNvSpPr>
            <a:spLocks/>
          </p:cNvSpPr>
          <p:nvPr/>
        </p:nvSpPr>
        <p:spPr bwMode="auto">
          <a:xfrm>
            <a:off x="668338" y="5540375"/>
            <a:ext cx="454025" cy="461963"/>
          </a:xfrm>
          <a:custGeom>
            <a:avLst/>
            <a:gdLst>
              <a:gd name="T0" fmla="*/ 112073 w 914400"/>
              <a:gd name="T1" fmla="*/ 0 h 798286"/>
              <a:gd name="T2" fmla="*/ 30242 w 914400"/>
              <a:gd name="T3" fmla="*/ 36543 h 798286"/>
              <a:gd name="T4" fmla="*/ 0 w 914400"/>
              <a:gd name="T5" fmla="*/ 154605 h 798286"/>
              <a:gd name="T6" fmla="*/ 0 60000 65536"/>
              <a:gd name="T7" fmla="*/ 0 60000 65536"/>
              <a:gd name="T8" fmla="*/ 0 60000 65536"/>
              <a:gd name="T9" fmla="*/ 0 w 914400"/>
              <a:gd name="T10" fmla="*/ 0 h 798286"/>
              <a:gd name="T11" fmla="*/ 914400 w 914400"/>
              <a:gd name="T12" fmla="*/ 798286 h 79828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14400" h="798286">
                <a:moveTo>
                  <a:pt x="914400" y="0"/>
                </a:moveTo>
                <a:cubicBezTo>
                  <a:pt x="656771" y="27819"/>
                  <a:pt x="399143" y="55638"/>
                  <a:pt x="246743" y="188686"/>
                </a:cubicBezTo>
                <a:cubicBezTo>
                  <a:pt x="94343" y="321734"/>
                  <a:pt x="47171" y="560010"/>
                  <a:pt x="0" y="798286"/>
                </a:cubicBezTo>
              </a:path>
            </a:pathLst>
          </a:custGeom>
          <a:noFill/>
          <a:ln w="19050" cap="flat" cmpd="sng" algn="ctr">
            <a:solidFill>
              <a:srgbClr val="FF0000"/>
            </a:solidFill>
            <a:prstDash val="sysDash"/>
            <a:round/>
            <a:headEnd type="none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endParaRPr lang="ko-KR" altLang="en-US"/>
          </a:p>
        </p:txBody>
      </p:sp>
      <p:sp>
        <p:nvSpPr>
          <p:cNvPr id="70" name="타원 69"/>
          <p:cNvSpPr>
            <a:spLocks noChangeArrowheads="1"/>
          </p:cNvSpPr>
          <p:nvPr/>
        </p:nvSpPr>
        <p:spPr bwMode="auto">
          <a:xfrm>
            <a:off x="417513" y="5961063"/>
            <a:ext cx="357187" cy="357187"/>
          </a:xfrm>
          <a:prstGeom prst="ellipse">
            <a:avLst/>
          </a:prstGeom>
          <a:noFill/>
          <a:ln w="38100" algn="ctr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eaLnBrk="1" hangingPunct="1"/>
            <a:endParaRPr lang="ko-KR" altLang="en-US"/>
          </a:p>
        </p:txBody>
      </p:sp>
      <p:sp>
        <p:nvSpPr>
          <p:cNvPr id="71" name="타원 70"/>
          <p:cNvSpPr>
            <a:spLocks noChangeArrowheads="1"/>
          </p:cNvSpPr>
          <p:nvPr/>
        </p:nvSpPr>
        <p:spPr bwMode="auto">
          <a:xfrm>
            <a:off x="446088" y="5986463"/>
            <a:ext cx="323850" cy="303212"/>
          </a:xfrm>
          <a:prstGeom prst="ellipse">
            <a:avLst/>
          </a:prstGeom>
          <a:solidFill>
            <a:srgbClr val="FFFF00">
              <a:alpha val="7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algn="ctr" eaLnBrk="1" hangingPunct="1"/>
            <a:r>
              <a:rPr lang="en-US" altLang="ko-KR" sz="1400" b="1">
                <a:latin typeface="맑은 고딕" panose="020B0503020000020004" pitchFamily="50" charset="-127"/>
                <a:ea typeface="맑은 고딕" panose="020B0503020000020004" pitchFamily="50" charset="-127"/>
              </a:rPr>
              <a:t>H</a:t>
            </a:r>
            <a:endParaRPr lang="ko-KR" altLang="en-US" sz="1400" b="1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2" name="자유형 71"/>
          <p:cNvSpPr>
            <a:spLocks/>
          </p:cNvSpPr>
          <p:nvPr/>
        </p:nvSpPr>
        <p:spPr bwMode="auto">
          <a:xfrm rot="10344064">
            <a:off x="704850" y="5653088"/>
            <a:ext cx="482600" cy="461962"/>
          </a:xfrm>
          <a:custGeom>
            <a:avLst/>
            <a:gdLst>
              <a:gd name="T0" fmla="*/ 134359 w 914400"/>
              <a:gd name="T1" fmla="*/ 0 h 798286"/>
              <a:gd name="T2" fmla="*/ 36256 w 914400"/>
              <a:gd name="T3" fmla="*/ 36543 h 798286"/>
              <a:gd name="T4" fmla="*/ 0 w 914400"/>
              <a:gd name="T5" fmla="*/ 154605 h 798286"/>
              <a:gd name="T6" fmla="*/ 0 60000 65536"/>
              <a:gd name="T7" fmla="*/ 0 60000 65536"/>
              <a:gd name="T8" fmla="*/ 0 60000 65536"/>
              <a:gd name="T9" fmla="*/ 0 w 914400"/>
              <a:gd name="T10" fmla="*/ 0 h 798286"/>
              <a:gd name="T11" fmla="*/ 914400 w 914400"/>
              <a:gd name="T12" fmla="*/ 798286 h 79828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14400" h="798286">
                <a:moveTo>
                  <a:pt x="914400" y="0"/>
                </a:moveTo>
                <a:cubicBezTo>
                  <a:pt x="656771" y="27819"/>
                  <a:pt x="399143" y="55638"/>
                  <a:pt x="246743" y="188686"/>
                </a:cubicBezTo>
                <a:cubicBezTo>
                  <a:pt x="94343" y="321734"/>
                  <a:pt x="47171" y="560010"/>
                  <a:pt x="0" y="798286"/>
                </a:cubicBezTo>
              </a:path>
            </a:pathLst>
          </a:custGeom>
          <a:noFill/>
          <a:ln w="19050" cap="flat" cmpd="sng" algn="ctr">
            <a:solidFill>
              <a:srgbClr val="0000CC"/>
            </a:solidFill>
            <a:prstDash val="sysDash"/>
            <a:round/>
            <a:headEnd type="none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endParaRPr lang="ko-KR" altLang="en-US"/>
          </a:p>
        </p:txBody>
      </p:sp>
      <p:sp>
        <p:nvSpPr>
          <p:cNvPr id="73" name="타원 72"/>
          <p:cNvSpPr>
            <a:spLocks noChangeArrowheads="1"/>
          </p:cNvSpPr>
          <p:nvPr/>
        </p:nvSpPr>
        <p:spPr bwMode="auto">
          <a:xfrm>
            <a:off x="1057275" y="5302250"/>
            <a:ext cx="323850" cy="303213"/>
          </a:xfrm>
          <a:prstGeom prst="ellipse">
            <a:avLst/>
          </a:prstGeom>
          <a:solidFill>
            <a:srgbClr val="FFFF00">
              <a:alpha val="7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algn="ctr" eaLnBrk="1" hangingPunct="1"/>
            <a:r>
              <a:rPr lang="en-US" altLang="ko-KR" sz="1400" b="1">
                <a:latin typeface="맑은 고딕" panose="020B0503020000020004" pitchFamily="50" charset="-127"/>
                <a:ea typeface="맑은 고딕" panose="020B0503020000020004" pitchFamily="50" charset="-127"/>
              </a:rPr>
              <a:t>D</a:t>
            </a:r>
            <a:endParaRPr lang="ko-KR" altLang="en-US" sz="1400" b="1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4" name="자유형 73"/>
          <p:cNvSpPr>
            <a:spLocks/>
          </p:cNvSpPr>
          <p:nvPr/>
        </p:nvSpPr>
        <p:spPr bwMode="auto">
          <a:xfrm rot="10344064">
            <a:off x="1346200" y="4994275"/>
            <a:ext cx="482600" cy="460375"/>
          </a:xfrm>
          <a:custGeom>
            <a:avLst/>
            <a:gdLst>
              <a:gd name="T0" fmla="*/ 134359 w 914400"/>
              <a:gd name="T1" fmla="*/ 0 h 798286"/>
              <a:gd name="T2" fmla="*/ 36256 w 914400"/>
              <a:gd name="T3" fmla="*/ 36293 h 798286"/>
              <a:gd name="T4" fmla="*/ 0 w 914400"/>
              <a:gd name="T5" fmla="*/ 153544 h 798286"/>
              <a:gd name="T6" fmla="*/ 0 60000 65536"/>
              <a:gd name="T7" fmla="*/ 0 60000 65536"/>
              <a:gd name="T8" fmla="*/ 0 60000 65536"/>
              <a:gd name="T9" fmla="*/ 0 w 914400"/>
              <a:gd name="T10" fmla="*/ 0 h 798286"/>
              <a:gd name="T11" fmla="*/ 914400 w 914400"/>
              <a:gd name="T12" fmla="*/ 798286 h 79828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14400" h="798286">
                <a:moveTo>
                  <a:pt x="914400" y="0"/>
                </a:moveTo>
                <a:cubicBezTo>
                  <a:pt x="656771" y="27819"/>
                  <a:pt x="399143" y="55638"/>
                  <a:pt x="246743" y="188686"/>
                </a:cubicBezTo>
                <a:cubicBezTo>
                  <a:pt x="94343" y="321734"/>
                  <a:pt x="47171" y="560010"/>
                  <a:pt x="0" y="798286"/>
                </a:cubicBezTo>
              </a:path>
            </a:pathLst>
          </a:custGeom>
          <a:noFill/>
          <a:ln w="19050" cap="flat" cmpd="sng" algn="ctr">
            <a:solidFill>
              <a:srgbClr val="0000CC"/>
            </a:solidFill>
            <a:prstDash val="sysDash"/>
            <a:round/>
            <a:headEnd type="none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endParaRPr lang="ko-KR" altLang="en-US"/>
          </a:p>
        </p:txBody>
      </p:sp>
      <p:pic>
        <p:nvPicPr>
          <p:cNvPr id="75" name="Picture 7"/>
          <p:cNvPicPr>
            <a:picLocks noChangeAspect="1" noChangeArrowheads="1"/>
          </p:cNvPicPr>
          <p:nvPr/>
        </p:nvPicPr>
        <p:blipFill>
          <a:blip r:embed="rId4"/>
          <a:srcRect l="19075" t="18297" r="29722" b="73395"/>
          <a:stretch>
            <a:fillRect/>
          </a:stretch>
        </p:blipFill>
        <p:spPr bwMode="auto">
          <a:xfrm>
            <a:off x="60325" y="1435100"/>
            <a:ext cx="8328025" cy="72072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/>
            <a:tailEnd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76" name="Picture 7"/>
          <p:cNvPicPr>
            <a:picLocks noChangeAspect="1" noChangeArrowheads="1"/>
          </p:cNvPicPr>
          <p:nvPr/>
        </p:nvPicPr>
        <p:blipFill>
          <a:blip r:embed="rId4"/>
          <a:srcRect l="19075" t="26605" r="18373" b="59895"/>
          <a:stretch>
            <a:fillRect/>
          </a:stretch>
        </p:blipFill>
        <p:spPr bwMode="auto">
          <a:xfrm>
            <a:off x="71438" y="1435100"/>
            <a:ext cx="8964612" cy="103187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/>
            <a:tailEnd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77" name="Picture 7"/>
          <p:cNvPicPr>
            <a:picLocks noChangeAspect="1" noChangeArrowheads="1"/>
          </p:cNvPicPr>
          <p:nvPr/>
        </p:nvPicPr>
        <p:blipFill>
          <a:blip r:embed="rId4"/>
          <a:srcRect l="19075" t="40105" r="18373" b="32397"/>
          <a:stretch>
            <a:fillRect/>
          </a:stretch>
        </p:blipFill>
        <p:spPr bwMode="auto">
          <a:xfrm>
            <a:off x="123825" y="1363663"/>
            <a:ext cx="8912225" cy="2087562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/>
            <a:tailEnd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78" name="Picture 7"/>
          <p:cNvPicPr>
            <a:picLocks noChangeAspect="1" noChangeArrowheads="1"/>
          </p:cNvPicPr>
          <p:nvPr/>
        </p:nvPicPr>
        <p:blipFill>
          <a:blip r:embed="rId4"/>
          <a:srcRect l="19075" t="68143" r="22346" b="23469"/>
          <a:stretch>
            <a:fillRect/>
          </a:stretch>
        </p:blipFill>
        <p:spPr bwMode="auto">
          <a:xfrm>
            <a:off x="127000" y="1363663"/>
            <a:ext cx="8662988" cy="660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/>
            <a:tailEnd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79" name="Picture 7"/>
          <p:cNvPicPr>
            <a:picLocks noChangeAspect="1" noChangeArrowheads="1"/>
          </p:cNvPicPr>
          <p:nvPr/>
        </p:nvPicPr>
        <p:blipFill>
          <a:blip r:embed="rId4"/>
          <a:srcRect l="19075" t="76451" r="18373" b="5896"/>
          <a:stretch>
            <a:fillRect/>
          </a:stretch>
        </p:blipFill>
        <p:spPr bwMode="auto">
          <a:xfrm>
            <a:off x="107950" y="1363663"/>
            <a:ext cx="8964613" cy="134937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/>
            <a:tailEnd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80" name="타원 79"/>
          <p:cNvSpPr>
            <a:spLocks noChangeArrowheads="1"/>
          </p:cNvSpPr>
          <p:nvPr/>
        </p:nvSpPr>
        <p:spPr bwMode="auto">
          <a:xfrm>
            <a:off x="1741488" y="4668838"/>
            <a:ext cx="323850" cy="303212"/>
          </a:xfrm>
          <a:prstGeom prst="ellipse">
            <a:avLst/>
          </a:prstGeom>
          <a:solidFill>
            <a:srgbClr val="FFFF00">
              <a:alpha val="7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algn="ctr" eaLnBrk="1" hangingPunct="1"/>
            <a:r>
              <a:rPr lang="en-US" altLang="ko-KR" sz="1400" b="1">
                <a:latin typeface="맑은 고딕" panose="020B0503020000020004" pitchFamily="50" charset="-127"/>
                <a:ea typeface="맑은 고딕" panose="020B0503020000020004" pitchFamily="50" charset="-127"/>
              </a:rPr>
              <a:t>B</a:t>
            </a:r>
            <a:endParaRPr lang="ko-KR" altLang="en-US" sz="1400" b="1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1" name="자유형 80"/>
          <p:cNvSpPr>
            <a:spLocks/>
          </p:cNvSpPr>
          <p:nvPr/>
        </p:nvSpPr>
        <p:spPr bwMode="auto">
          <a:xfrm flipH="1">
            <a:off x="2038350" y="4848225"/>
            <a:ext cx="481013" cy="461963"/>
          </a:xfrm>
          <a:custGeom>
            <a:avLst/>
            <a:gdLst>
              <a:gd name="T0" fmla="*/ 133477 w 914400"/>
              <a:gd name="T1" fmla="*/ 0 h 798286"/>
              <a:gd name="T2" fmla="*/ 36018 w 914400"/>
              <a:gd name="T3" fmla="*/ 36543 h 798286"/>
              <a:gd name="T4" fmla="*/ 0 w 914400"/>
              <a:gd name="T5" fmla="*/ 154605 h 798286"/>
              <a:gd name="T6" fmla="*/ 0 60000 65536"/>
              <a:gd name="T7" fmla="*/ 0 60000 65536"/>
              <a:gd name="T8" fmla="*/ 0 60000 65536"/>
              <a:gd name="T9" fmla="*/ 0 w 914400"/>
              <a:gd name="T10" fmla="*/ 0 h 798286"/>
              <a:gd name="T11" fmla="*/ 914400 w 914400"/>
              <a:gd name="T12" fmla="*/ 798286 h 79828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14400" h="798286">
                <a:moveTo>
                  <a:pt x="914400" y="0"/>
                </a:moveTo>
                <a:cubicBezTo>
                  <a:pt x="656771" y="27819"/>
                  <a:pt x="399143" y="55638"/>
                  <a:pt x="246743" y="188686"/>
                </a:cubicBezTo>
                <a:cubicBezTo>
                  <a:pt x="94343" y="321734"/>
                  <a:pt x="47171" y="560010"/>
                  <a:pt x="0" y="798286"/>
                </a:cubicBezTo>
              </a:path>
            </a:pathLst>
          </a:custGeom>
          <a:noFill/>
          <a:ln w="19050" cap="flat" cmpd="sng" algn="ctr">
            <a:solidFill>
              <a:srgbClr val="FF0000"/>
            </a:solidFill>
            <a:prstDash val="sysDash"/>
            <a:round/>
            <a:headEnd type="none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endParaRPr lang="ko-KR" altLang="en-US"/>
          </a:p>
        </p:txBody>
      </p:sp>
      <p:sp>
        <p:nvSpPr>
          <p:cNvPr id="82" name="타원 81"/>
          <p:cNvSpPr>
            <a:spLocks noChangeArrowheads="1"/>
          </p:cNvSpPr>
          <p:nvPr/>
        </p:nvSpPr>
        <p:spPr bwMode="auto">
          <a:xfrm>
            <a:off x="2333625" y="5310188"/>
            <a:ext cx="357188" cy="357187"/>
          </a:xfrm>
          <a:prstGeom prst="ellipse">
            <a:avLst/>
          </a:prstGeom>
          <a:noFill/>
          <a:ln w="38100" algn="ctr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eaLnBrk="1" hangingPunct="1"/>
            <a:endParaRPr lang="ko-KR" altLang="en-US"/>
          </a:p>
        </p:txBody>
      </p:sp>
      <p:sp>
        <p:nvSpPr>
          <p:cNvPr id="83" name="자유형 82"/>
          <p:cNvSpPr>
            <a:spLocks/>
          </p:cNvSpPr>
          <p:nvPr/>
        </p:nvSpPr>
        <p:spPr bwMode="auto">
          <a:xfrm>
            <a:off x="2066925" y="5540375"/>
            <a:ext cx="279400" cy="461963"/>
          </a:xfrm>
          <a:custGeom>
            <a:avLst/>
            <a:gdLst>
              <a:gd name="T0" fmla="*/ 26168 w 914400"/>
              <a:gd name="T1" fmla="*/ 0 h 798286"/>
              <a:gd name="T2" fmla="*/ 7061 w 914400"/>
              <a:gd name="T3" fmla="*/ 36543 h 798286"/>
              <a:gd name="T4" fmla="*/ 0 w 914400"/>
              <a:gd name="T5" fmla="*/ 154605 h 798286"/>
              <a:gd name="T6" fmla="*/ 0 60000 65536"/>
              <a:gd name="T7" fmla="*/ 0 60000 65536"/>
              <a:gd name="T8" fmla="*/ 0 60000 65536"/>
              <a:gd name="T9" fmla="*/ 0 w 914400"/>
              <a:gd name="T10" fmla="*/ 0 h 798286"/>
              <a:gd name="T11" fmla="*/ 914400 w 914400"/>
              <a:gd name="T12" fmla="*/ 798286 h 79828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14400" h="798286">
                <a:moveTo>
                  <a:pt x="914400" y="0"/>
                </a:moveTo>
                <a:cubicBezTo>
                  <a:pt x="656771" y="27819"/>
                  <a:pt x="399143" y="55638"/>
                  <a:pt x="246743" y="188686"/>
                </a:cubicBezTo>
                <a:cubicBezTo>
                  <a:pt x="94343" y="321734"/>
                  <a:pt x="47171" y="560010"/>
                  <a:pt x="0" y="798286"/>
                </a:cubicBezTo>
              </a:path>
            </a:pathLst>
          </a:custGeom>
          <a:noFill/>
          <a:ln w="19050" cap="flat" cmpd="sng" algn="ctr">
            <a:solidFill>
              <a:srgbClr val="FF0000"/>
            </a:solidFill>
            <a:prstDash val="sysDash"/>
            <a:round/>
            <a:headEnd type="none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endParaRPr lang="ko-KR" altLang="en-US"/>
          </a:p>
        </p:txBody>
      </p:sp>
      <p:sp>
        <p:nvSpPr>
          <p:cNvPr id="84" name="타원 83"/>
          <p:cNvSpPr>
            <a:spLocks noChangeArrowheads="1"/>
          </p:cNvSpPr>
          <p:nvPr/>
        </p:nvSpPr>
        <p:spPr bwMode="auto">
          <a:xfrm>
            <a:off x="1865313" y="5946775"/>
            <a:ext cx="357187" cy="357188"/>
          </a:xfrm>
          <a:prstGeom prst="ellipse">
            <a:avLst/>
          </a:prstGeom>
          <a:noFill/>
          <a:ln w="38100" algn="ctr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eaLnBrk="1" hangingPunct="1"/>
            <a:endParaRPr lang="ko-KR" altLang="en-US"/>
          </a:p>
        </p:txBody>
      </p:sp>
      <p:sp>
        <p:nvSpPr>
          <p:cNvPr id="85" name="타원 84"/>
          <p:cNvSpPr>
            <a:spLocks noChangeArrowheads="1"/>
          </p:cNvSpPr>
          <p:nvPr/>
        </p:nvSpPr>
        <p:spPr bwMode="auto">
          <a:xfrm>
            <a:off x="1893888" y="5972175"/>
            <a:ext cx="323850" cy="303213"/>
          </a:xfrm>
          <a:prstGeom prst="ellipse">
            <a:avLst/>
          </a:prstGeom>
          <a:solidFill>
            <a:srgbClr val="FFFF00">
              <a:alpha val="7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algn="ctr" eaLnBrk="1" hangingPunct="1"/>
            <a:r>
              <a:rPr lang="en-US" altLang="ko-KR" sz="1400" b="1">
                <a:latin typeface="맑은 고딕" panose="020B0503020000020004" pitchFamily="50" charset="-127"/>
                <a:ea typeface="맑은 고딕" panose="020B0503020000020004" pitchFamily="50" charset="-127"/>
              </a:rPr>
              <a:t>I</a:t>
            </a:r>
            <a:endParaRPr lang="ko-KR" altLang="en-US" sz="1400" b="1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6" name="자유형 85"/>
          <p:cNvSpPr>
            <a:spLocks/>
          </p:cNvSpPr>
          <p:nvPr/>
        </p:nvSpPr>
        <p:spPr bwMode="auto">
          <a:xfrm rot="10344064">
            <a:off x="2022475" y="5681663"/>
            <a:ext cx="482600" cy="461962"/>
          </a:xfrm>
          <a:custGeom>
            <a:avLst/>
            <a:gdLst>
              <a:gd name="T0" fmla="*/ 134359 w 914400"/>
              <a:gd name="T1" fmla="*/ 0 h 798286"/>
              <a:gd name="T2" fmla="*/ 36256 w 914400"/>
              <a:gd name="T3" fmla="*/ 36543 h 798286"/>
              <a:gd name="T4" fmla="*/ 0 w 914400"/>
              <a:gd name="T5" fmla="*/ 154605 h 798286"/>
              <a:gd name="T6" fmla="*/ 0 60000 65536"/>
              <a:gd name="T7" fmla="*/ 0 60000 65536"/>
              <a:gd name="T8" fmla="*/ 0 60000 65536"/>
              <a:gd name="T9" fmla="*/ 0 w 914400"/>
              <a:gd name="T10" fmla="*/ 0 h 798286"/>
              <a:gd name="T11" fmla="*/ 914400 w 914400"/>
              <a:gd name="T12" fmla="*/ 798286 h 79828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14400" h="798286">
                <a:moveTo>
                  <a:pt x="914400" y="0"/>
                </a:moveTo>
                <a:cubicBezTo>
                  <a:pt x="656771" y="27819"/>
                  <a:pt x="399143" y="55638"/>
                  <a:pt x="246743" y="188686"/>
                </a:cubicBezTo>
                <a:cubicBezTo>
                  <a:pt x="94343" y="321734"/>
                  <a:pt x="47171" y="560010"/>
                  <a:pt x="0" y="798286"/>
                </a:cubicBezTo>
              </a:path>
            </a:pathLst>
          </a:custGeom>
          <a:noFill/>
          <a:ln w="19050" cap="flat" cmpd="sng" algn="ctr">
            <a:solidFill>
              <a:srgbClr val="0000CC"/>
            </a:solidFill>
            <a:prstDash val="sysDash"/>
            <a:round/>
            <a:headEnd type="none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endParaRPr lang="ko-KR" altLang="en-US"/>
          </a:p>
        </p:txBody>
      </p:sp>
      <p:sp>
        <p:nvSpPr>
          <p:cNvPr id="87" name="타원 86"/>
          <p:cNvSpPr>
            <a:spLocks noChangeArrowheads="1"/>
          </p:cNvSpPr>
          <p:nvPr/>
        </p:nvSpPr>
        <p:spPr bwMode="auto">
          <a:xfrm>
            <a:off x="2362200" y="5338763"/>
            <a:ext cx="323850" cy="303212"/>
          </a:xfrm>
          <a:prstGeom prst="ellipse">
            <a:avLst/>
          </a:prstGeom>
          <a:solidFill>
            <a:srgbClr val="FFFF00">
              <a:alpha val="7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algn="ctr" eaLnBrk="1" hangingPunct="1"/>
            <a:r>
              <a:rPr lang="en-US" altLang="ko-KR" sz="1400" b="1">
                <a:latin typeface="맑은 고딕" panose="020B0503020000020004" pitchFamily="50" charset="-127"/>
                <a:ea typeface="맑은 고딕" panose="020B0503020000020004" pitchFamily="50" charset="-127"/>
              </a:rPr>
              <a:t>E</a:t>
            </a:r>
            <a:endParaRPr lang="ko-KR" altLang="en-US" sz="1400" b="1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8" name="자유형 87"/>
          <p:cNvSpPr>
            <a:spLocks/>
          </p:cNvSpPr>
          <p:nvPr/>
        </p:nvSpPr>
        <p:spPr bwMode="auto">
          <a:xfrm flipH="1">
            <a:off x="2690813" y="5492750"/>
            <a:ext cx="350837" cy="465138"/>
          </a:xfrm>
          <a:custGeom>
            <a:avLst/>
            <a:gdLst>
              <a:gd name="T0" fmla="*/ 51636 w 914400"/>
              <a:gd name="T1" fmla="*/ 0 h 798286"/>
              <a:gd name="T2" fmla="*/ 13934 w 914400"/>
              <a:gd name="T3" fmla="*/ 37282 h 798286"/>
              <a:gd name="T4" fmla="*/ 0 w 914400"/>
              <a:gd name="T5" fmla="*/ 157732 h 798286"/>
              <a:gd name="T6" fmla="*/ 0 60000 65536"/>
              <a:gd name="T7" fmla="*/ 0 60000 65536"/>
              <a:gd name="T8" fmla="*/ 0 60000 65536"/>
              <a:gd name="T9" fmla="*/ 0 w 914400"/>
              <a:gd name="T10" fmla="*/ 0 h 798286"/>
              <a:gd name="T11" fmla="*/ 914400 w 914400"/>
              <a:gd name="T12" fmla="*/ 798286 h 79828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14400" h="798286">
                <a:moveTo>
                  <a:pt x="914400" y="0"/>
                </a:moveTo>
                <a:cubicBezTo>
                  <a:pt x="656771" y="27819"/>
                  <a:pt x="399143" y="55638"/>
                  <a:pt x="246743" y="188686"/>
                </a:cubicBezTo>
                <a:cubicBezTo>
                  <a:pt x="94343" y="321734"/>
                  <a:pt x="47171" y="560010"/>
                  <a:pt x="0" y="798286"/>
                </a:cubicBezTo>
              </a:path>
            </a:pathLst>
          </a:custGeom>
          <a:noFill/>
          <a:ln w="19050" cap="flat" cmpd="sng" algn="ctr">
            <a:solidFill>
              <a:srgbClr val="FF0000"/>
            </a:solidFill>
            <a:prstDash val="sysDash"/>
            <a:round/>
            <a:headEnd type="none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endParaRPr lang="ko-KR" altLang="en-US"/>
          </a:p>
        </p:txBody>
      </p:sp>
      <p:sp>
        <p:nvSpPr>
          <p:cNvPr id="89" name="타원 88"/>
          <p:cNvSpPr>
            <a:spLocks noChangeArrowheads="1"/>
          </p:cNvSpPr>
          <p:nvPr/>
        </p:nvSpPr>
        <p:spPr bwMode="auto">
          <a:xfrm>
            <a:off x="2897188" y="5946775"/>
            <a:ext cx="357187" cy="357188"/>
          </a:xfrm>
          <a:prstGeom prst="ellipse">
            <a:avLst/>
          </a:prstGeom>
          <a:noFill/>
          <a:ln w="38100" algn="ctr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eaLnBrk="1" hangingPunct="1"/>
            <a:endParaRPr lang="ko-KR" altLang="en-US"/>
          </a:p>
        </p:txBody>
      </p:sp>
      <p:sp>
        <p:nvSpPr>
          <p:cNvPr id="90" name="타원 89"/>
          <p:cNvSpPr>
            <a:spLocks noChangeArrowheads="1"/>
          </p:cNvSpPr>
          <p:nvPr/>
        </p:nvSpPr>
        <p:spPr bwMode="auto">
          <a:xfrm>
            <a:off x="2925763" y="5975350"/>
            <a:ext cx="323850" cy="303213"/>
          </a:xfrm>
          <a:prstGeom prst="ellipse">
            <a:avLst/>
          </a:prstGeom>
          <a:solidFill>
            <a:srgbClr val="FFFF00">
              <a:alpha val="7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algn="ctr" eaLnBrk="1" hangingPunct="1"/>
            <a:r>
              <a:rPr lang="en-US" altLang="ko-KR" sz="1400" b="1">
                <a:latin typeface="맑은 고딕" panose="020B0503020000020004" pitchFamily="50" charset="-127"/>
                <a:ea typeface="맑은 고딕" panose="020B0503020000020004" pitchFamily="50" charset="-127"/>
              </a:rPr>
              <a:t>J</a:t>
            </a:r>
            <a:endParaRPr lang="ko-KR" altLang="en-US" sz="1400" b="1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1" name="자유형 90"/>
          <p:cNvSpPr>
            <a:spLocks/>
          </p:cNvSpPr>
          <p:nvPr/>
        </p:nvSpPr>
        <p:spPr bwMode="auto">
          <a:xfrm rot="11255936" flipH="1">
            <a:off x="2595563" y="5684838"/>
            <a:ext cx="427037" cy="461962"/>
          </a:xfrm>
          <a:custGeom>
            <a:avLst/>
            <a:gdLst>
              <a:gd name="T0" fmla="*/ 93165 w 914400"/>
              <a:gd name="T1" fmla="*/ 0 h 798286"/>
              <a:gd name="T2" fmla="*/ 25140 w 914400"/>
              <a:gd name="T3" fmla="*/ 36543 h 798286"/>
              <a:gd name="T4" fmla="*/ 0 w 914400"/>
              <a:gd name="T5" fmla="*/ 154605 h 798286"/>
              <a:gd name="T6" fmla="*/ 0 60000 65536"/>
              <a:gd name="T7" fmla="*/ 0 60000 65536"/>
              <a:gd name="T8" fmla="*/ 0 60000 65536"/>
              <a:gd name="T9" fmla="*/ 0 w 914400"/>
              <a:gd name="T10" fmla="*/ 0 h 798286"/>
              <a:gd name="T11" fmla="*/ 914400 w 914400"/>
              <a:gd name="T12" fmla="*/ 798286 h 79828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14400" h="798286">
                <a:moveTo>
                  <a:pt x="914400" y="0"/>
                </a:moveTo>
                <a:cubicBezTo>
                  <a:pt x="656771" y="27819"/>
                  <a:pt x="399143" y="55638"/>
                  <a:pt x="246743" y="188686"/>
                </a:cubicBezTo>
                <a:cubicBezTo>
                  <a:pt x="94343" y="321734"/>
                  <a:pt x="47171" y="560010"/>
                  <a:pt x="0" y="798286"/>
                </a:cubicBezTo>
              </a:path>
            </a:pathLst>
          </a:custGeom>
          <a:noFill/>
          <a:ln w="19050" cap="flat" cmpd="sng" algn="ctr">
            <a:solidFill>
              <a:srgbClr val="0000CC"/>
            </a:solidFill>
            <a:prstDash val="sysDash"/>
            <a:round/>
            <a:headEnd type="none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endParaRPr lang="ko-KR" altLang="en-US"/>
          </a:p>
        </p:txBody>
      </p:sp>
      <p:sp>
        <p:nvSpPr>
          <p:cNvPr id="92" name="자유형 91"/>
          <p:cNvSpPr>
            <a:spLocks/>
          </p:cNvSpPr>
          <p:nvPr/>
        </p:nvSpPr>
        <p:spPr bwMode="auto">
          <a:xfrm rot="11255936" flipH="1">
            <a:off x="2001838" y="4918075"/>
            <a:ext cx="427037" cy="461963"/>
          </a:xfrm>
          <a:custGeom>
            <a:avLst/>
            <a:gdLst>
              <a:gd name="T0" fmla="*/ 93165 w 914400"/>
              <a:gd name="T1" fmla="*/ 0 h 798286"/>
              <a:gd name="T2" fmla="*/ 25140 w 914400"/>
              <a:gd name="T3" fmla="*/ 36543 h 798286"/>
              <a:gd name="T4" fmla="*/ 0 w 914400"/>
              <a:gd name="T5" fmla="*/ 154605 h 798286"/>
              <a:gd name="T6" fmla="*/ 0 60000 65536"/>
              <a:gd name="T7" fmla="*/ 0 60000 65536"/>
              <a:gd name="T8" fmla="*/ 0 60000 65536"/>
              <a:gd name="T9" fmla="*/ 0 w 914400"/>
              <a:gd name="T10" fmla="*/ 0 h 798286"/>
              <a:gd name="T11" fmla="*/ 914400 w 914400"/>
              <a:gd name="T12" fmla="*/ 798286 h 79828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14400" h="798286">
                <a:moveTo>
                  <a:pt x="914400" y="0"/>
                </a:moveTo>
                <a:cubicBezTo>
                  <a:pt x="656771" y="27819"/>
                  <a:pt x="399143" y="55638"/>
                  <a:pt x="246743" y="188686"/>
                </a:cubicBezTo>
                <a:cubicBezTo>
                  <a:pt x="94343" y="321734"/>
                  <a:pt x="47171" y="560010"/>
                  <a:pt x="0" y="798286"/>
                </a:cubicBezTo>
              </a:path>
            </a:pathLst>
          </a:custGeom>
          <a:noFill/>
          <a:ln w="19050" cap="flat" cmpd="sng" algn="ctr">
            <a:solidFill>
              <a:srgbClr val="0000CC"/>
            </a:solidFill>
            <a:prstDash val="sysDash"/>
            <a:round/>
            <a:headEnd type="none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endParaRPr lang="ko-KR" altLang="en-US"/>
          </a:p>
        </p:txBody>
      </p:sp>
      <p:sp>
        <p:nvSpPr>
          <p:cNvPr id="93" name="자유형 92"/>
          <p:cNvSpPr>
            <a:spLocks/>
          </p:cNvSpPr>
          <p:nvPr/>
        </p:nvSpPr>
        <p:spPr bwMode="auto">
          <a:xfrm rot="9833202">
            <a:off x="1965325" y="4171950"/>
            <a:ext cx="1122363" cy="461963"/>
          </a:xfrm>
          <a:custGeom>
            <a:avLst/>
            <a:gdLst>
              <a:gd name="T0" fmla="*/ 1691969 w 914400"/>
              <a:gd name="T1" fmla="*/ 0 h 798286"/>
              <a:gd name="T2" fmla="*/ 456564 w 914400"/>
              <a:gd name="T3" fmla="*/ 36543 h 798286"/>
              <a:gd name="T4" fmla="*/ 0 w 914400"/>
              <a:gd name="T5" fmla="*/ 154605 h 798286"/>
              <a:gd name="T6" fmla="*/ 0 60000 65536"/>
              <a:gd name="T7" fmla="*/ 0 60000 65536"/>
              <a:gd name="T8" fmla="*/ 0 60000 65536"/>
              <a:gd name="T9" fmla="*/ 0 w 914400"/>
              <a:gd name="T10" fmla="*/ 0 h 798286"/>
              <a:gd name="T11" fmla="*/ 914400 w 914400"/>
              <a:gd name="T12" fmla="*/ 798286 h 79828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14400" h="798286">
                <a:moveTo>
                  <a:pt x="914400" y="0"/>
                </a:moveTo>
                <a:cubicBezTo>
                  <a:pt x="656771" y="27819"/>
                  <a:pt x="399143" y="55638"/>
                  <a:pt x="246743" y="188686"/>
                </a:cubicBezTo>
                <a:cubicBezTo>
                  <a:pt x="94343" y="321734"/>
                  <a:pt x="47171" y="560010"/>
                  <a:pt x="0" y="798286"/>
                </a:cubicBezTo>
              </a:path>
            </a:pathLst>
          </a:custGeom>
          <a:noFill/>
          <a:ln w="19050" cap="flat" cmpd="sng" algn="ctr">
            <a:solidFill>
              <a:srgbClr val="0000CC"/>
            </a:solidFill>
            <a:prstDash val="sysDash"/>
            <a:round/>
            <a:headEnd type="none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endParaRPr lang="ko-KR" altLang="en-US"/>
          </a:p>
        </p:txBody>
      </p:sp>
      <p:sp>
        <p:nvSpPr>
          <p:cNvPr id="94" name="타원 93"/>
          <p:cNvSpPr>
            <a:spLocks noChangeArrowheads="1"/>
          </p:cNvSpPr>
          <p:nvPr/>
        </p:nvSpPr>
        <p:spPr bwMode="auto">
          <a:xfrm>
            <a:off x="2894013" y="3670300"/>
            <a:ext cx="323850" cy="303213"/>
          </a:xfrm>
          <a:prstGeom prst="ellipse">
            <a:avLst/>
          </a:prstGeom>
          <a:solidFill>
            <a:srgbClr val="FFFF00">
              <a:alpha val="7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36000" tIns="0" rIns="36000" bIns="0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eaLnBrk="1" hangingPunct="1"/>
            <a:r>
              <a:rPr lang="en-US" altLang="ko-KR" sz="1400" b="1">
                <a:latin typeface="맑은 고딕" panose="020B0503020000020004" pitchFamily="50" charset="-127"/>
                <a:ea typeface="맑은 고딕" panose="020B0503020000020004" pitchFamily="50" charset="-127"/>
              </a:rPr>
              <a:t>A</a:t>
            </a:r>
            <a:endParaRPr lang="ko-KR" altLang="en-US" sz="1400" b="1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5" name="자유형 94"/>
          <p:cNvSpPr>
            <a:spLocks/>
          </p:cNvSpPr>
          <p:nvPr/>
        </p:nvSpPr>
        <p:spPr bwMode="auto">
          <a:xfrm flipH="1">
            <a:off x="3232150" y="3878263"/>
            <a:ext cx="914400" cy="796925"/>
          </a:xfrm>
          <a:custGeom>
            <a:avLst/>
            <a:gdLst>
              <a:gd name="T0" fmla="*/ 914400 w 914400"/>
              <a:gd name="T1" fmla="*/ 0 h 798286"/>
              <a:gd name="T2" fmla="*/ 246743 w 914400"/>
              <a:gd name="T3" fmla="*/ 188043 h 798286"/>
              <a:gd name="T4" fmla="*/ 0 w 914400"/>
              <a:gd name="T5" fmla="*/ 795566 h 798286"/>
              <a:gd name="T6" fmla="*/ 0 60000 65536"/>
              <a:gd name="T7" fmla="*/ 0 60000 65536"/>
              <a:gd name="T8" fmla="*/ 0 60000 65536"/>
              <a:gd name="T9" fmla="*/ 0 w 914400"/>
              <a:gd name="T10" fmla="*/ 0 h 798286"/>
              <a:gd name="T11" fmla="*/ 914400 w 914400"/>
              <a:gd name="T12" fmla="*/ 798286 h 79828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14400" h="798286">
                <a:moveTo>
                  <a:pt x="914400" y="0"/>
                </a:moveTo>
                <a:cubicBezTo>
                  <a:pt x="656771" y="27819"/>
                  <a:pt x="399143" y="55638"/>
                  <a:pt x="246743" y="188686"/>
                </a:cubicBezTo>
                <a:cubicBezTo>
                  <a:pt x="94343" y="321734"/>
                  <a:pt x="47171" y="560010"/>
                  <a:pt x="0" y="798286"/>
                </a:cubicBezTo>
              </a:path>
            </a:pathLst>
          </a:custGeom>
          <a:noFill/>
          <a:ln w="19050" cap="flat" cmpd="sng" algn="ctr">
            <a:solidFill>
              <a:srgbClr val="FF0000"/>
            </a:solidFill>
            <a:prstDash val="sysDash"/>
            <a:round/>
            <a:headEnd type="none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endParaRPr lang="ko-KR" altLang="en-US"/>
          </a:p>
        </p:txBody>
      </p:sp>
      <p:sp>
        <p:nvSpPr>
          <p:cNvPr id="96" name="타원 95"/>
          <p:cNvSpPr>
            <a:spLocks noChangeArrowheads="1"/>
          </p:cNvSpPr>
          <p:nvPr/>
        </p:nvSpPr>
        <p:spPr bwMode="auto">
          <a:xfrm flipH="1">
            <a:off x="4049713" y="4660900"/>
            <a:ext cx="357187" cy="357188"/>
          </a:xfrm>
          <a:prstGeom prst="ellipse">
            <a:avLst/>
          </a:prstGeom>
          <a:noFill/>
          <a:ln w="38100" algn="ctr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eaLnBrk="1" hangingPunct="1"/>
            <a:endParaRPr lang="ko-KR" altLang="en-US"/>
          </a:p>
        </p:txBody>
      </p:sp>
      <p:sp>
        <p:nvSpPr>
          <p:cNvPr id="97" name="자유형 96"/>
          <p:cNvSpPr>
            <a:spLocks/>
          </p:cNvSpPr>
          <p:nvPr/>
        </p:nvSpPr>
        <p:spPr bwMode="auto">
          <a:xfrm>
            <a:off x="3649663" y="4862513"/>
            <a:ext cx="454025" cy="461962"/>
          </a:xfrm>
          <a:custGeom>
            <a:avLst/>
            <a:gdLst>
              <a:gd name="T0" fmla="*/ 111901 w 914400"/>
              <a:gd name="T1" fmla="*/ 0 h 798286"/>
              <a:gd name="T2" fmla="*/ 30195 w 914400"/>
              <a:gd name="T3" fmla="*/ 36543 h 798286"/>
              <a:gd name="T4" fmla="*/ 0 w 914400"/>
              <a:gd name="T5" fmla="*/ 154605 h 798286"/>
              <a:gd name="T6" fmla="*/ 0 60000 65536"/>
              <a:gd name="T7" fmla="*/ 0 60000 65536"/>
              <a:gd name="T8" fmla="*/ 0 60000 65536"/>
              <a:gd name="T9" fmla="*/ 0 w 914400"/>
              <a:gd name="T10" fmla="*/ 0 h 798286"/>
              <a:gd name="T11" fmla="*/ 914400 w 914400"/>
              <a:gd name="T12" fmla="*/ 798286 h 79828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14400" h="798286">
                <a:moveTo>
                  <a:pt x="914400" y="0"/>
                </a:moveTo>
                <a:cubicBezTo>
                  <a:pt x="656771" y="27819"/>
                  <a:pt x="399143" y="55638"/>
                  <a:pt x="246743" y="188686"/>
                </a:cubicBezTo>
                <a:cubicBezTo>
                  <a:pt x="94343" y="321734"/>
                  <a:pt x="47171" y="560010"/>
                  <a:pt x="0" y="798286"/>
                </a:cubicBezTo>
              </a:path>
            </a:pathLst>
          </a:custGeom>
          <a:noFill/>
          <a:ln w="19050" cap="flat" cmpd="sng" algn="ctr">
            <a:solidFill>
              <a:srgbClr val="FF0000"/>
            </a:solidFill>
            <a:prstDash val="sysDash"/>
            <a:round/>
            <a:headEnd type="none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endParaRPr lang="ko-KR" altLang="en-US"/>
          </a:p>
        </p:txBody>
      </p:sp>
      <p:sp>
        <p:nvSpPr>
          <p:cNvPr id="98" name="타원 97"/>
          <p:cNvSpPr>
            <a:spLocks noChangeArrowheads="1"/>
          </p:cNvSpPr>
          <p:nvPr/>
        </p:nvSpPr>
        <p:spPr bwMode="auto">
          <a:xfrm>
            <a:off x="3419475" y="5283200"/>
            <a:ext cx="357188" cy="357188"/>
          </a:xfrm>
          <a:prstGeom prst="ellipse">
            <a:avLst/>
          </a:prstGeom>
          <a:noFill/>
          <a:ln w="38100" algn="ctr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eaLnBrk="1" hangingPunct="1"/>
            <a:endParaRPr lang="ko-KR" altLang="en-US"/>
          </a:p>
        </p:txBody>
      </p:sp>
      <p:sp>
        <p:nvSpPr>
          <p:cNvPr id="99" name="타원 98"/>
          <p:cNvSpPr>
            <a:spLocks noChangeArrowheads="1"/>
          </p:cNvSpPr>
          <p:nvPr/>
        </p:nvSpPr>
        <p:spPr bwMode="auto">
          <a:xfrm>
            <a:off x="3448050" y="5308600"/>
            <a:ext cx="323850" cy="303213"/>
          </a:xfrm>
          <a:prstGeom prst="ellipse">
            <a:avLst/>
          </a:prstGeom>
          <a:solidFill>
            <a:srgbClr val="FFFF00">
              <a:alpha val="7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algn="ctr" eaLnBrk="1" hangingPunct="1"/>
            <a:r>
              <a:rPr lang="en-US" altLang="ko-KR" sz="1400" b="1">
                <a:latin typeface="맑은 고딕" panose="020B0503020000020004" pitchFamily="50" charset="-127"/>
                <a:ea typeface="맑은 고딕" panose="020B0503020000020004" pitchFamily="50" charset="-127"/>
              </a:rPr>
              <a:t>F</a:t>
            </a:r>
            <a:endParaRPr lang="ko-KR" altLang="en-US" sz="1400" b="1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0" name="자유형 99"/>
          <p:cNvSpPr>
            <a:spLocks/>
          </p:cNvSpPr>
          <p:nvPr/>
        </p:nvSpPr>
        <p:spPr bwMode="auto">
          <a:xfrm rot="10344064">
            <a:off x="3671888" y="4994275"/>
            <a:ext cx="482600" cy="460375"/>
          </a:xfrm>
          <a:custGeom>
            <a:avLst/>
            <a:gdLst>
              <a:gd name="T0" fmla="*/ 134359 w 914400"/>
              <a:gd name="T1" fmla="*/ 0 h 798286"/>
              <a:gd name="T2" fmla="*/ 36256 w 914400"/>
              <a:gd name="T3" fmla="*/ 36293 h 798286"/>
              <a:gd name="T4" fmla="*/ 0 w 914400"/>
              <a:gd name="T5" fmla="*/ 153544 h 798286"/>
              <a:gd name="T6" fmla="*/ 0 60000 65536"/>
              <a:gd name="T7" fmla="*/ 0 60000 65536"/>
              <a:gd name="T8" fmla="*/ 0 60000 65536"/>
              <a:gd name="T9" fmla="*/ 0 w 914400"/>
              <a:gd name="T10" fmla="*/ 0 h 798286"/>
              <a:gd name="T11" fmla="*/ 914400 w 914400"/>
              <a:gd name="T12" fmla="*/ 798286 h 79828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14400" h="798286">
                <a:moveTo>
                  <a:pt x="914400" y="0"/>
                </a:moveTo>
                <a:cubicBezTo>
                  <a:pt x="656771" y="27819"/>
                  <a:pt x="399143" y="55638"/>
                  <a:pt x="246743" y="188686"/>
                </a:cubicBezTo>
                <a:cubicBezTo>
                  <a:pt x="94343" y="321734"/>
                  <a:pt x="47171" y="560010"/>
                  <a:pt x="0" y="798286"/>
                </a:cubicBezTo>
              </a:path>
            </a:pathLst>
          </a:custGeom>
          <a:noFill/>
          <a:ln w="19050" cap="flat" cmpd="sng" algn="ctr">
            <a:solidFill>
              <a:srgbClr val="0000CC"/>
            </a:solidFill>
            <a:prstDash val="sysDash"/>
            <a:round/>
            <a:headEnd type="none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endParaRPr lang="ko-KR" altLang="en-US"/>
          </a:p>
        </p:txBody>
      </p:sp>
      <p:sp>
        <p:nvSpPr>
          <p:cNvPr id="101" name="타원 100"/>
          <p:cNvSpPr>
            <a:spLocks noChangeArrowheads="1"/>
          </p:cNvSpPr>
          <p:nvPr/>
        </p:nvSpPr>
        <p:spPr bwMode="auto">
          <a:xfrm flipH="1">
            <a:off x="4064000" y="4679950"/>
            <a:ext cx="323850" cy="303213"/>
          </a:xfrm>
          <a:prstGeom prst="ellipse">
            <a:avLst/>
          </a:prstGeom>
          <a:solidFill>
            <a:srgbClr val="FFFF00">
              <a:alpha val="7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algn="ctr" eaLnBrk="1" hangingPunct="1"/>
            <a:r>
              <a:rPr lang="en-US" altLang="ko-KR" sz="1400" b="1">
                <a:latin typeface="맑은 고딕" panose="020B0503020000020004" pitchFamily="50" charset="-127"/>
                <a:ea typeface="맑은 고딕" panose="020B0503020000020004" pitchFamily="50" charset="-127"/>
              </a:rPr>
              <a:t>C</a:t>
            </a:r>
            <a:endParaRPr lang="ko-KR" altLang="en-US" sz="1400" b="1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2" name="자유형 101"/>
          <p:cNvSpPr>
            <a:spLocks/>
          </p:cNvSpPr>
          <p:nvPr/>
        </p:nvSpPr>
        <p:spPr bwMode="auto">
          <a:xfrm flipH="1">
            <a:off x="4370388" y="4848225"/>
            <a:ext cx="482600" cy="460375"/>
          </a:xfrm>
          <a:custGeom>
            <a:avLst/>
            <a:gdLst>
              <a:gd name="T0" fmla="*/ 134359 w 914400"/>
              <a:gd name="T1" fmla="*/ 0 h 798286"/>
              <a:gd name="T2" fmla="*/ 36256 w 914400"/>
              <a:gd name="T3" fmla="*/ 36293 h 798286"/>
              <a:gd name="T4" fmla="*/ 0 w 914400"/>
              <a:gd name="T5" fmla="*/ 153544 h 798286"/>
              <a:gd name="T6" fmla="*/ 0 60000 65536"/>
              <a:gd name="T7" fmla="*/ 0 60000 65536"/>
              <a:gd name="T8" fmla="*/ 0 60000 65536"/>
              <a:gd name="T9" fmla="*/ 0 w 914400"/>
              <a:gd name="T10" fmla="*/ 0 h 798286"/>
              <a:gd name="T11" fmla="*/ 914400 w 914400"/>
              <a:gd name="T12" fmla="*/ 798286 h 79828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14400" h="798286">
                <a:moveTo>
                  <a:pt x="914400" y="0"/>
                </a:moveTo>
                <a:cubicBezTo>
                  <a:pt x="656771" y="27819"/>
                  <a:pt x="399143" y="55638"/>
                  <a:pt x="246743" y="188686"/>
                </a:cubicBezTo>
                <a:cubicBezTo>
                  <a:pt x="94343" y="321734"/>
                  <a:pt x="47171" y="560010"/>
                  <a:pt x="0" y="798286"/>
                </a:cubicBezTo>
              </a:path>
            </a:pathLst>
          </a:custGeom>
          <a:noFill/>
          <a:ln w="19050" cap="flat" cmpd="sng" algn="ctr">
            <a:solidFill>
              <a:srgbClr val="FF0000"/>
            </a:solidFill>
            <a:prstDash val="sysDash"/>
            <a:round/>
            <a:headEnd type="none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endParaRPr lang="ko-KR" altLang="en-US"/>
          </a:p>
        </p:txBody>
      </p:sp>
      <p:sp>
        <p:nvSpPr>
          <p:cNvPr id="103" name="타원 102"/>
          <p:cNvSpPr>
            <a:spLocks noChangeArrowheads="1"/>
          </p:cNvSpPr>
          <p:nvPr/>
        </p:nvSpPr>
        <p:spPr bwMode="auto">
          <a:xfrm>
            <a:off x="4732338" y="5299075"/>
            <a:ext cx="357187" cy="357188"/>
          </a:xfrm>
          <a:prstGeom prst="ellipse">
            <a:avLst/>
          </a:prstGeom>
          <a:noFill/>
          <a:ln w="38100" algn="ctr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eaLnBrk="1" hangingPunct="1"/>
            <a:endParaRPr lang="ko-KR" altLang="en-US"/>
          </a:p>
        </p:txBody>
      </p:sp>
      <p:pic>
        <p:nvPicPr>
          <p:cNvPr id="104" name="Picture 8"/>
          <p:cNvPicPr>
            <a:picLocks noChangeAspect="1" noChangeArrowheads="1"/>
          </p:cNvPicPr>
          <p:nvPr/>
        </p:nvPicPr>
        <p:blipFill>
          <a:blip r:embed="rId5"/>
          <a:srcRect l="19089" t="30759" r="18373" b="55741"/>
          <a:stretch>
            <a:fillRect/>
          </a:stretch>
        </p:blipFill>
        <p:spPr bwMode="auto">
          <a:xfrm>
            <a:off x="107950" y="1363663"/>
            <a:ext cx="8964613" cy="103187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/>
            <a:tailEnd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05" name="Picture 8"/>
          <p:cNvPicPr>
            <a:picLocks noChangeAspect="1" noChangeArrowheads="1"/>
          </p:cNvPicPr>
          <p:nvPr/>
        </p:nvPicPr>
        <p:blipFill>
          <a:blip r:embed="rId5"/>
          <a:srcRect l="19089" t="44259" r="18373" b="47133"/>
          <a:stretch>
            <a:fillRect/>
          </a:stretch>
        </p:blipFill>
        <p:spPr bwMode="auto">
          <a:xfrm>
            <a:off x="107950" y="1363663"/>
            <a:ext cx="8834438" cy="6477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/>
            <a:tailEnd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106" name="타원 105"/>
          <p:cNvSpPr>
            <a:spLocks noChangeArrowheads="1"/>
          </p:cNvSpPr>
          <p:nvPr/>
        </p:nvSpPr>
        <p:spPr bwMode="auto">
          <a:xfrm>
            <a:off x="4759325" y="5324475"/>
            <a:ext cx="325438" cy="303213"/>
          </a:xfrm>
          <a:prstGeom prst="ellipse">
            <a:avLst/>
          </a:prstGeom>
          <a:solidFill>
            <a:srgbClr val="FFFF00">
              <a:alpha val="7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algn="ctr" eaLnBrk="1" hangingPunct="1"/>
            <a:r>
              <a:rPr lang="en-US" altLang="ko-KR" sz="1400" b="1">
                <a:latin typeface="맑은 고딕" panose="020B0503020000020004" pitchFamily="50" charset="-127"/>
                <a:ea typeface="맑은 고딕" panose="020B0503020000020004" pitchFamily="50" charset="-127"/>
              </a:rPr>
              <a:t>G</a:t>
            </a:r>
            <a:endParaRPr lang="ko-KR" altLang="en-US" sz="1400" b="1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07" name="Picture 8"/>
          <p:cNvPicPr>
            <a:picLocks noChangeAspect="1" noChangeArrowheads="1"/>
          </p:cNvPicPr>
          <p:nvPr/>
        </p:nvPicPr>
        <p:blipFill>
          <a:blip r:embed="rId5"/>
          <a:srcRect l="19089" t="52867" r="18373" b="19396"/>
          <a:stretch>
            <a:fillRect/>
          </a:stretch>
        </p:blipFill>
        <p:spPr bwMode="auto">
          <a:xfrm>
            <a:off x="115888" y="1363663"/>
            <a:ext cx="8834437" cy="2087562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/>
            <a:tailEnd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108" name="자유형 107"/>
          <p:cNvSpPr>
            <a:spLocks/>
          </p:cNvSpPr>
          <p:nvPr/>
        </p:nvSpPr>
        <p:spPr bwMode="auto">
          <a:xfrm flipH="1">
            <a:off x="5097463" y="5510213"/>
            <a:ext cx="296862" cy="461962"/>
          </a:xfrm>
          <a:custGeom>
            <a:avLst/>
            <a:gdLst>
              <a:gd name="T0" fmla="*/ 31312 w 914400"/>
              <a:gd name="T1" fmla="*/ 0 h 798286"/>
              <a:gd name="T2" fmla="*/ 8449 w 914400"/>
              <a:gd name="T3" fmla="*/ 36543 h 798286"/>
              <a:gd name="T4" fmla="*/ 0 w 914400"/>
              <a:gd name="T5" fmla="*/ 154605 h 798286"/>
              <a:gd name="T6" fmla="*/ 0 60000 65536"/>
              <a:gd name="T7" fmla="*/ 0 60000 65536"/>
              <a:gd name="T8" fmla="*/ 0 60000 65536"/>
              <a:gd name="T9" fmla="*/ 0 w 914400"/>
              <a:gd name="T10" fmla="*/ 0 h 798286"/>
              <a:gd name="T11" fmla="*/ 914400 w 914400"/>
              <a:gd name="T12" fmla="*/ 798286 h 79828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14400" h="798286">
                <a:moveTo>
                  <a:pt x="914400" y="0"/>
                </a:moveTo>
                <a:cubicBezTo>
                  <a:pt x="656771" y="27819"/>
                  <a:pt x="399143" y="55638"/>
                  <a:pt x="246743" y="188686"/>
                </a:cubicBezTo>
                <a:cubicBezTo>
                  <a:pt x="94343" y="321734"/>
                  <a:pt x="47171" y="560010"/>
                  <a:pt x="0" y="798286"/>
                </a:cubicBezTo>
              </a:path>
            </a:pathLst>
          </a:custGeom>
          <a:noFill/>
          <a:ln w="19050" cap="flat" cmpd="sng" algn="ctr">
            <a:solidFill>
              <a:srgbClr val="FF0000"/>
            </a:solidFill>
            <a:prstDash val="sysDash"/>
            <a:round/>
            <a:headEnd type="none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endParaRPr lang="ko-KR" altLang="en-US"/>
          </a:p>
        </p:txBody>
      </p:sp>
      <p:sp>
        <p:nvSpPr>
          <p:cNvPr id="109" name="타원 108"/>
          <p:cNvSpPr>
            <a:spLocks noChangeArrowheads="1"/>
          </p:cNvSpPr>
          <p:nvPr/>
        </p:nvSpPr>
        <p:spPr bwMode="auto">
          <a:xfrm>
            <a:off x="5330825" y="5932488"/>
            <a:ext cx="357188" cy="357187"/>
          </a:xfrm>
          <a:prstGeom prst="ellipse">
            <a:avLst/>
          </a:prstGeom>
          <a:noFill/>
          <a:ln w="38100" algn="ctr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eaLnBrk="1" hangingPunct="1"/>
            <a:endParaRPr lang="ko-KR" altLang="en-US"/>
          </a:p>
        </p:txBody>
      </p:sp>
      <p:sp>
        <p:nvSpPr>
          <p:cNvPr id="110" name="타원 109"/>
          <p:cNvSpPr>
            <a:spLocks noChangeArrowheads="1"/>
          </p:cNvSpPr>
          <p:nvPr/>
        </p:nvSpPr>
        <p:spPr bwMode="auto">
          <a:xfrm>
            <a:off x="5345113" y="5957888"/>
            <a:ext cx="323850" cy="303212"/>
          </a:xfrm>
          <a:prstGeom prst="ellipse">
            <a:avLst/>
          </a:prstGeom>
          <a:solidFill>
            <a:srgbClr val="FFFF00">
              <a:alpha val="7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algn="ctr" eaLnBrk="1" hangingPunct="1"/>
            <a:r>
              <a:rPr lang="en-US" altLang="ko-KR" sz="1400" b="1">
                <a:latin typeface="맑은 고딕" panose="020B0503020000020004" pitchFamily="50" charset="-127"/>
                <a:ea typeface="맑은 고딕" panose="020B0503020000020004" pitchFamily="50" charset="-127"/>
              </a:rPr>
              <a:t>K</a:t>
            </a:r>
            <a:endParaRPr lang="ko-KR" altLang="en-US" sz="1400" b="1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1" name="자유형 110"/>
          <p:cNvSpPr>
            <a:spLocks/>
          </p:cNvSpPr>
          <p:nvPr/>
        </p:nvSpPr>
        <p:spPr bwMode="auto">
          <a:xfrm rot="11255936" flipH="1">
            <a:off x="4967288" y="5681663"/>
            <a:ext cx="427037" cy="460375"/>
          </a:xfrm>
          <a:custGeom>
            <a:avLst/>
            <a:gdLst>
              <a:gd name="T0" fmla="*/ 93165 w 914400"/>
              <a:gd name="T1" fmla="*/ 0 h 798286"/>
              <a:gd name="T2" fmla="*/ 25140 w 914400"/>
              <a:gd name="T3" fmla="*/ 36293 h 798286"/>
              <a:gd name="T4" fmla="*/ 0 w 914400"/>
              <a:gd name="T5" fmla="*/ 153544 h 798286"/>
              <a:gd name="T6" fmla="*/ 0 60000 65536"/>
              <a:gd name="T7" fmla="*/ 0 60000 65536"/>
              <a:gd name="T8" fmla="*/ 0 60000 65536"/>
              <a:gd name="T9" fmla="*/ 0 w 914400"/>
              <a:gd name="T10" fmla="*/ 0 h 798286"/>
              <a:gd name="T11" fmla="*/ 914400 w 914400"/>
              <a:gd name="T12" fmla="*/ 798286 h 79828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14400" h="798286">
                <a:moveTo>
                  <a:pt x="914400" y="0"/>
                </a:moveTo>
                <a:cubicBezTo>
                  <a:pt x="656771" y="27819"/>
                  <a:pt x="399143" y="55638"/>
                  <a:pt x="246743" y="188686"/>
                </a:cubicBezTo>
                <a:cubicBezTo>
                  <a:pt x="94343" y="321734"/>
                  <a:pt x="47171" y="560010"/>
                  <a:pt x="0" y="798286"/>
                </a:cubicBezTo>
              </a:path>
            </a:pathLst>
          </a:custGeom>
          <a:noFill/>
          <a:ln w="19050" cap="flat" cmpd="sng" algn="ctr">
            <a:solidFill>
              <a:srgbClr val="0000CC"/>
            </a:solidFill>
            <a:prstDash val="sysDash"/>
            <a:round/>
            <a:headEnd type="none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endParaRPr lang="ko-KR" altLang="en-US"/>
          </a:p>
        </p:txBody>
      </p:sp>
      <p:sp>
        <p:nvSpPr>
          <p:cNvPr id="112" name="자유형 111"/>
          <p:cNvSpPr>
            <a:spLocks/>
          </p:cNvSpPr>
          <p:nvPr/>
        </p:nvSpPr>
        <p:spPr bwMode="auto">
          <a:xfrm rot="11255936" flipH="1">
            <a:off x="4310063" y="4989513"/>
            <a:ext cx="427037" cy="461962"/>
          </a:xfrm>
          <a:custGeom>
            <a:avLst/>
            <a:gdLst>
              <a:gd name="T0" fmla="*/ 93165 w 914400"/>
              <a:gd name="T1" fmla="*/ 0 h 798286"/>
              <a:gd name="T2" fmla="*/ 25140 w 914400"/>
              <a:gd name="T3" fmla="*/ 36543 h 798286"/>
              <a:gd name="T4" fmla="*/ 0 w 914400"/>
              <a:gd name="T5" fmla="*/ 154605 h 798286"/>
              <a:gd name="T6" fmla="*/ 0 60000 65536"/>
              <a:gd name="T7" fmla="*/ 0 60000 65536"/>
              <a:gd name="T8" fmla="*/ 0 60000 65536"/>
              <a:gd name="T9" fmla="*/ 0 w 914400"/>
              <a:gd name="T10" fmla="*/ 0 h 798286"/>
              <a:gd name="T11" fmla="*/ 914400 w 914400"/>
              <a:gd name="T12" fmla="*/ 798286 h 79828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14400" h="798286">
                <a:moveTo>
                  <a:pt x="914400" y="0"/>
                </a:moveTo>
                <a:cubicBezTo>
                  <a:pt x="656771" y="27819"/>
                  <a:pt x="399143" y="55638"/>
                  <a:pt x="246743" y="188686"/>
                </a:cubicBezTo>
                <a:cubicBezTo>
                  <a:pt x="94343" y="321734"/>
                  <a:pt x="47171" y="560010"/>
                  <a:pt x="0" y="798286"/>
                </a:cubicBezTo>
              </a:path>
            </a:pathLst>
          </a:custGeom>
          <a:noFill/>
          <a:ln w="19050" cap="flat" cmpd="sng" algn="ctr">
            <a:solidFill>
              <a:srgbClr val="0000CC"/>
            </a:solidFill>
            <a:prstDash val="sysDash"/>
            <a:round/>
            <a:headEnd type="none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endParaRPr lang="ko-KR" altLang="en-US"/>
          </a:p>
        </p:txBody>
      </p:sp>
      <p:sp>
        <p:nvSpPr>
          <p:cNvPr id="113" name="자유형 112"/>
          <p:cNvSpPr>
            <a:spLocks/>
          </p:cNvSpPr>
          <p:nvPr/>
        </p:nvSpPr>
        <p:spPr bwMode="auto">
          <a:xfrm rot="11915666" flipH="1">
            <a:off x="3051175" y="4157663"/>
            <a:ext cx="1104900" cy="460375"/>
          </a:xfrm>
          <a:custGeom>
            <a:avLst/>
            <a:gdLst>
              <a:gd name="T0" fmla="*/ 1611941 w 914400"/>
              <a:gd name="T1" fmla="*/ 0 h 798286"/>
              <a:gd name="T2" fmla="*/ 434967 w 914400"/>
              <a:gd name="T3" fmla="*/ 36293 h 798286"/>
              <a:gd name="T4" fmla="*/ 0 w 914400"/>
              <a:gd name="T5" fmla="*/ 153544 h 798286"/>
              <a:gd name="T6" fmla="*/ 0 60000 65536"/>
              <a:gd name="T7" fmla="*/ 0 60000 65536"/>
              <a:gd name="T8" fmla="*/ 0 60000 65536"/>
              <a:gd name="T9" fmla="*/ 0 w 914400"/>
              <a:gd name="T10" fmla="*/ 0 h 798286"/>
              <a:gd name="T11" fmla="*/ 914400 w 914400"/>
              <a:gd name="T12" fmla="*/ 798286 h 79828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14400" h="798286">
                <a:moveTo>
                  <a:pt x="914400" y="0"/>
                </a:moveTo>
                <a:cubicBezTo>
                  <a:pt x="656771" y="27819"/>
                  <a:pt x="399143" y="55638"/>
                  <a:pt x="246743" y="188686"/>
                </a:cubicBezTo>
                <a:cubicBezTo>
                  <a:pt x="94343" y="321734"/>
                  <a:pt x="47171" y="560010"/>
                  <a:pt x="0" y="798286"/>
                </a:cubicBezTo>
              </a:path>
            </a:pathLst>
          </a:custGeom>
          <a:noFill/>
          <a:ln w="19050" cap="flat" cmpd="sng" algn="ctr">
            <a:solidFill>
              <a:srgbClr val="0000CC"/>
            </a:solidFill>
            <a:prstDash val="sysDash"/>
            <a:round/>
            <a:headEnd type="none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22606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1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1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8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10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10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1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1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6" dur="10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0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84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4" dur="10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8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0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2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7" dur="10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0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1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 nodeType="clickPar">
                      <p:stCondLst>
                        <p:cond delay="indefinite"/>
                      </p:stCondLst>
                      <p:childTnLst>
                        <p:par>
                          <p:cTn id="1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15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 nodeType="clickPar">
                      <p:stCondLst>
                        <p:cond delay="indefinite"/>
                      </p:stCondLst>
                      <p:childTnLst>
                        <p:par>
                          <p:cTn id="1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5" dur="10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2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9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3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3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 nodeType="clickPar">
                      <p:stCondLst>
                        <p:cond delay="indefinite"/>
                      </p:stCondLst>
                      <p:childTnLst>
                        <p:par>
                          <p:cTn id="1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8" dur="10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 nodeType="clickPar">
                      <p:stCondLst>
                        <p:cond delay="indefinite"/>
                      </p:stCondLst>
                      <p:childTnLst>
                        <p:par>
                          <p:cTn id="1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3" dur="10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5" presetID="35" presetClass="emph" presetSubtype="0" repeatCount="3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46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 nodeType="clickPar">
                      <p:stCondLst>
                        <p:cond delay="indefinite"/>
                      </p:stCondLst>
                      <p:childTnLst>
                        <p:par>
                          <p:cTn id="1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1" dur="10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3" presetID="35" presetClass="emph" presetSubtype="0" repeatCount="3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54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 nodeType="clickPar">
                      <p:stCondLst>
                        <p:cond delay="indefinite"/>
                      </p:stCondLst>
                      <p:childTnLst>
                        <p:par>
                          <p:cTn id="1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7" presetID="2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58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6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3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 nodeType="clickPar">
                      <p:stCondLst>
                        <p:cond delay="indefinite"/>
                      </p:stCondLst>
                      <p:childTnLst>
                        <p:par>
                          <p:cTn id="1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8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 nodeType="clickPar">
                      <p:stCondLst>
                        <p:cond delay="indefinite"/>
                      </p:stCondLst>
                      <p:childTnLst>
                        <p:par>
                          <p:cTn id="1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3" dur="10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7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7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 nodeType="clickPar">
                      <p:stCondLst>
                        <p:cond delay="indefinite"/>
                      </p:stCondLst>
                      <p:childTnLst>
                        <p:par>
                          <p:cTn id="1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0" presetID="2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81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6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 nodeType="clickPar">
                      <p:stCondLst>
                        <p:cond delay="indefinite"/>
                      </p:stCondLst>
                      <p:childTnLst>
                        <p:par>
                          <p:cTn id="1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1" dur="10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9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5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9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9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0" fill="hold" nodeType="clickPar">
                      <p:stCondLst>
                        <p:cond delay="indefinite"/>
                      </p:stCondLst>
                      <p:childTnLst>
                        <p:par>
                          <p:cTn id="2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4" dur="10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0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8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9" fill="hold" nodeType="clickPar">
                      <p:stCondLst>
                        <p:cond delay="indefinite"/>
                      </p:stCondLst>
                      <p:childTnLst>
                        <p:par>
                          <p:cTn id="2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3" dur="10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1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7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8" fill="hold" nodeType="clickPar">
                      <p:stCondLst>
                        <p:cond delay="indefinite"/>
                      </p:stCondLst>
                      <p:childTnLst>
                        <p:par>
                          <p:cTn id="2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0" presetID="2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21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6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7" fill="hold" nodeType="clickPar">
                      <p:stCondLst>
                        <p:cond delay="indefinite"/>
                      </p:stCondLst>
                      <p:childTnLst>
                        <p:par>
                          <p:cTn id="2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1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2" fill="hold" nodeType="clickPar">
                      <p:stCondLst>
                        <p:cond delay="indefinite"/>
                      </p:stCondLst>
                      <p:childTnLst>
                        <p:par>
                          <p:cTn id="2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4" presetID="2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35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0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4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4" dur="10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4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8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9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5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2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3" fill="hold" nodeType="clickPar">
                      <p:stCondLst>
                        <p:cond delay="indefinite"/>
                      </p:stCondLst>
                      <p:childTnLst>
                        <p:par>
                          <p:cTn id="2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5" presetID="2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56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5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1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2" fill="hold" nodeType="clickPar">
                      <p:stCondLst>
                        <p:cond delay="indefinite"/>
                      </p:stCondLst>
                      <p:childTnLst>
                        <p:par>
                          <p:cTn id="2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6" dur="10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6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0" dur="10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7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4" dur="10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5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76" presetID="35" presetClass="emph" presetSubtype="0" repeatCount="3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77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" grpId="0" animBg="1"/>
      <p:bldP spid="62" grpId="1" animBg="1"/>
      <p:bldP spid="65" grpId="0" animBg="1"/>
      <p:bldP spid="66" grpId="0" animBg="1"/>
      <p:bldP spid="66" grpId="1" animBg="1"/>
      <p:bldP spid="67" grpId="0" animBg="1"/>
      <p:bldP spid="68" grpId="0" animBg="1"/>
      <p:bldP spid="69" grpId="0" animBg="1"/>
      <p:bldP spid="70" grpId="0" animBg="1"/>
      <p:bldP spid="71" grpId="0" animBg="1"/>
      <p:bldP spid="72" grpId="0" animBg="1"/>
      <p:bldP spid="73" grpId="0" animBg="1"/>
      <p:bldP spid="74" grpId="0" animBg="1"/>
      <p:bldP spid="80" grpId="0" animBg="1"/>
      <p:bldP spid="81" grpId="0" animBg="1"/>
      <p:bldP spid="82" grpId="0" animBg="1"/>
      <p:bldP spid="83" grpId="0" animBg="1"/>
      <p:bldP spid="84" grpId="0" animBg="1"/>
      <p:bldP spid="85" grpId="0" animBg="1"/>
      <p:bldP spid="86" grpId="0" animBg="1"/>
      <p:bldP spid="87" grpId="0" animBg="1"/>
      <p:bldP spid="88" grpId="0" animBg="1"/>
      <p:bldP spid="89" grpId="0" animBg="1"/>
      <p:bldP spid="90" grpId="0" animBg="1"/>
      <p:bldP spid="91" grpId="0" animBg="1"/>
      <p:bldP spid="92" grpId="0" animBg="1"/>
      <p:bldP spid="93" grpId="0" animBg="1"/>
      <p:bldP spid="94" grpId="0" animBg="1"/>
      <p:bldP spid="95" grpId="0" animBg="1"/>
      <p:bldP spid="96" grpId="0" animBg="1"/>
      <p:bldP spid="97" grpId="0" animBg="1"/>
      <p:bldP spid="98" grpId="0" animBg="1"/>
      <p:bldP spid="99" grpId="0" animBg="1"/>
      <p:bldP spid="100" grpId="0" animBg="1"/>
      <p:bldP spid="101" grpId="0" animBg="1"/>
      <p:bldP spid="102" grpId="0" animBg="1"/>
      <p:bldP spid="103" grpId="0" animBg="1"/>
      <p:bldP spid="106" grpId="0" animBg="1"/>
      <p:bldP spid="108" grpId="0" animBg="1"/>
      <p:bldP spid="109" grpId="0" animBg="1"/>
      <p:bldP spid="110" grpId="0" animBg="1"/>
      <p:bldP spid="111" grpId="0" animBg="1"/>
      <p:bldP spid="112" grpId="0" animBg="1"/>
      <p:bldP spid="113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내용 개체 틀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lvl="1" eaLnBrk="1" hangingPunct="1"/>
            <a:r>
              <a:rPr lang="ko-KR" altLang="en-US" dirty="0"/>
              <a:t>수식 </a:t>
            </a:r>
            <a:r>
              <a:rPr lang="en-US" altLang="ko-KR" dirty="0"/>
              <a:t>A*B-C/D</a:t>
            </a:r>
            <a:r>
              <a:rPr lang="ko-KR" altLang="en-US" dirty="0"/>
              <a:t>를 이진 </a:t>
            </a:r>
            <a:r>
              <a:rPr lang="ko-KR" altLang="en-US" dirty="0" err="1"/>
              <a:t>트리로</a:t>
            </a:r>
            <a:r>
              <a:rPr lang="ko-KR" altLang="en-US" dirty="0"/>
              <a:t> 구성</a:t>
            </a:r>
            <a:endParaRPr lang="en-US" altLang="ko-KR" dirty="0"/>
          </a:p>
          <a:p>
            <a:pPr lvl="2" eaLnBrk="1" hangingPunct="1"/>
            <a:r>
              <a:rPr lang="ko-KR" altLang="en-US" dirty="0"/>
              <a:t>수식 이진 </a:t>
            </a:r>
            <a:r>
              <a:rPr lang="ko-KR" altLang="en-US" dirty="0" err="1"/>
              <a:t>트리를</a:t>
            </a:r>
            <a:r>
              <a:rPr lang="ko-KR" altLang="en-US" dirty="0"/>
              <a:t> 중위 순회하면</a:t>
            </a:r>
            <a:r>
              <a:rPr lang="en-US" altLang="ko-KR" dirty="0"/>
              <a:t>, </a:t>
            </a:r>
            <a:r>
              <a:rPr lang="ko-KR" altLang="en-US" dirty="0"/>
              <a:t>수식에 대한 중위 </a:t>
            </a:r>
            <a:r>
              <a:rPr lang="ko-KR" altLang="en-US" dirty="0" err="1"/>
              <a:t>표기식을</a:t>
            </a:r>
            <a:r>
              <a:rPr lang="ko-KR" altLang="en-US" dirty="0"/>
              <a:t> 구할 수 있음</a:t>
            </a:r>
            <a:endParaRPr lang="en-US" altLang="ko-KR" dirty="0"/>
          </a:p>
        </p:txBody>
      </p:sp>
      <p:sp>
        <p:nvSpPr>
          <p:cNvPr id="39939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</a:t>
            </a:r>
            <a:r>
              <a:rPr lang="en-US" altLang="ko-KR"/>
              <a:t>. </a:t>
            </a:r>
            <a:r>
              <a:rPr lang="ko-KR" altLang="en-US"/>
              <a:t>이진 트리의 순회</a:t>
            </a:r>
            <a:endParaRPr lang="ko-KR" altLang="en-US" dirty="0"/>
          </a:p>
        </p:txBody>
      </p:sp>
      <p:pic>
        <p:nvPicPr>
          <p:cNvPr id="276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241937" y="1971675"/>
            <a:ext cx="5415874" cy="2914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내용 개체 틀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eaLnBrk="1" hangingPunct="1">
              <a:lnSpc>
                <a:spcPct val="110000"/>
              </a:lnSpc>
            </a:pPr>
            <a:r>
              <a:rPr lang="ko-KR" altLang="en-US"/>
              <a:t>후위 순회</a:t>
            </a:r>
            <a:r>
              <a:rPr lang="en-US" altLang="ko-KR" baseline="30000"/>
              <a:t>postorder traversal</a:t>
            </a:r>
            <a:endParaRPr lang="en-US" altLang="ko-KR" dirty="0"/>
          </a:p>
          <a:p>
            <a:pPr lvl="1"/>
            <a:r>
              <a:rPr lang="en-US" altLang="ko-KR" dirty="0"/>
              <a:t>L-R-D </a:t>
            </a:r>
            <a:r>
              <a:rPr lang="ko-KR" altLang="en-US" dirty="0"/>
              <a:t>순서로 현재 </a:t>
            </a:r>
            <a:r>
              <a:rPr lang="ko-KR" altLang="en-US" dirty="0" err="1"/>
              <a:t>노드를</a:t>
            </a:r>
            <a:r>
              <a:rPr lang="ko-KR" altLang="en-US" dirty="0"/>
              <a:t> 방문하는 </a:t>
            </a:r>
            <a:r>
              <a:rPr lang="en-US" altLang="ko-KR" dirty="0"/>
              <a:t>D </a:t>
            </a:r>
            <a:r>
              <a:rPr lang="ko-KR" altLang="en-US" dirty="0"/>
              <a:t>작업을 가장 나중에 수행</a:t>
            </a:r>
          </a:p>
        </p:txBody>
      </p:sp>
      <p:sp>
        <p:nvSpPr>
          <p:cNvPr id="4096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</a:t>
            </a:r>
            <a:r>
              <a:rPr lang="en-US" altLang="ko-KR"/>
              <a:t>. </a:t>
            </a:r>
            <a:r>
              <a:rPr lang="ko-KR" altLang="en-US"/>
              <a:t>이진 트리의 순회</a:t>
            </a:r>
            <a:endParaRPr lang="ko-KR" altLang="en-US" dirty="0"/>
          </a:p>
        </p:txBody>
      </p:sp>
      <p:pic>
        <p:nvPicPr>
          <p:cNvPr id="286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887247" y="1884013"/>
            <a:ext cx="5425289" cy="18423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675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834046" y="3932733"/>
            <a:ext cx="7970572" cy="24482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내용 개체 틀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lvl="1"/>
            <a:r>
              <a:rPr lang="ko-KR" altLang="en-US"/>
              <a:t>후위 순회의 예</a:t>
            </a:r>
          </a:p>
          <a:p>
            <a:pPr lvl="1"/>
            <a:endParaRPr lang="ko-KR" altLang="en-US"/>
          </a:p>
        </p:txBody>
      </p:sp>
      <p:sp>
        <p:nvSpPr>
          <p:cNvPr id="41987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</a:t>
            </a:r>
            <a:r>
              <a:rPr lang="en-US" altLang="ko-KR"/>
              <a:t>. </a:t>
            </a:r>
            <a:r>
              <a:rPr lang="ko-KR" altLang="en-US"/>
              <a:t>이진 트리의 순회 </a:t>
            </a:r>
            <a:endParaRPr lang="ko-KR" altLang="en-US" dirty="0"/>
          </a:p>
        </p:txBody>
      </p:sp>
      <p:pic>
        <p:nvPicPr>
          <p:cNvPr id="296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608566" y="1709738"/>
            <a:ext cx="5926869" cy="3438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내용 개체 틀 1"/>
          <p:cNvSpPr>
            <a:spLocks noGrp="1"/>
          </p:cNvSpPr>
          <p:nvPr>
            <p:ph sz="quarter" idx="10"/>
          </p:nvPr>
        </p:nvSpPr>
        <p:spPr>
          <a:xfrm>
            <a:off x="228600" y="931863"/>
            <a:ext cx="8686800" cy="5715000"/>
          </a:xfrm>
        </p:spPr>
        <p:txBody>
          <a:bodyPr/>
          <a:lstStyle/>
          <a:p>
            <a:pPr lvl="1"/>
            <a:r>
              <a:rPr lang="ko-KR" altLang="en-US"/>
              <a:t>후위 순회 과정 </a:t>
            </a:r>
            <a:r>
              <a:rPr lang="en-US" altLang="ko-KR"/>
              <a:t>&gt;&gt; H-D-I-J-E-B-F-K-G-C-A</a:t>
            </a:r>
            <a:endParaRPr lang="en-US" altLang="ko-KR" sz="1400"/>
          </a:p>
          <a:p>
            <a:pPr lvl="1"/>
            <a:endParaRPr lang="ko-KR" altLang="en-US"/>
          </a:p>
        </p:txBody>
      </p:sp>
      <p:sp>
        <p:nvSpPr>
          <p:cNvPr id="43011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 </a:t>
            </a:r>
            <a:r>
              <a:rPr lang="ko-KR" altLang="en-US" dirty="0"/>
              <a:t>이진 트리의 순회</a:t>
            </a:r>
          </a:p>
        </p:txBody>
      </p:sp>
      <p:sp>
        <p:nvSpPr>
          <p:cNvPr id="43012" name="AutoShape 4" descr="PIC34F"/>
          <p:cNvSpPr>
            <a:spLocks noChangeAspect="1" noChangeArrowheads="1"/>
          </p:cNvSpPr>
          <p:nvPr/>
        </p:nvSpPr>
        <p:spPr bwMode="auto">
          <a:xfrm>
            <a:off x="4641850" y="3443288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eaLnBrk="1" hangingPunct="1"/>
            <a:endParaRPr lang="ko-KR" altLang="en-US"/>
          </a:p>
        </p:txBody>
      </p:sp>
      <p:pic>
        <p:nvPicPr>
          <p:cNvPr id="43013" name="그림 8" descr="ch08-14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22" r="8888" b="13828"/>
          <a:stretch>
            <a:fillRect/>
          </a:stretch>
        </p:blipFill>
        <p:spPr bwMode="auto">
          <a:xfrm>
            <a:off x="301625" y="3370263"/>
            <a:ext cx="5349875" cy="3011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0" name="타원 69"/>
          <p:cNvSpPr>
            <a:spLocks noChangeArrowheads="1"/>
          </p:cNvSpPr>
          <p:nvPr/>
        </p:nvSpPr>
        <p:spPr bwMode="auto">
          <a:xfrm>
            <a:off x="2794000" y="3643313"/>
            <a:ext cx="357188" cy="357187"/>
          </a:xfrm>
          <a:prstGeom prst="ellipse">
            <a:avLst/>
          </a:prstGeom>
          <a:noFill/>
          <a:ln w="38100" algn="ctr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eaLnBrk="1" hangingPunct="1"/>
            <a:endParaRPr lang="ko-KR" altLang="en-US"/>
          </a:p>
        </p:txBody>
      </p:sp>
      <p:pic>
        <p:nvPicPr>
          <p:cNvPr id="71" name="Picture 6"/>
          <p:cNvPicPr>
            <a:picLocks noChangeAspect="1" noChangeArrowheads="1"/>
          </p:cNvPicPr>
          <p:nvPr/>
        </p:nvPicPr>
        <p:blipFill>
          <a:blip r:embed="rId3"/>
          <a:srcRect l="18536" t="7913" r="19479" b="69858"/>
          <a:stretch>
            <a:fillRect/>
          </a:stretch>
        </p:blipFill>
        <p:spPr bwMode="auto">
          <a:xfrm>
            <a:off x="107950" y="1435100"/>
            <a:ext cx="8928100" cy="1706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/>
            <a:tailEnd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72" name="Picture 6"/>
          <p:cNvPicPr>
            <a:picLocks noChangeAspect="1" noChangeArrowheads="1"/>
          </p:cNvPicPr>
          <p:nvPr/>
        </p:nvPicPr>
        <p:blipFill>
          <a:blip r:embed="rId3"/>
          <a:srcRect l="18536" t="29720" r="19479" b="47039"/>
          <a:stretch>
            <a:fillRect/>
          </a:stretch>
        </p:blipFill>
        <p:spPr bwMode="auto">
          <a:xfrm>
            <a:off x="93663" y="1435100"/>
            <a:ext cx="9007475" cy="180022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/>
            <a:tailEnd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73" name="Picture 6"/>
          <p:cNvPicPr>
            <a:picLocks noChangeAspect="1" noChangeArrowheads="1"/>
          </p:cNvPicPr>
          <p:nvPr/>
        </p:nvPicPr>
        <p:blipFill>
          <a:blip r:embed="rId3"/>
          <a:srcRect l="18536" t="52581" r="19479" b="33919"/>
          <a:stretch>
            <a:fillRect/>
          </a:stretch>
        </p:blipFill>
        <p:spPr bwMode="auto">
          <a:xfrm>
            <a:off x="77788" y="1435100"/>
            <a:ext cx="8964612" cy="103981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/>
            <a:tailEnd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74" name="Picture 6"/>
          <p:cNvPicPr>
            <a:picLocks noChangeAspect="1" noChangeArrowheads="1"/>
          </p:cNvPicPr>
          <p:nvPr/>
        </p:nvPicPr>
        <p:blipFill>
          <a:blip r:embed="rId3"/>
          <a:srcRect l="18536" t="65862" r="19479" b="11088"/>
          <a:stretch>
            <a:fillRect/>
          </a:stretch>
        </p:blipFill>
        <p:spPr bwMode="auto">
          <a:xfrm>
            <a:off x="79375" y="1420813"/>
            <a:ext cx="9010650" cy="1785937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/>
            <a:tailEnd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75" name="자유형 74"/>
          <p:cNvSpPr>
            <a:spLocks/>
          </p:cNvSpPr>
          <p:nvPr/>
        </p:nvSpPr>
        <p:spPr bwMode="auto">
          <a:xfrm>
            <a:off x="1890713" y="3838575"/>
            <a:ext cx="914400" cy="798513"/>
          </a:xfrm>
          <a:custGeom>
            <a:avLst/>
            <a:gdLst>
              <a:gd name="T0" fmla="*/ 914400 w 914400"/>
              <a:gd name="T1" fmla="*/ 0 h 798286"/>
              <a:gd name="T2" fmla="*/ 246743 w 914400"/>
              <a:gd name="T3" fmla="*/ 188793 h 798286"/>
              <a:gd name="T4" fmla="*/ 0 w 914400"/>
              <a:gd name="T5" fmla="*/ 798739 h 798286"/>
              <a:gd name="T6" fmla="*/ 0 60000 65536"/>
              <a:gd name="T7" fmla="*/ 0 60000 65536"/>
              <a:gd name="T8" fmla="*/ 0 60000 65536"/>
              <a:gd name="T9" fmla="*/ 0 w 914400"/>
              <a:gd name="T10" fmla="*/ 0 h 798286"/>
              <a:gd name="T11" fmla="*/ 914400 w 914400"/>
              <a:gd name="T12" fmla="*/ 798286 h 79828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14400" h="798286">
                <a:moveTo>
                  <a:pt x="914400" y="0"/>
                </a:moveTo>
                <a:cubicBezTo>
                  <a:pt x="656771" y="27819"/>
                  <a:pt x="399143" y="55638"/>
                  <a:pt x="246743" y="188686"/>
                </a:cubicBezTo>
                <a:cubicBezTo>
                  <a:pt x="94343" y="321734"/>
                  <a:pt x="47171" y="560010"/>
                  <a:pt x="0" y="798286"/>
                </a:cubicBezTo>
              </a:path>
            </a:pathLst>
          </a:custGeom>
          <a:noFill/>
          <a:ln w="19050" cap="flat" cmpd="sng" algn="ctr">
            <a:solidFill>
              <a:srgbClr val="FF0000"/>
            </a:solidFill>
            <a:prstDash val="sysDash"/>
            <a:round/>
            <a:headEnd type="none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endParaRPr lang="ko-KR" altLang="en-US"/>
          </a:p>
        </p:txBody>
      </p:sp>
      <p:sp>
        <p:nvSpPr>
          <p:cNvPr id="76" name="타원 75"/>
          <p:cNvSpPr>
            <a:spLocks noChangeArrowheads="1"/>
          </p:cNvSpPr>
          <p:nvPr/>
        </p:nvSpPr>
        <p:spPr bwMode="auto">
          <a:xfrm>
            <a:off x="1639888" y="4649788"/>
            <a:ext cx="357187" cy="357187"/>
          </a:xfrm>
          <a:prstGeom prst="ellipse">
            <a:avLst/>
          </a:prstGeom>
          <a:noFill/>
          <a:ln w="38100" algn="ctr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eaLnBrk="1" hangingPunct="1"/>
            <a:endParaRPr lang="ko-KR" altLang="en-US"/>
          </a:p>
        </p:txBody>
      </p:sp>
      <p:sp>
        <p:nvSpPr>
          <p:cNvPr id="77" name="자유형 76"/>
          <p:cNvSpPr>
            <a:spLocks/>
          </p:cNvSpPr>
          <p:nvPr/>
        </p:nvSpPr>
        <p:spPr bwMode="auto">
          <a:xfrm>
            <a:off x="1216025" y="4819650"/>
            <a:ext cx="554038" cy="461963"/>
          </a:xfrm>
          <a:custGeom>
            <a:avLst/>
            <a:gdLst>
              <a:gd name="T0" fmla="*/ 203516 w 914400"/>
              <a:gd name="T1" fmla="*/ 0 h 798286"/>
              <a:gd name="T2" fmla="*/ 54917 w 914400"/>
              <a:gd name="T3" fmla="*/ 36543 h 798286"/>
              <a:gd name="T4" fmla="*/ 0 w 914400"/>
              <a:gd name="T5" fmla="*/ 154605 h 798286"/>
              <a:gd name="T6" fmla="*/ 0 60000 65536"/>
              <a:gd name="T7" fmla="*/ 0 60000 65536"/>
              <a:gd name="T8" fmla="*/ 0 60000 65536"/>
              <a:gd name="T9" fmla="*/ 0 w 914400"/>
              <a:gd name="T10" fmla="*/ 0 h 798286"/>
              <a:gd name="T11" fmla="*/ 914400 w 914400"/>
              <a:gd name="T12" fmla="*/ 798286 h 79828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14400" h="798286">
                <a:moveTo>
                  <a:pt x="914400" y="0"/>
                </a:moveTo>
                <a:cubicBezTo>
                  <a:pt x="656771" y="27819"/>
                  <a:pt x="399143" y="55638"/>
                  <a:pt x="246743" y="188686"/>
                </a:cubicBezTo>
                <a:cubicBezTo>
                  <a:pt x="94343" y="321734"/>
                  <a:pt x="47171" y="560010"/>
                  <a:pt x="0" y="798286"/>
                </a:cubicBezTo>
              </a:path>
            </a:pathLst>
          </a:custGeom>
          <a:noFill/>
          <a:ln w="19050" cap="flat" cmpd="sng" algn="ctr">
            <a:solidFill>
              <a:srgbClr val="FF0000"/>
            </a:solidFill>
            <a:prstDash val="sysDash"/>
            <a:round/>
            <a:headEnd type="none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endParaRPr lang="ko-KR" altLang="en-US"/>
          </a:p>
        </p:txBody>
      </p:sp>
      <p:sp>
        <p:nvSpPr>
          <p:cNvPr id="78" name="타원 77"/>
          <p:cNvSpPr>
            <a:spLocks noChangeArrowheads="1"/>
          </p:cNvSpPr>
          <p:nvPr/>
        </p:nvSpPr>
        <p:spPr bwMode="auto">
          <a:xfrm>
            <a:off x="965200" y="5284788"/>
            <a:ext cx="357188" cy="357187"/>
          </a:xfrm>
          <a:prstGeom prst="ellipse">
            <a:avLst/>
          </a:prstGeom>
          <a:noFill/>
          <a:ln w="38100" algn="ctr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eaLnBrk="1" hangingPunct="1"/>
            <a:endParaRPr lang="ko-KR" altLang="en-US"/>
          </a:p>
        </p:txBody>
      </p:sp>
      <p:sp>
        <p:nvSpPr>
          <p:cNvPr id="79" name="자유형 78"/>
          <p:cNvSpPr>
            <a:spLocks/>
          </p:cNvSpPr>
          <p:nvPr/>
        </p:nvSpPr>
        <p:spPr bwMode="auto">
          <a:xfrm>
            <a:off x="595313" y="5540375"/>
            <a:ext cx="454025" cy="461963"/>
          </a:xfrm>
          <a:custGeom>
            <a:avLst/>
            <a:gdLst>
              <a:gd name="T0" fmla="*/ 112073 w 914400"/>
              <a:gd name="T1" fmla="*/ 0 h 798286"/>
              <a:gd name="T2" fmla="*/ 30242 w 914400"/>
              <a:gd name="T3" fmla="*/ 36543 h 798286"/>
              <a:gd name="T4" fmla="*/ 0 w 914400"/>
              <a:gd name="T5" fmla="*/ 154605 h 798286"/>
              <a:gd name="T6" fmla="*/ 0 60000 65536"/>
              <a:gd name="T7" fmla="*/ 0 60000 65536"/>
              <a:gd name="T8" fmla="*/ 0 60000 65536"/>
              <a:gd name="T9" fmla="*/ 0 w 914400"/>
              <a:gd name="T10" fmla="*/ 0 h 798286"/>
              <a:gd name="T11" fmla="*/ 914400 w 914400"/>
              <a:gd name="T12" fmla="*/ 798286 h 79828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14400" h="798286">
                <a:moveTo>
                  <a:pt x="914400" y="0"/>
                </a:moveTo>
                <a:cubicBezTo>
                  <a:pt x="656771" y="27819"/>
                  <a:pt x="399143" y="55638"/>
                  <a:pt x="246743" y="188686"/>
                </a:cubicBezTo>
                <a:cubicBezTo>
                  <a:pt x="94343" y="321734"/>
                  <a:pt x="47171" y="560010"/>
                  <a:pt x="0" y="798286"/>
                </a:cubicBezTo>
              </a:path>
            </a:pathLst>
          </a:custGeom>
          <a:noFill/>
          <a:ln w="19050" cap="flat" cmpd="sng" algn="ctr">
            <a:solidFill>
              <a:srgbClr val="FF0000"/>
            </a:solidFill>
            <a:prstDash val="sysDash"/>
            <a:round/>
            <a:headEnd type="none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endParaRPr lang="ko-KR" altLang="en-US"/>
          </a:p>
        </p:txBody>
      </p:sp>
      <p:sp>
        <p:nvSpPr>
          <p:cNvPr id="80" name="타원 79"/>
          <p:cNvSpPr>
            <a:spLocks noChangeArrowheads="1"/>
          </p:cNvSpPr>
          <p:nvPr/>
        </p:nvSpPr>
        <p:spPr bwMode="auto">
          <a:xfrm>
            <a:off x="344488" y="5961063"/>
            <a:ext cx="357187" cy="357187"/>
          </a:xfrm>
          <a:prstGeom prst="ellipse">
            <a:avLst/>
          </a:prstGeom>
          <a:noFill/>
          <a:ln w="38100" algn="ctr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eaLnBrk="1" hangingPunct="1"/>
            <a:endParaRPr lang="ko-KR" altLang="en-US"/>
          </a:p>
        </p:txBody>
      </p:sp>
      <p:sp>
        <p:nvSpPr>
          <p:cNvPr id="81" name="타원 80"/>
          <p:cNvSpPr>
            <a:spLocks noChangeArrowheads="1"/>
          </p:cNvSpPr>
          <p:nvPr/>
        </p:nvSpPr>
        <p:spPr bwMode="auto">
          <a:xfrm>
            <a:off x="373063" y="5986463"/>
            <a:ext cx="323850" cy="303212"/>
          </a:xfrm>
          <a:prstGeom prst="ellipse">
            <a:avLst/>
          </a:prstGeom>
          <a:solidFill>
            <a:srgbClr val="FFFF00">
              <a:alpha val="7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algn="ctr" eaLnBrk="1" hangingPunct="1"/>
            <a:r>
              <a:rPr lang="en-US" altLang="ko-KR" sz="1400" b="1">
                <a:latin typeface="맑은 고딕" panose="020B0503020000020004" pitchFamily="50" charset="-127"/>
                <a:ea typeface="맑은 고딕" panose="020B0503020000020004" pitchFamily="50" charset="-127"/>
              </a:rPr>
              <a:t>H</a:t>
            </a:r>
            <a:endParaRPr lang="ko-KR" altLang="en-US" sz="1400" b="1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2" name="자유형 81"/>
          <p:cNvSpPr>
            <a:spLocks/>
          </p:cNvSpPr>
          <p:nvPr/>
        </p:nvSpPr>
        <p:spPr bwMode="auto">
          <a:xfrm rot="10344064">
            <a:off x="631825" y="5653088"/>
            <a:ext cx="482600" cy="461962"/>
          </a:xfrm>
          <a:custGeom>
            <a:avLst/>
            <a:gdLst>
              <a:gd name="T0" fmla="*/ 134359 w 914400"/>
              <a:gd name="T1" fmla="*/ 0 h 798286"/>
              <a:gd name="T2" fmla="*/ 36256 w 914400"/>
              <a:gd name="T3" fmla="*/ 36543 h 798286"/>
              <a:gd name="T4" fmla="*/ 0 w 914400"/>
              <a:gd name="T5" fmla="*/ 154605 h 798286"/>
              <a:gd name="T6" fmla="*/ 0 60000 65536"/>
              <a:gd name="T7" fmla="*/ 0 60000 65536"/>
              <a:gd name="T8" fmla="*/ 0 60000 65536"/>
              <a:gd name="T9" fmla="*/ 0 w 914400"/>
              <a:gd name="T10" fmla="*/ 0 h 798286"/>
              <a:gd name="T11" fmla="*/ 914400 w 914400"/>
              <a:gd name="T12" fmla="*/ 798286 h 79828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14400" h="798286">
                <a:moveTo>
                  <a:pt x="914400" y="0"/>
                </a:moveTo>
                <a:cubicBezTo>
                  <a:pt x="656771" y="27819"/>
                  <a:pt x="399143" y="55638"/>
                  <a:pt x="246743" y="188686"/>
                </a:cubicBezTo>
                <a:cubicBezTo>
                  <a:pt x="94343" y="321734"/>
                  <a:pt x="47171" y="560010"/>
                  <a:pt x="0" y="798286"/>
                </a:cubicBezTo>
              </a:path>
            </a:pathLst>
          </a:custGeom>
          <a:noFill/>
          <a:ln w="19050" cap="flat" cmpd="sng" algn="ctr">
            <a:solidFill>
              <a:srgbClr val="0000CC"/>
            </a:solidFill>
            <a:prstDash val="sysDash"/>
            <a:round/>
            <a:headEnd type="none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endParaRPr lang="ko-KR" altLang="en-US"/>
          </a:p>
        </p:txBody>
      </p:sp>
      <p:sp>
        <p:nvSpPr>
          <p:cNvPr id="83" name="타원 82"/>
          <p:cNvSpPr>
            <a:spLocks noChangeArrowheads="1"/>
          </p:cNvSpPr>
          <p:nvPr/>
        </p:nvSpPr>
        <p:spPr bwMode="auto">
          <a:xfrm>
            <a:off x="984250" y="5302250"/>
            <a:ext cx="323850" cy="303213"/>
          </a:xfrm>
          <a:prstGeom prst="ellipse">
            <a:avLst/>
          </a:prstGeom>
          <a:solidFill>
            <a:srgbClr val="FFFF00">
              <a:alpha val="7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algn="ctr" eaLnBrk="1" hangingPunct="1"/>
            <a:r>
              <a:rPr lang="en-US" altLang="ko-KR" sz="1400" b="1">
                <a:latin typeface="맑은 고딕" panose="020B0503020000020004" pitchFamily="50" charset="-127"/>
                <a:ea typeface="맑은 고딕" panose="020B0503020000020004" pitchFamily="50" charset="-127"/>
              </a:rPr>
              <a:t>D</a:t>
            </a:r>
            <a:endParaRPr lang="ko-KR" altLang="en-US" sz="1400" b="1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4" name="자유형 83"/>
          <p:cNvSpPr>
            <a:spLocks/>
          </p:cNvSpPr>
          <p:nvPr/>
        </p:nvSpPr>
        <p:spPr bwMode="auto">
          <a:xfrm rot="10344064">
            <a:off x="1273175" y="4994275"/>
            <a:ext cx="482600" cy="460375"/>
          </a:xfrm>
          <a:custGeom>
            <a:avLst/>
            <a:gdLst>
              <a:gd name="T0" fmla="*/ 134359 w 914400"/>
              <a:gd name="T1" fmla="*/ 0 h 798286"/>
              <a:gd name="T2" fmla="*/ 36256 w 914400"/>
              <a:gd name="T3" fmla="*/ 36293 h 798286"/>
              <a:gd name="T4" fmla="*/ 0 w 914400"/>
              <a:gd name="T5" fmla="*/ 153544 h 798286"/>
              <a:gd name="T6" fmla="*/ 0 60000 65536"/>
              <a:gd name="T7" fmla="*/ 0 60000 65536"/>
              <a:gd name="T8" fmla="*/ 0 60000 65536"/>
              <a:gd name="T9" fmla="*/ 0 w 914400"/>
              <a:gd name="T10" fmla="*/ 0 h 798286"/>
              <a:gd name="T11" fmla="*/ 914400 w 914400"/>
              <a:gd name="T12" fmla="*/ 798286 h 79828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14400" h="798286">
                <a:moveTo>
                  <a:pt x="914400" y="0"/>
                </a:moveTo>
                <a:cubicBezTo>
                  <a:pt x="656771" y="27819"/>
                  <a:pt x="399143" y="55638"/>
                  <a:pt x="246743" y="188686"/>
                </a:cubicBezTo>
                <a:cubicBezTo>
                  <a:pt x="94343" y="321734"/>
                  <a:pt x="47171" y="560010"/>
                  <a:pt x="0" y="798286"/>
                </a:cubicBezTo>
              </a:path>
            </a:pathLst>
          </a:custGeom>
          <a:noFill/>
          <a:ln w="19050" cap="flat" cmpd="sng" algn="ctr">
            <a:solidFill>
              <a:srgbClr val="0000CC"/>
            </a:solidFill>
            <a:prstDash val="sysDash"/>
            <a:round/>
            <a:headEnd type="none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endParaRPr lang="ko-KR" altLang="en-US"/>
          </a:p>
        </p:txBody>
      </p:sp>
      <p:sp>
        <p:nvSpPr>
          <p:cNvPr id="85" name="자유형 84"/>
          <p:cNvSpPr>
            <a:spLocks/>
          </p:cNvSpPr>
          <p:nvPr/>
        </p:nvSpPr>
        <p:spPr bwMode="auto">
          <a:xfrm flipH="1">
            <a:off x="1965325" y="4848225"/>
            <a:ext cx="481013" cy="461963"/>
          </a:xfrm>
          <a:custGeom>
            <a:avLst/>
            <a:gdLst>
              <a:gd name="T0" fmla="*/ 133477 w 914400"/>
              <a:gd name="T1" fmla="*/ 0 h 798286"/>
              <a:gd name="T2" fmla="*/ 36018 w 914400"/>
              <a:gd name="T3" fmla="*/ 36543 h 798286"/>
              <a:gd name="T4" fmla="*/ 0 w 914400"/>
              <a:gd name="T5" fmla="*/ 154605 h 798286"/>
              <a:gd name="T6" fmla="*/ 0 60000 65536"/>
              <a:gd name="T7" fmla="*/ 0 60000 65536"/>
              <a:gd name="T8" fmla="*/ 0 60000 65536"/>
              <a:gd name="T9" fmla="*/ 0 w 914400"/>
              <a:gd name="T10" fmla="*/ 0 h 798286"/>
              <a:gd name="T11" fmla="*/ 914400 w 914400"/>
              <a:gd name="T12" fmla="*/ 798286 h 79828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14400" h="798286">
                <a:moveTo>
                  <a:pt x="914400" y="0"/>
                </a:moveTo>
                <a:cubicBezTo>
                  <a:pt x="656771" y="27819"/>
                  <a:pt x="399143" y="55638"/>
                  <a:pt x="246743" y="188686"/>
                </a:cubicBezTo>
                <a:cubicBezTo>
                  <a:pt x="94343" y="321734"/>
                  <a:pt x="47171" y="560010"/>
                  <a:pt x="0" y="798286"/>
                </a:cubicBezTo>
              </a:path>
            </a:pathLst>
          </a:custGeom>
          <a:noFill/>
          <a:ln w="19050" cap="flat" cmpd="sng" algn="ctr">
            <a:solidFill>
              <a:srgbClr val="FF0000"/>
            </a:solidFill>
            <a:prstDash val="sysDash"/>
            <a:round/>
            <a:headEnd type="none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endParaRPr lang="ko-KR" altLang="en-US"/>
          </a:p>
        </p:txBody>
      </p:sp>
      <p:sp>
        <p:nvSpPr>
          <p:cNvPr id="86" name="타원 85"/>
          <p:cNvSpPr>
            <a:spLocks noChangeArrowheads="1"/>
          </p:cNvSpPr>
          <p:nvPr/>
        </p:nvSpPr>
        <p:spPr bwMode="auto">
          <a:xfrm>
            <a:off x="2289175" y="5338763"/>
            <a:ext cx="323850" cy="303212"/>
          </a:xfrm>
          <a:prstGeom prst="ellipse">
            <a:avLst/>
          </a:prstGeom>
          <a:solidFill>
            <a:srgbClr val="FFFF00">
              <a:alpha val="7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algn="ctr" eaLnBrk="1" hangingPunct="1"/>
            <a:r>
              <a:rPr lang="en-US" altLang="ko-KR" sz="1400" b="1">
                <a:latin typeface="맑은 고딕" panose="020B0503020000020004" pitchFamily="50" charset="-127"/>
                <a:ea typeface="맑은 고딕" panose="020B0503020000020004" pitchFamily="50" charset="-127"/>
              </a:rPr>
              <a:t>E</a:t>
            </a:r>
            <a:endParaRPr lang="ko-KR" altLang="en-US" sz="1400" b="1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7" name="타원 86"/>
          <p:cNvSpPr>
            <a:spLocks noChangeArrowheads="1"/>
          </p:cNvSpPr>
          <p:nvPr/>
        </p:nvSpPr>
        <p:spPr bwMode="auto">
          <a:xfrm>
            <a:off x="2260600" y="5310188"/>
            <a:ext cx="357188" cy="357187"/>
          </a:xfrm>
          <a:prstGeom prst="ellipse">
            <a:avLst/>
          </a:prstGeom>
          <a:noFill/>
          <a:ln w="38100" algn="ctr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eaLnBrk="1" hangingPunct="1"/>
            <a:endParaRPr lang="ko-KR" altLang="en-US"/>
          </a:p>
        </p:txBody>
      </p:sp>
      <p:sp>
        <p:nvSpPr>
          <p:cNvPr id="88" name="자유형 87"/>
          <p:cNvSpPr>
            <a:spLocks/>
          </p:cNvSpPr>
          <p:nvPr/>
        </p:nvSpPr>
        <p:spPr bwMode="auto">
          <a:xfrm>
            <a:off x="1993900" y="5540375"/>
            <a:ext cx="279400" cy="461963"/>
          </a:xfrm>
          <a:custGeom>
            <a:avLst/>
            <a:gdLst>
              <a:gd name="T0" fmla="*/ 26168 w 914400"/>
              <a:gd name="T1" fmla="*/ 0 h 798286"/>
              <a:gd name="T2" fmla="*/ 7061 w 914400"/>
              <a:gd name="T3" fmla="*/ 36543 h 798286"/>
              <a:gd name="T4" fmla="*/ 0 w 914400"/>
              <a:gd name="T5" fmla="*/ 154605 h 798286"/>
              <a:gd name="T6" fmla="*/ 0 60000 65536"/>
              <a:gd name="T7" fmla="*/ 0 60000 65536"/>
              <a:gd name="T8" fmla="*/ 0 60000 65536"/>
              <a:gd name="T9" fmla="*/ 0 w 914400"/>
              <a:gd name="T10" fmla="*/ 0 h 798286"/>
              <a:gd name="T11" fmla="*/ 914400 w 914400"/>
              <a:gd name="T12" fmla="*/ 798286 h 79828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14400" h="798286">
                <a:moveTo>
                  <a:pt x="914400" y="0"/>
                </a:moveTo>
                <a:cubicBezTo>
                  <a:pt x="656771" y="27819"/>
                  <a:pt x="399143" y="55638"/>
                  <a:pt x="246743" y="188686"/>
                </a:cubicBezTo>
                <a:cubicBezTo>
                  <a:pt x="94343" y="321734"/>
                  <a:pt x="47171" y="560010"/>
                  <a:pt x="0" y="798286"/>
                </a:cubicBezTo>
              </a:path>
            </a:pathLst>
          </a:custGeom>
          <a:noFill/>
          <a:ln w="19050" cap="flat" cmpd="sng" algn="ctr">
            <a:solidFill>
              <a:srgbClr val="FF0000"/>
            </a:solidFill>
            <a:prstDash val="sysDash"/>
            <a:round/>
            <a:headEnd type="none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endParaRPr lang="ko-KR" altLang="en-US"/>
          </a:p>
        </p:txBody>
      </p:sp>
      <p:sp>
        <p:nvSpPr>
          <p:cNvPr id="89" name="타원 88"/>
          <p:cNvSpPr>
            <a:spLocks noChangeArrowheads="1"/>
          </p:cNvSpPr>
          <p:nvPr/>
        </p:nvSpPr>
        <p:spPr bwMode="auto">
          <a:xfrm>
            <a:off x="1792288" y="5946775"/>
            <a:ext cx="357187" cy="357188"/>
          </a:xfrm>
          <a:prstGeom prst="ellipse">
            <a:avLst/>
          </a:prstGeom>
          <a:noFill/>
          <a:ln w="38100" algn="ctr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eaLnBrk="1" hangingPunct="1"/>
            <a:endParaRPr lang="ko-KR" altLang="en-US"/>
          </a:p>
        </p:txBody>
      </p:sp>
      <p:sp>
        <p:nvSpPr>
          <p:cNvPr id="90" name="타원 89"/>
          <p:cNvSpPr>
            <a:spLocks noChangeArrowheads="1"/>
          </p:cNvSpPr>
          <p:nvPr/>
        </p:nvSpPr>
        <p:spPr bwMode="auto">
          <a:xfrm>
            <a:off x="1820863" y="5972175"/>
            <a:ext cx="323850" cy="303213"/>
          </a:xfrm>
          <a:prstGeom prst="ellipse">
            <a:avLst/>
          </a:prstGeom>
          <a:solidFill>
            <a:srgbClr val="FFFF00">
              <a:alpha val="7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algn="ctr" eaLnBrk="1" hangingPunct="1"/>
            <a:r>
              <a:rPr lang="en-US" altLang="ko-KR" sz="1400" b="1">
                <a:latin typeface="맑은 고딕" panose="020B0503020000020004" pitchFamily="50" charset="-127"/>
                <a:ea typeface="맑은 고딕" panose="020B0503020000020004" pitchFamily="50" charset="-127"/>
              </a:rPr>
              <a:t>I</a:t>
            </a:r>
            <a:endParaRPr lang="ko-KR" altLang="en-US" sz="1400" b="1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1" name="자유형 90"/>
          <p:cNvSpPr>
            <a:spLocks/>
          </p:cNvSpPr>
          <p:nvPr/>
        </p:nvSpPr>
        <p:spPr bwMode="auto">
          <a:xfrm rot="10344064">
            <a:off x="1949450" y="5681663"/>
            <a:ext cx="482600" cy="461962"/>
          </a:xfrm>
          <a:custGeom>
            <a:avLst/>
            <a:gdLst>
              <a:gd name="T0" fmla="*/ 134359 w 914400"/>
              <a:gd name="T1" fmla="*/ 0 h 798286"/>
              <a:gd name="T2" fmla="*/ 36256 w 914400"/>
              <a:gd name="T3" fmla="*/ 36543 h 798286"/>
              <a:gd name="T4" fmla="*/ 0 w 914400"/>
              <a:gd name="T5" fmla="*/ 154605 h 798286"/>
              <a:gd name="T6" fmla="*/ 0 60000 65536"/>
              <a:gd name="T7" fmla="*/ 0 60000 65536"/>
              <a:gd name="T8" fmla="*/ 0 60000 65536"/>
              <a:gd name="T9" fmla="*/ 0 w 914400"/>
              <a:gd name="T10" fmla="*/ 0 h 798286"/>
              <a:gd name="T11" fmla="*/ 914400 w 914400"/>
              <a:gd name="T12" fmla="*/ 798286 h 79828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14400" h="798286">
                <a:moveTo>
                  <a:pt x="914400" y="0"/>
                </a:moveTo>
                <a:cubicBezTo>
                  <a:pt x="656771" y="27819"/>
                  <a:pt x="399143" y="55638"/>
                  <a:pt x="246743" y="188686"/>
                </a:cubicBezTo>
                <a:cubicBezTo>
                  <a:pt x="94343" y="321734"/>
                  <a:pt x="47171" y="560010"/>
                  <a:pt x="0" y="798286"/>
                </a:cubicBezTo>
              </a:path>
            </a:pathLst>
          </a:custGeom>
          <a:noFill/>
          <a:ln w="19050" cap="flat" cmpd="sng" algn="ctr">
            <a:solidFill>
              <a:srgbClr val="0000CC"/>
            </a:solidFill>
            <a:prstDash val="sysDash"/>
            <a:round/>
            <a:headEnd type="none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endParaRPr lang="ko-KR" altLang="en-US"/>
          </a:p>
        </p:txBody>
      </p:sp>
      <p:sp>
        <p:nvSpPr>
          <p:cNvPr id="92" name="자유형 91"/>
          <p:cNvSpPr>
            <a:spLocks/>
          </p:cNvSpPr>
          <p:nvPr/>
        </p:nvSpPr>
        <p:spPr bwMode="auto">
          <a:xfrm flipH="1">
            <a:off x="2617788" y="5492750"/>
            <a:ext cx="350837" cy="465138"/>
          </a:xfrm>
          <a:custGeom>
            <a:avLst/>
            <a:gdLst>
              <a:gd name="T0" fmla="*/ 51636 w 914400"/>
              <a:gd name="T1" fmla="*/ 0 h 798286"/>
              <a:gd name="T2" fmla="*/ 13934 w 914400"/>
              <a:gd name="T3" fmla="*/ 37282 h 798286"/>
              <a:gd name="T4" fmla="*/ 0 w 914400"/>
              <a:gd name="T5" fmla="*/ 157732 h 798286"/>
              <a:gd name="T6" fmla="*/ 0 60000 65536"/>
              <a:gd name="T7" fmla="*/ 0 60000 65536"/>
              <a:gd name="T8" fmla="*/ 0 60000 65536"/>
              <a:gd name="T9" fmla="*/ 0 w 914400"/>
              <a:gd name="T10" fmla="*/ 0 h 798286"/>
              <a:gd name="T11" fmla="*/ 914400 w 914400"/>
              <a:gd name="T12" fmla="*/ 798286 h 79828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14400" h="798286">
                <a:moveTo>
                  <a:pt x="914400" y="0"/>
                </a:moveTo>
                <a:cubicBezTo>
                  <a:pt x="656771" y="27819"/>
                  <a:pt x="399143" y="55638"/>
                  <a:pt x="246743" y="188686"/>
                </a:cubicBezTo>
                <a:cubicBezTo>
                  <a:pt x="94343" y="321734"/>
                  <a:pt x="47171" y="560010"/>
                  <a:pt x="0" y="798286"/>
                </a:cubicBezTo>
              </a:path>
            </a:pathLst>
          </a:custGeom>
          <a:noFill/>
          <a:ln w="19050" cap="flat" cmpd="sng" algn="ctr">
            <a:solidFill>
              <a:srgbClr val="FF0000"/>
            </a:solidFill>
            <a:prstDash val="sysDash"/>
            <a:round/>
            <a:headEnd type="none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endParaRPr lang="ko-KR" altLang="en-US"/>
          </a:p>
        </p:txBody>
      </p:sp>
      <p:sp>
        <p:nvSpPr>
          <p:cNvPr id="93" name="타원 92"/>
          <p:cNvSpPr>
            <a:spLocks noChangeArrowheads="1"/>
          </p:cNvSpPr>
          <p:nvPr/>
        </p:nvSpPr>
        <p:spPr bwMode="auto">
          <a:xfrm>
            <a:off x="2824163" y="5946775"/>
            <a:ext cx="357187" cy="357188"/>
          </a:xfrm>
          <a:prstGeom prst="ellipse">
            <a:avLst/>
          </a:prstGeom>
          <a:noFill/>
          <a:ln w="38100" algn="ctr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eaLnBrk="1" hangingPunct="1"/>
            <a:endParaRPr lang="ko-KR" altLang="en-US"/>
          </a:p>
        </p:txBody>
      </p:sp>
      <p:sp>
        <p:nvSpPr>
          <p:cNvPr id="94" name="타원 93"/>
          <p:cNvSpPr>
            <a:spLocks noChangeArrowheads="1"/>
          </p:cNvSpPr>
          <p:nvPr/>
        </p:nvSpPr>
        <p:spPr bwMode="auto">
          <a:xfrm>
            <a:off x="2852738" y="5975350"/>
            <a:ext cx="323850" cy="303213"/>
          </a:xfrm>
          <a:prstGeom prst="ellipse">
            <a:avLst/>
          </a:prstGeom>
          <a:solidFill>
            <a:srgbClr val="FFFF00">
              <a:alpha val="7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algn="ctr" eaLnBrk="1" hangingPunct="1"/>
            <a:r>
              <a:rPr lang="en-US" altLang="ko-KR" sz="1400" b="1">
                <a:latin typeface="맑은 고딕" panose="020B0503020000020004" pitchFamily="50" charset="-127"/>
                <a:ea typeface="맑은 고딕" panose="020B0503020000020004" pitchFamily="50" charset="-127"/>
              </a:rPr>
              <a:t>J</a:t>
            </a:r>
            <a:endParaRPr lang="ko-KR" altLang="en-US" sz="1400" b="1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5" name="자유형 94"/>
          <p:cNvSpPr>
            <a:spLocks/>
          </p:cNvSpPr>
          <p:nvPr/>
        </p:nvSpPr>
        <p:spPr bwMode="auto">
          <a:xfrm rot="11255936" flipH="1">
            <a:off x="2522538" y="5684838"/>
            <a:ext cx="427037" cy="461962"/>
          </a:xfrm>
          <a:custGeom>
            <a:avLst/>
            <a:gdLst>
              <a:gd name="T0" fmla="*/ 93165 w 914400"/>
              <a:gd name="T1" fmla="*/ 0 h 798286"/>
              <a:gd name="T2" fmla="*/ 25140 w 914400"/>
              <a:gd name="T3" fmla="*/ 36543 h 798286"/>
              <a:gd name="T4" fmla="*/ 0 w 914400"/>
              <a:gd name="T5" fmla="*/ 154605 h 798286"/>
              <a:gd name="T6" fmla="*/ 0 60000 65536"/>
              <a:gd name="T7" fmla="*/ 0 60000 65536"/>
              <a:gd name="T8" fmla="*/ 0 60000 65536"/>
              <a:gd name="T9" fmla="*/ 0 w 914400"/>
              <a:gd name="T10" fmla="*/ 0 h 798286"/>
              <a:gd name="T11" fmla="*/ 914400 w 914400"/>
              <a:gd name="T12" fmla="*/ 798286 h 79828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14400" h="798286">
                <a:moveTo>
                  <a:pt x="914400" y="0"/>
                </a:moveTo>
                <a:cubicBezTo>
                  <a:pt x="656771" y="27819"/>
                  <a:pt x="399143" y="55638"/>
                  <a:pt x="246743" y="188686"/>
                </a:cubicBezTo>
                <a:cubicBezTo>
                  <a:pt x="94343" y="321734"/>
                  <a:pt x="47171" y="560010"/>
                  <a:pt x="0" y="798286"/>
                </a:cubicBezTo>
              </a:path>
            </a:pathLst>
          </a:custGeom>
          <a:noFill/>
          <a:ln w="19050" cap="flat" cmpd="sng" algn="ctr">
            <a:solidFill>
              <a:srgbClr val="0000CC"/>
            </a:solidFill>
            <a:prstDash val="sysDash"/>
            <a:round/>
            <a:headEnd type="none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endParaRPr lang="ko-KR" altLang="en-US"/>
          </a:p>
        </p:txBody>
      </p:sp>
      <p:sp>
        <p:nvSpPr>
          <p:cNvPr id="96" name="자유형 95"/>
          <p:cNvSpPr>
            <a:spLocks/>
          </p:cNvSpPr>
          <p:nvPr/>
        </p:nvSpPr>
        <p:spPr bwMode="auto">
          <a:xfrm rot="11255936" flipH="1">
            <a:off x="1928813" y="4918075"/>
            <a:ext cx="427037" cy="461963"/>
          </a:xfrm>
          <a:custGeom>
            <a:avLst/>
            <a:gdLst>
              <a:gd name="T0" fmla="*/ 93165 w 914400"/>
              <a:gd name="T1" fmla="*/ 0 h 798286"/>
              <a:gd name="T2" fmla="*/ 25140 w 914400"/>
              <a:gd name="T3" fmla="*/ 36543 h 798286"/>
              <a:gd name="T4" fmla="*/ 0 w 914400"/>
              <a:gd name="T5" fmla="*/ 154605 h 798286"/>
              <a:gd name="T6" fmla="*/ 0 60000 65536"/>
              <a:gd name="T7" fmla="*/ 0 60000 65536"/>
              <a:gd name="T8" fmla="*/ 0 60000 65536"/>
              <a:gd name="T9" fmla="*/ 0 w 914400"/>
              <a:gd name="T10" fmla="*/ 0 h 798286"/>
              <a:gd name="T11" fmla="*/ 914400 w 914400"/>
              <a:gd name="T12" fmla="*/ 798286 h 79828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14400" h="798286">
                <a:moveTo>
                  <a:pt x="914400" y="0"/>
                </a:moveTo>
                <a:cubicBezTo>
                  <a:pt x="656771" y="27819"/>
                  <a:pt x="399143" y="55638"/>
                  <a:pt x="246743" y="188686"/>
                </a:cubicBezTo>
                <a:cubicBezTo>
                  <a:pt x="94343" y="321734"/>
                  <a:pt x="47171" y="560010"/>
                  <a:pt x="0" y="798286"/>
                </a:cubicBezTo>
              </a:path>
            </a:pathLst>
          </a:custGeom>
          <a:noFill/>
          <a:ln w="19050" cap="flat" cmpd="sng" algn="ctr">
            <a:solidFill>
              <a:srgbClr val="0000CC"/>
            </a:solidFill>
            <a:prstDash val="sysDash"/>
            <a:round/>
            <a:headEnd type="none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endParaRPr lang="ko-KR" altLang="en-US"/>
          </a:p>
        </p:txBody>
      </p:sp>
      <p:pic>
        <p:nvPicPr>
          <p:cNvPr id="97" name="Picture 7"/>
          <p:cNvPicPr>
            <a:picLocks noChangeAspect="1" noChangeArrowheads="1"/>
          </p:cNvPicPr>
          <p:nvPr/>
        </p:nvPicPr>
        <p:blipFill>
          <a:blip r:embed="rId4"/>
          <a:srcRect l="18536" t="10256" r="19479" b="71052"/>
          <a:stretch>
            <a:fillRect/>
          </a:stretch>
        </p:blipFill>
        <p:spPr bwMode="auto">
          <a:xfrm>
            <a:off x="76200" y="1435100"/>
            <a:ext cx="8959850" cy="14398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/>
            <a:tailEnd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98" name="Picture 7"/>
          <p:cNvPicPr>
            <a:picLocks noChangeAspect="1" noChangeArrowheads="1"/>
          </p:cNvPicPr>
          <p:nvPr/>
        </p:nvPicPr>
        <p:blipFill>
          <a:blip r:embed="rId4"/>
          <a:srcRect l="18536" t="28948" r="17780" b="40182"/>
          <a:stretch>
            <a:fillRect/>
          </a:stretch>
        </p:blipFill>
        <p:spPr bwMode="auto">
          <a:xfrm>
            <a:off x="250825" y="1363663"/>
            <a:ext cx="8642350" cy="223202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/>
            <a:tailEnd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99" name="Picture 7"/>
          <p:cNvPicPr>
            <a:picLocks noChangeAspect="1" noChangeArrowheads="1"/>
          </p:cNvPicPr>
          <p:nvPr/>
        </p:nvPicPr>
        <p:blipFill>
          <a:blip r:embed="rId4"/>
          <a:srcRect l="18536" t="59287" r="19479" b="26175"/>
          <a:stretch>
            <a:fillRect/>
          </a:stretch>
        </p:blipFill>
        <p:spPr bwMode="auto">
          <a:xfrm>
            <a:off x="65088" y="1419225"/>
            <a:ext cx="8999537" cy="1125538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/>
            <a:tailEnd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00" name="Picture 7"/>
          <p:cNvPicPr>
            <a:picLocks noChangeAspect="1" noChangeArrowheads="1"/>
          </p:cNvPicPr>
          <p:nvPr/>
        </p:nvPicPr>
        <p:blipFill>
          <a:blip r:embed="rId4"/>
          <a:srcRect l="18536" t="73115" r="19479" b="4060"/>
          <a:stretch>
            <a:fillRect/>
          </a:stretch>
        </p:blipFill>
        <p:spPr bwMode="auto">
          <a:xfrm>
            <a:off x="107950" y="1404938"/>
            <a:ext cx="8964613" cy="175895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/>
            <a:tailEnd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101" name="타원 100"/>
          <p:cNvSpPr>
            <a:spLocks noChangeArrowheads="1"/>
          </p:cNvSpPr>
          <p:nvPr/>
        </p:nvSpPr>
        <p:spPr bwMode="auto">
          <a:xfrm>
            <a:off x="1668463" y="4668838"/>
            <a:ext cx="323850" cy="303212"/>
          </a:xfrm>
          <a:prstGeom prst="ellipse">
            <a:avLst/>
          </a:prstGeom>
          <a:solidFill>
            <a:srgbClr val="FFFF00">
              <a:alpha val="7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algn="ctr" eaLnBrk="1" hangingPunct="1"/>
            <a:r>
              <a:rPr lang="en-US" altLang="ko-KR" sz="1400" b="1">
                <a:latin typeface="맑은 고딕" panose="020B0503020000020004" pitchFamily="50" charset="-127"/>
                <a:ea typeface="맑은 고딕" panose="020B0503020000020004" pitchFamily="50" charset="-127"/>
              </a:rPr>
              <a:t>B</a:t>
            </a:r>
            <a:endParaRPr lang="ko-KR" altLang="en-US" sz="1400" b="1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2" name="자유형 101"/>
          <p:cNvSpPr>
            <a:spLocks/>
          </p:cNvSpPr>
          <p:nvPr/>
        </p:nvSpPr>
        <p:spPr bwMode="auto">
          <a:xfrm rot="9833202">
            <a:off x="1892300" y="4171950"/>
            <a:ext cx="1122363" cy="461963"/>
          </a:xfrm>
          <a:custGeom>
            <a:avLst/>
            <a:gdLst>
              <a:gd name="T0" fmla="*/ 1691969 w 914400"/>
              <a:gd name="T1" fmla="*/ 0 h 798286"/>
              <a:gd name="T2" fmla="*/ 456564 w 914400"/>
              <a:gd name="T3" fmla="*/ 36543 h 798286"/>
              <a:gd name="T4" fmla="*/ 0 w 914400"/>
              <a:gd name="T5" fmla="*/ 154605 h 798286"/>
              <a:gd name="T6" fmla="*/ 0 60000 65536"/>
              <a:gd name="T7" fmla="*/ 0 60000 65536"/>
              <a:gd name="T8" fmla="*/ 0 60000 65536"/>
              <a:gd name="T9" fmla="*/ 0 w 914400"/>
              <a:gd name="T10" fmla="*/ 0 h 798286"/>
              <a:gd name="T11" fmla="*/ 914400 w 914400"/>
              <a:gd name="T12" fmla="*/ 798286 h 79828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14400" h="798286">
                <a:moveTo>
                  <a:pt x="914400" y="0"/>
                </a:moveTo>
                <a:cubicBezTo>
                  <a:pt x="656771" y="27819"/>
                  <a:pt x="399143" y="55638"/>
                  <a:pt x="246743" y="188686"/>
                </a:cubicBezTo>
                <a:cubicBezTo>
                  <a:pt x="94343" y="321734"/>
                  <a:pt x="47171" y="560010"/>
                  <a:pt x="0" y="798286"/>
                </a:cubicBezTo>
              </a:path>
            </a:pathLst>
          </a:custGeom>
          <a:noFill/>
          <a:ln w="19050" cap="flat" cmpd="sng" algn="ctr">
            <a:solidFill>
              <a:srgbClr val="0000CC"/>
            </a:solidFill>
            <a:prstDash val="sysDash"/>
            <a:round/>
            <a:headEnd type="none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endParaRPr lang="ko-KR" altLang="en-US"/>
          </a:p>
        </p:txBody>
      </p:sp>
      <p:sp>
        <p:nvSpPr>
          <p:cNvPr id="103" name="자유형 102"/>
          <p:cNvSpPr>
            <a:spLocks/>
          </p:cNvSpPr>
          <p:nvPr/>
        </p:nvSpPr>
        <p:spPr bwMode="auto">
          <a:xfrm flipH="1">
            <a:off x="3159125" y="3878263"/>
            <a:ext cx="914400" cy="796925"/>
          </a:xfrm>
          <a:custGeom>
            <a:avLst/>
            <a:gdLst>
              <a:gd name="T0" fmla="*/ 914400 w 914400"/>
              <a:gd name="T1" fmla="*/ 0 h 798286"/>
              <a:gd name="T2" fmla="*/ 246743 w 914400"/>
              <a:gd name="T3" fmla="*/ 188043 h 798286"/>
              <a:gd name="T4" fmla="*/ 0 w 914400"/>
              <a:gd name="T5" fmla="*/ 795566 h 798286"/>
              <a:gd name="T6" fmla="*/ 0 60000 65536"/>
              <a:gd name="T7" fmla="*/ 0 60000 65536"/>
              <a:gd name="T8" fmla="*/ 0 60000 65536"/>
              <a:gd name="T9" fmla="*/ 0 w 914400"/>
              <a:gd name="T10" fmla="*/ 0 h 798286"/>
              <a:gd name="T11" fmla="*/ 914400 w 914400"/>
              <a:gd name="T12" fmla="*/ 798286 h 79828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14400" h="798286">
                <a:moveTo>
                  <a:pt x="914400" y="0"/>
                </a:moveTo>
                <a:cubicBezTo>
                  <a:pt x="656771" y="27819"/>
                  <a:pt x="399143" y="55638"/>
                  <a:pt x="246743" y="188686"/>
                </a:cubicBezTo>
                <a:cubicBezTo>
                  <a:pt x="94343" y="321734"/>
                  <a:pt x="47171" y="560010"/>
                  <a:pt x="0" y="798286"/>
                </a:cubicBezTo>
              </a:path>
            </a:pathLst>
          </a:custGeom>
          <a:noFill/>
          <a:ln w="19050" cap="flat" cmpd="sng" algn="ctr">
            <a:solidFill>
              <a:srgbClr val="FF0000"/>
            </a:solidFill>
            <a:prstDash val="sysDash"/>
            <a:round/>
            <a:headEnd type="none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endParaRPr lang="ko-KR" altLang="en-US"/>
          </a:p>
        </p:txBody>
      </p:sp>
      <p:sp>
        <p:nvSpPr>
          <p:cNvPr id="104" name="타원 103"/>
          <p:cNvSpPr>
            <a:spLocks noChangeArrowheads="1"/>
          </p:cNvSpPr>
          <p:nvPr/>
        </p:nvSpPr>
        <p:spPr bwMode="auto">
          <a:xfrm flipH="1">
            <a:off x="3976688" y="4660900"/>
            <a:ext cx="357187" cy="357188"/>
          </a:xfrm>
          <a:prstGeom prst="ellipse">
            <a:avLst/>
          </a:prstGeom>
          <a:noFill/>
          <a:ln w="38100" algn="ctr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eaLnBrk="1" hangingPunct="1"/>
            <a:endParaRPr lang="ko-KR" altLang="en-US"/>
          </a:p>
        </p:txBody>
      </p:sp>
      <p:sp>
        <p:nvSpPr>
          <p:cNvPr id="105" name="자유형 104"/>
          <p:cNvSpPr>
            <a:spLocks/>
          </p:cNvSpPr>
          <p:nvPr/>
        </p:nvSpPr>
        <p:spPr bwMode="auto">
          <a:xfrm>
            <a:off x="3576638" y="4862513"/>
            <a:ext cx="454025" cy="461962"/>
          </a:xfrm>
          <a:custGeom>
            <a:avLst/>
            <a:gdLst>
              <a:gd name="T0" fmla="*/ 111901 w 914400"/>
              <a:gd name="T1" fmla="*/ 0 h 798286"/>
              <a:gd name="T2" fmla="*/ 30195 w 914400"/>
              <a:gd name="T3" fmla="*/ 36543 h 798286"/>
              <a:gd name="T4" fmla="*/ 0 w 914400"/>
              <a:gd name="T5" fmla="*/ 154605 h 798286"/>
              <a:gd name="T6" fmla="*/ 0 60000 65536"/>
              <a:gd name="T7" fmla="*/ 0 60000 65536"/>
              <a:gd name="T8" fmla="*/ 0 60000 65536"/>
              <a:gd name="T9" fmla="*/ 0 w 914400"/>
              <a:gd name="T10" fmla="*/ 0 h 798286"/>
              <a:gd name="T11" fmla="*/ 914400 w 914400"/>
              <a:gd name="T12" fmla="*/ 798286 h 79828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14400" h="798286">
                <a:moveTo>
                  <a:pt x="914400" y="0"/>
                </a:moveTo>
                <a:cubicBezTo>
                  <a:pt x="656771" y="27819"/>
                  <a:pt x="399143" y="55638"/>
                  <a:pt x="246743" y="188686"/>
                </a:cubicBezTo>
                <a:cubicBezTo>
                  <a:pt x="94343" y="321734"/>
                  <a:pt x="47171" y="560010"/>
                  <a:pt x="0" y="798286"/>
                </a:cubicBezTo>
              </a:path>
            </a:pathLst>
          </a:custGeom>
          <a:noFill/>
          <a:ln w="19050" cap="flat" cmpd="sng" algn="ctr">
            <a:solidFill>
              <a:srgbClr val="FF0000"/>
            </a:solidFill>
            <a:prstDash val="sysDash"/>
            <a:round/>
            <a:headEnd type="none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endParaRPr lang="ko-KR" altLang="en-US"/>
          </a:p>
        </p:txBody>
      </p:sp>
      <p:sp>
        <p:nvSpPr>
          <p:cNvPr id="106" name="타원 105"/>
          <p:cNvSpPr>
            <a:spLocks noChangeArrowheads="1"/>
          </p:cNvSpPr>
          <p:nvPr/>
        </p:nvSpPr>
        <p:spPr bwMode="auto">
          <a:xfrm>
            <a:off x="3346450" y="5283200"/>
            <a:ext cx="357188" cy="357188"/>
          </a:xfrm>
          <a:prstGeom prst="ellipse">
            <a:avLst/>
          </a:prstGeom>
          <a:noFill/>
          <a:ln w="38100" algn="ctr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eaLnBrk="1" hangingPunct="1"/>
            <a:endParaRPr lang="ko-KR" altLang="en-US"/>
          </a:p>
        </p:txBody>
      </p:sp>
      <p:sp>
        <p:nvSpPr>
          <p:cNvPr id="107" name="타원 106"/>
          <p:cNvSpPr>
            <a:spLocks noChangeArrowheads="1"/>
          </p:cNvSpPr>
          <p:nvPr/>
        </p:nvSpPr>
        <p:spPr bwMode="auto">
          <a:xfrm>
            <a:off x="3375025" y="5308600"/>
            <a:ext cx="323850" cy="303213"/>
          </a:xfrm>
          <a:prstGeom prst="ellipse">
            <a:avLst/>
          </a:prstGeom>
          <a:solidFill>
            <a:srgbClr val="FFFF00">
              <a:alpha val="7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algn="ctr" eaLnBrk="1" hangingPunct="1"/>
            <a:r>
              <a:rPr lang="en-US" altLang="ko-KR" sz="1400" b="1">
                <a:latin typeface="맑은 고딕" panose="020B0503020000020004" pitchFamily="50" charset="-127"/>
                <a:ea typeface="맑은 고딕" panose="020B0503020000020004" pitchFamily="50" charset="-127"/>
              </a:rPr>
              <a:t>F</a:t>
            </a:r>
            <a:endParaRPr lang="ko-KR" altLang="en-US" sz="1400" b="1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8" name="자유형 107"/>
          <p:cNvSpPr>
            <a:spLocks/>
          </p:cNvSpPr>
          <p:nvPr/>
        </p:nvSpPr>
        <p:spPr bwMode="auto">
          <a:xfrm rot="10344064">
            <a:off x="3598863" y="4994275"/>
            <a:ext cx="482600" cy="460375"/>
          </a:xfrm>
          <a:custGeom>
            <a:avLst/>
            <a:gdLst>
              <a:gd name="T0" fmla="*/ 134359 w 914400"/>
              <a:gd name="T1" fmla="*/ 0 h 798286"/>
              <a:gd name="T2" fmla="*/ 36256 w 914400"/>
              <a:gd name="T3" fmla="*/ 36293 h 798286"/>
              <a:gd name="T4" fmla="*/ 0 w 914400"/>
              <a:gd name="T5" fmla="*/ 153544 h 798286"/>
              <a:gd name="T6" fmla="*/ 0 60000 65536"/>
              <a:gd name="T7" fmla="*/ 0 60000 65536"/>
              <a:gd name="T8" fmla="*/ 0 60000 65536"/>
              <a:gd name="T9" fmla="*/ 0 w 914400"/>
              <a:gd name="T10" fmla="*/ 0 h 798286"/>
              <a:gd name="T11" fmla="*/ 914400 w 914400"/>
              <a:gd name="T12" fmla="*/ 798286 h 79828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14400" h="798286">
                <a:moveTo>
                  <a:pt x="914400" y="0"/>
                </a:moveTo>
                <a:cubicBezTo>
                  <a:pt x="656771" y="27819"/>
                  <a:pt x="399143" y="55638"/>
                  <a:pt x="246743" y="188686"/>
                </a:cubicBezTo>
                <a:cubicBezTo>
                  <a:pt x="94343" y="321734"/>
                  <a:pt x="47171" y="560010"/>
                  <a:pt x="0" y="798286"/>
                </a:cubicBezTo>
              </a:path>
            </a:pathLst>
          </a:custGeom>
          <a:noFill/>
          <a:ln w="19050" cap="flat" cmpd="sng" algn="ctr">
            <a:solidFill>
              <a:srgbClr val="0000CC"/>
            </a:solidFill>
            <a:prstDash val="sysDash"/>
            <a:round/>
            <a:headEnd type="none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endParaRPr lang="ko-KR" altLang="en-US"/>
          </a:p>
        </p:txBody>
      </p:sp>
      <p:sp>
        <p:nvSpPr>
          <p:cNvPr id="109" name="자유형 108"/>
          <p:cNvSpPr>
            <a:spLocks/>
          </p:cNvSpPr>
          <p:nvPr/>
        </p:nvSpPr>
        <p:spPr bwMode="auto">
          <a:xfrm flipH="1">
            <a:off x="4297363" y="4848225"/>
            <a:ext cx="482600" cy="460375"/>
          </a:xfrm>
          <a:custGeom>
            <a:avLst/>
            <a:gdLst>
              <a:gd name="T0" fmla="*/ 134359 w 914400"/>
              <a:gd name="T1" fmla="*/ 0 h 798286"/>
              <a:gd name="T2" fmla="*/ 36256 w 914400"/>
              <a:gd name="T3" fmla="*/ 36293 h 798286"/>
              <a:gd name="T4" fmla="*/ 0 w 914400"/>
              <a:gd name="T5" fmla="*/ 153544 h 798286"/>
              <a:gd name="T6" fmla="*/ 0 60000 65536"/>
              <a:gd name="T7" fmla="*/ 0 60000 65536"/>
              <a:gd name="T8" fmla="*/ 0 60000 65536"/>
              <a:gd name="T9" fmla="*/ 0 w 914400"/>
              <a:gd name="T10" fmla="*/ 0 h 798286"/>
              <a:gd name="T11" fmla="*/ 914400 w 914400"/>
              <a:gd name="T12" fmla="*/ 798286 h 79828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14400" h="798286">
                <a:moveTo>
                  <a:pt x="914400" y="0"/>
                </a:moveTo>
                <a:cubicBezTo>
                  <a:pt x="656771" y="27819"/>
                  <a:pt x="399143" y="55638"/>
                  <a:pt x="246743" y="188686"/>
                </a:cubicBezTo>
                <a:cubicBezTo>
                  <a:pt x="94343" y="321734"/>
                  <a:pt x="47171" y="560010"/>
                  <a:pt x="0" y="798286"/>
                </a:cubicBezTo>
              </a:path>
            </a:pathLst>
          </a:custGeom>
          <a:noFill/>
          <a:ln w="19050" cap="flat" cmpd="sng" algn="ctr">
            <a:solidFill>
              <a:srgbClr val="FF0000"/>
            </a:solidFill>
            <a:prstDash val="sysDash"/>
            <a:round/>
            <a:headEnd type="none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endParaRPr lang="ko-KR" altLang="en-US"/>
          </a:p>
        </p:txBody>
      </p:sp>
      <p:sp>
        <p:nvSpPr>
          <p:cNvPr id="110" name="타원 109"/>
          <p:cNvSpPr>
            <a:spLocks noChangeArrowheads="1"/>
          </p:cNvSpPr>
          <p:nvPr/>
        </p:nvSpPr>
        <p:spPr bwMode="auto">
          <a:xfrm>
            <a:off x="4659313" y="5299075"/>
            <a:ext cx="357187" cy="357188"/>
          </a:xfrm>
          <a:prstGeom prst="ellipse">
            <a:avLst/>
          </a:prstGeom>
          <a:noFill/>
          <a:ln w="38100" algn="ctr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eaLnBrk="1" hangingPunct="1"/>
            <a:endParaRPr lang="ko-KR" altLang="en-US"/>
          </a:p>
        </p:txBody>
      </p:sp>
      <p:sp>
        <p:nvSpPr>
          <p:cNvPr id="111" name="자유형 110"/>
          <p:cNvSpPr>
            <a:spLocks/>
          </p:cNvSpPr>
          <p:nvPr/>
        </p:nvSpPr>
        <p:spPr bwMode="auto">
          <a:xfrm flipH="1">
            <a:off x="5024438" y="5510213"/>
            <a:ext cx="296862" cy="461962"/>
          </a:xfrm>
          <a:custGeom>
            <a:avLst/>
            <a:gdLst>
              <a:gd name="T0" fmla="*/ 31312 w 914400"/>
              <a:gd name="T1" fmla="*/ 0 h 798286"/>
              <a:gd name="T2" fmla="*/ 8449 w 914400"/>
              <a:gd name="T3" fmla="*/ 36543 h 798286"/>
              <a:gd name="T4" fmla="*/ 0 w 914400"/>
              <a:gd name="T5" fmla="*/ 154605 h 798286"/>
              <a:gd name="T6" fmla="*/ 0 60000 65536"/>
              <a:gd name="T7" fmla="*/ 0 60000 65536"/>
              <a:gd name="T8" fmla="*/ 0 60000 65536"/>
              <a:gd name="T9" fmla="*/ 0 w 914400"/>
              <a:gd name="T10" fmla="*/ 0 h 798286"/>
              <a:gd name="T11" fmla="*/ 914400 w 914400"/>
              <a:gd name="T12" fmla="*/ 798286 h 79828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14400" h="798286">
                <a:moveTo>
                  <a:pt x="914400" y="0"/>
                </a:moveTo>
                <a:cubicBezTo>
                  <a:pt x="656771" y="27819"/>
                  <a:pt x="399143" y="55638"/>
                  <a:pt x="246743" y="188686"/>
                </a:cubicBezTo>
                <a:cubicBezTo>
                  <a:pt x="94343" y="321734"/>
                  <a:pt x="47171" y="560010"/>
                  <a:pt x="0" y="798286"/>
                </a:cubicBezTo>
              </a:path>
            </a:pathLst>
          </a:custGeom>
          <a:noFill/>
          <a:ln w="19050" cap="flat" cmpd="sng" algn="ctr">
            <a:solidFill>
              <a:srgbClr val="FF0000"/>
            </a:solidFill>
            <a:prstDash val="sysDash"/>
            <a:round/>
            <a:headEnd type="none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endParaRPr lang="ko-KR" altLang="en-US"/>
          </a:p>
        </p:txBody>
      </p:sp>
      <p:sp>
        <p:nvSpPr>
          <p:cNvPr id="112" name="타원 111"/>
          <p:cNvSpPr>
            <a:spLocks noChangeArrowheads="1"/>
          </p:cNvSpPr>
          <p:nvPr/>
        </p:nvSpPr>
        <p:spPr bwMode="auto">
          <a:xfrm>
            <a:off x="5257800" y="5932488"/>
            <a:ext cx="357188" cy="357187"/>
          </a:xfrm>
          <a:prstGeom prst="ellipse">
            <a:avLst/>
          </a:prstGeom>
          <a:noFill/>
          <a:ln w="38100" algn="ctr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eaLnBrk="1" hangingPunct="1"/>
            <a:endParaRPr lang="ko-KR" altLang="en-US"/>
          </a:p>
        </p:txBody>
      </p:sp>
      <p:sp>
        <p:nvSpPr>
          <p:cNvPr id="113" name="타원 112"/>
          <p:cNvSpPr>
            <a:spLocks noChangeArrowheads="1"/>
          </p:cNvSpPr>
          <p:nvPr/>
        </p:nvSpPr>
        <p:spPr bwMode="auto">
          <a:xfrm>
            <a:off x="5272088" y="5957888"/>
            <a:ext cx="323850" cy="303212"/>
          </a:xfrm>
          <a:prstGeom prst="ellipse">
            <a:avLst/>
          </a:prstGeom>
          <a:solidFill>
            <a:srgbClr val="FFFF00">
              <a:alpha val="7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algn="ctr" eaLnBrk="1" hangingPunct="1"/>
            <a:r>
              <a:rPr lang="en-US" altLang="ko-KR" sz="1400" b="1">
                <a:latin typeface="맑은 고딕" panose="020B0503020000020004" pitchFamily="50" charset="-127"/>
                <a:ea typeface="맑은 고딕" panose="020B0503020000020004" pitchFamily="50" charset="-127"/>
              </a:rPr>
              <a:t>K</a:t>
            </a:r>
            <a:endParaRPr lang="ko-KR" altLang="en-US" sz="1400" b="1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4" name="자유형 113"/>
          <p:cNvSpPr>
            <a:spLocks/>
          </p:cNvSpPr>
          <p:nvPr/>
        </p:nvSpPr>
        <p:spPr bwMode="auto">
          <a:xfrm rot="11255936" flipH="1">
            <a:off x="4894263" y="5681663"/>
            <a:ext cx="427037" cy="460375"/>
          </a:xfrm>
          <a:custGeom>
            <a:avLst/>
            <a:gdLst>
              <a:gd name="T0" fmla="*/ 93165 w 914400"/>
              <a:gd name="T1" fmla="*/ 0 h 798286"/>
              <a:gd name="T2" fmla="*/ 25140 w 914400"/>
              <a:gd name="T3" fmla="*/ 36293 h 798286"/>
              <a:gd name="T4" fmla="*/ 0 w 914400"/>
              <a:gd name="T5" fmla="*/ 153544 h 798286"/>
              <a:gd name="T6" fmla="*/ 0 60000 65536"/>
              <a:gd name="T7" fmla="*/ 0 60000 65536"/>
              <a:gd name="T8" fmla="*/ 0 60000 65536"/>
              <a:gd name="T9" fmla="*/ 0 w 914400"/>
              <a:gd name="T10" fmla="*/ 0 h 798286"/>
              <a:gd name="T11" fmla="*/ 914400 w 914400"/>
              <a:gd name="T12" fmla="*/ 798286 h 79828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14400" h="798286">
                <a:moveTo>
                  <a:pt x="914400" y="0"/>
                </a:moveTo>
                <a:cubicBezTo>
                  <a:pt x="656771" y="27819"/>
                  <a:pt x="399143" y="55638"/>
                  <a:pt x="246743" y="188686"/>
                </a:cubicBezTo>
                <a:cubicBezTo>
                  <a:pt x="94343" y="321734"/>
                  <a:pt x="47171" y="560010"/>
                  <a:pt x="0" y="798286"/>
                </a:cubicBezTo>
              </a:path>
            </a:pathLst>
          </a:custGeom>
          <a:noFill/>
          <a:ln w="19050" cap="flat" cmpd="sng" algn="ctr">
            <a:solidFill>
              <a:srgbClr val="0000CC"/>
            </a:solidFill>
            <a:prstDash val="sysDash"/>
            <a:round/>
            <a:headEnd type="none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endParaRPr lang="ko-KR" altLang="en-US"/>
          </a:p>
        </p:txBody>
      </p:sp>
      <p:sp>
        <p:nvSpPr>
          <p:cNvPr id="115" name="타원 114"/>
          <p:cNvSpPr>
            <a:spLocks noChangeArrowheads="1"/>
          </p:cNvSpPr>
          <p:nvPr/>
        </p:nvSpPr>
        <p:spPr bwMode="auto">
          <a:xfrm>
            <a:off x="4686300" y="5324475"/>
            <a:ext cx="325438" cy="303213"/>
          </a:xfrm>
          <a:prstGeom prst="ellipse">
            <a:avLst/>
          </a:prstGeom>
          <a:solidFill>
            <a:srgbClr val="FFFF00">
              <a:alpha val="7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algn="ctr" eaLnBrk="1" hangingPunct="1"/>
            <a:r>
              <a:rPr lang="en-US" altLang="ko-KR" sz="1400" b="1">
                <a:latin typeface="맑은 고딕" panose="020B0503020000020004" pitchFamily="50" charset="-127"/>
                <a:ea typeface="맑은 고딕" panose="020B0503020000020004" pitchFamily="50" charset="-127"/>
              </a:rPr>
              <a:t>G</a:t>
            </a:r>
            <a:endParaRPr lang="ko-KR" altLang="en-US" sz="1400" b="1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6" name="자유형 115"/>
          <p:cNvSpPr>
            <a:spLocks/>
          </p:cNvSpPr>
          <p:nvPr/>
        </p:nvSpPr>
        <p:spPr bwMode="auto">
          <a:xfrm rot="11255936" flipH="1">
            <a:off x="4237038" y="4989513"/>
            <a:ext cx="427037" cy="461962"/>
          </a:xfrm>
          <a:custGeom>
            <a:avLst/>
            <a:gdLst>
              <a:gd name="T0" fmla="*/ 93165 w 914400"/>
              <a:gd name="T1" fmla="*/ 0 h 798286"/>
              <a:gd name="T2" fmla="*/ 25140 w 914400"/>
              <a:gd name="T3" fmla="*/ 36543 h 798286"/>
              <a:gd name="T4" fmla="*/ 0 w 914400"/>
              <a:gd name="T5" fmla="*/ 154605 h 798286"/>
              <a:gd name="T6" fmla="*/ 0 60000 65536"/>
              <a:gd name="T7" fmla="*/ 0 60000 65536"/>
              <a:gd name="T8" fmla="*/ 0 60000 65536"/>
              <a:gd name="T9" fmla="*/ 0 w 914400"/>
              <a:gd name="T10" fmla="*/ 0 h 798286"/>
              <a:gd name="T11" fmla="*/ 914400 w 914400"/>
              <a:gd name="T12" fmla="*/ 798286 h 79828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14400" h="798286">
                <a:moveTo>
                  <a:pt x="914400" y="0"/>
                </a:moveTo>
                <a:cubicBezTo>
                  <a:pt x="656771" y="27819"/>
                  <a:pt x="399143" y="55638"/>
                  <a:pt x="246743" y="188686"/>
                </a:cubicBezTo>
                <a:cubicBezTo>
                  <a:pt x="94343" y="321734"/>
                  <a:pt x="47171" y="560010"/>
                  <a:pt x="0" y="798286"/>
                </a:cubicBezTo>
              </a:path>
            </a:pathLst>
          </a:custGeom>
          <a:noFill/>
          <a:ln w="19050" cap="flat" cmpd="sng" algn="ctr">
            <a:solidFill>
              <a:srgbClr val="0000CC"/>
            </a:solidFill>
            <a:prstDash val="sysDash"/>
            <a:round/>
            <a:headEnd type="none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endParaRPr lang="ko-KR" altLang="en-US"/>
          </a:p>
        </p:txBody>
      </p:sp>
      <p:sp>
        <p:nvSpPr>
          <p:cNvPr id="117" name="타원 116"/>
          <p:cNvSpPr>
            <a:spLocks noChangeArrowheads="1"/>
          </p:cNvSpPr>
          <p:nvPr/>
        </p:nvSpPr>
        <p:spPr bwMode="auto">
          <a:xfrm flipH="1">
            <a:off x="3990975" y="4679950"/>
            <a:ext cx="323850" cy="303213"/>
          </a:xfrm>
          <a:prstGeom prst="ellipse">
            <a:avLst/>
          </a:prstGeom>
          <a:solidFill>
            <a:srgbClr val="FFFF00">
              <a:alpha val="7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algn="ctr" eaLnBrk="1" hangingPunct="1"/>
            <a:r>
              <a:rPr lang="en-US" altLang="ko-KR" sz="1400" b="1">
                <a:latin typeface="맑은 고딕" panose="020B0503020000020004" pitchFamily="50" charset="-127"/>
                <a:ea typeface="맑은 고딕" panose="020B0503020000020004" pitchFamily="50" charset="-127"/>
              </a:rPr>
              <a:t>C</a:t>
            </a:r>
            <a:endParaRPr lang="ko-KR" altLang="en-US" sz="1400" b="1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8" name="자유형 117"/>
          <p:cNvSpPr>
            <a:spLocks/>
          </p:cNvSpPr>
          <p:nvPr/>
        </p:nvSpPr>
        <p:spPr bwMode="auto">
          <a:xfrm rot="11915666" flipH="1">
            <a:off x="2978150" y="4157663"/>
            <a:ext cx="1104900" cy="460375"/>
          </a:xfrm>
          <a:custGeom>
            <a:avLst/>
            <a:gdLst>
              <a:gd name="T0" fmla="*/ 1611941 w 914400"/>
              <a:gd name="T1" fmla="*/ 0 h 798286"/>
              <a:gd name="T2" fmla="*/ 434967 w 914400"/>
              <a:gd name="T3" fmla="*/ 36293 h 798286"/>
              <a:gd name="T4" fmla="*/ 0 w 914400"/>
              <a:gd name="T5" fmla="*/ 153544 h 798286"/>
              <a:gd name="T6" fmla="*/ 0 60000 65536"/>
              <a:gd name="T7" fmla="*/ 0 60000 65536"/>
              <a:gd name="T8" fmla="*/ 0 60000 65536"/>
              <a:gd name="T9" fmla="*/ 0 w 914400"/>
              <a:gd name="T10" fmla="*/ 0 h 798286"/>
              <a:gd name="T11" fmla="*/ 914400 w 914400"/>
              <a:gd name="T12" fmla="*/ 798286 h 79828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14400" h="798286">
                <a:moveTo>
                  <a:pt x="914400" y="0"/>
                </a:moveTo>
                <a:cubicBezTo>
                  <a:pt x="656771" y="27819"/>
                  <a:pt x="399143" y="55638"/>
                  <a:pt x="246743" y="188686"/>
                </a:cubicBezTo>
                <a:cubicBezTo>
                  <a:pt x="94343" y="321734"/>
                  <a:pt x="47171" y="560010"/>
                  <a:pt x="0" y="798286"/>
                </a:cubicBezTo>
              </a:path>
            </a:pathLst>
          </a:custGeom>
          <a:noFill/>
          <a:ln w="19050" cap="flat" cmpd="sng" algn="ctr">
            <a:solidFill>
              <a:srgbClr val="0000CC"/>
            </a:solidFill>
            <a:prstDash val="sysDash"/>
            <a:round/>
            <a:headEnd type="none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endParaRPr lang="ko-KR" altLang="en-US"/>
          </a:p>
        </p:txBody>
      </p:sp>
      <p:sp>
        <p:nvSpPr>
          <p:cNvPr id="119" name="타원 118"/>
          <p:cNvSpPr>
            <a:spLocks noChangeArrowheads="1"/>
          </p:cNvSpPr>
          <p:nvPr/>
        </p:nvSpPr>
        <p:spPr bwMode="auto">
          <a:xfrm>
            <a:off x="2820988" y="3670300"/>
            <a:ext cx="323850" cy="303213"/>
          </a:xfrm>
          <a:prstGeom prst="ellipse">
            <a:avLst/>
          </a:prstGeom>
          <a:solidFill>
            <a:srgbClr val="FFFF00">
              <a:alpha val="7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36000" tIns="0" rIns="36000" bIns="0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eaLnBrk="1" hangingPunct="1"/>
            <a:r>
              <a:rPr lang="en-US" altLang="ko-KR" sz="1400" b="1">
                <a:latin typeface="맑은 고딕" panose="020B0503020000020004" pitchFamily="50" charset="-127"/>
                <a:ea typeface="맑은 고딕" panose="020B0503020000020004" pitchFamily="50" charset="-127"/>
              </a:rPr>
              <a:t>A</a:t>
            </a:r>
            <a:endParaRPr lang="ko-KR" altLang="en-US" sz="1400" b="1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23038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10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10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10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41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10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0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10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4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9" dur="10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8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3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8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7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2" dur="10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96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 nodeType="clickPar">
                      <p:stCondLst>
                        <p:cond delay="indefinite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6" dur="10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0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0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1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4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 nodeType="clickPar">
                      <p:stCondLst>
                        <p:cond delay="indefinite"/>
                      </p:stCondLst>
                      <p:childTnLst>
                        <p:par>
                          <p:cTn id="1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9" dur="10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2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3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 nodeType="clickPar">
                      <p:stCondLst>
                        <p:cond delay="indefinite"/>
                      </p:stCondLst>
                      <p:childTnLst>
                        <p:par>
                          <p:cTn id="1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8" dur="10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 nodeType="clickPar">
                      <p:stCondLst>
                        <p:cond delay="indefinite"/>
                      </p:stCondLst>
                      <p:childTnLst>
                        <p:par>
                          <p:cTn id="1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1" presetID="2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32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 nodeType="clickPar">
                      <p:stCondLst>
                        <p:cond delay="indefinite"/>
                      </p:stCondLst>
                      <p:childTnLst>
                        <p:par>
                          <p:cTn id="1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2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 nodeType="clickPar">
                      <p:stCondLst>
                        <p:cond delay="indefinite"/>
                      </p:stCondLst>
                      <p:childTnLst>
                        <p:par>
                          <p:cTn id="1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7" dur="10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 nodeType="clickPar">
                      <p:stCondLst>
                        <p:cond delay="indefinite"/>
                      </p:stCondLst>
                      <p:childTnLst>
                        <p:par>
                          <p:cTn id="1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2" dur="10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6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 nodeType="clickPar">
                      <p:stCondLst>
                        <p:cond delay="indefinite"/>
                      </p:stCondLst>
                      <p:childTnLst>
                        <p:par>
                          <p:cTn id="1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9" presetID="2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60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6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5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 nodeType="clickPar">
                      <p:stCondLst>
                        <p:cond delay="indefinite"/>
                      </p:stCondLst>
                      <p:childTnLst>
                        <p:par>
                          <p:cTn id="1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0" dur="10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7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4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8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 nodeType="clickPar">
                      <p:stCondLst>
                        <p:cond delay="indefinite"/>
                      </p:stCondLst>
                      <p:childTnLst>
                        <p:par>
                          <p:cTn id="1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3" dur="10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4" fill="hold" nodeType="clickPar">
                      <p:stCondLst>
                        <p:cond delay="indefinite"/>
                      </p:stCondLst>
                      <p:childTnLst>
                        <p:par>
                          <p:cTn id="1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8" dur="10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9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2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 nodeType="clickPar">
                      <p:stCondLst>
                        <p:cond delay="indefinite"/>
                      </p:stCondLst>
                      <p:childTnLst>
                        <p:par>
                          <p:cTn id="1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7" dur="10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9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1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2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0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5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6" fill="hold" nodeType="clickPar">
                      <p:stCondLst>
                        <p:cond delay="indefinite"/>
                      </p:stCondLst>
                      <p:childTnLst>
                        <p:par>
                          <p:cTn id="2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0" dur="10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1" fill="hold" nodeType="clickPar">
                      <p:stCondLst>
                        <p:cond delay="indefinite"/>
                      </p:stCondLst>
                      <p:childTnLst>
                        <p:par>
                          <p:cTn id="2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3" presetID="2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14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9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0" fill="hold" nodeType="clickPar">
                      <p:stCondLst>
                        <p:cond delay="indefinite"/>
                      </p:stCondLst>
                      <p:childTnLst>
                        <p:par>
                          <p:cTn id="2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4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5" fill="hold" nodeType="clickPar">
                      <p:stCondLst>
                        <p:cond delay="indefinite"/>
                      </p:stCondLst>
                      <p:childTnLst>
                        <p:par>
                          <p:cTn id="2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9" dur="10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0" fill="hold" nodeType="clickPar">
                      <p:stCondLst>
                        <p:cond delay="indefinite"/>
                      </p:stCondLst>
                      <p:childTnLst>
                        <p:par>
                          <p:cTn id="2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2" presetID="2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33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8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9" fill="hold" nodeType="clickPar">
                      <p:stCondLst>
                        <p:cond delay="indefinite"/>
                      </p:stCondLst>
                      <p:childTnLst>
                        <p:par>
                          <p:cTn id="2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3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4" fill="hold" nodeType="clickPar">
                      <p:stCondLst>
                        <p:cond delay="indefinite"/>
                      </p:stCondLst>
                      <p:childTnLst>
                        <p:par>
                          <p:cTn id="2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8" dur="10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9" fill="hold" nodeType="clickPar">
                      <p:stCondLst>
                        <p:cond delay="indefinite"/>
                      </p:stCondLst>
                      <p:childTnLst>
                        <p:par>
                          <p:cTn id="2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3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55" presetID="35" presetClass="emph" presetSubtype="0" repeatCount="3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56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" grpId="0" animBg="1"/>
      <p:bldP spid="75" grpId="0" animBg="1"/>
      <p:bldP spid="76" grpId="0" animBg="1"/>
      <p:bldP spid="77" grpId="0" animBg="1"/>
      <p:bldP spid="78" grpId="0" animBg="1"/>
      <p:bldP spid="79" grpId="0" animBg="1"/>
      <p:bldP spid="80" grpId="0" animBg="1"/>
      <p:bldP spid="81" grpId="0" animBg="1"/>
      <p:bldP spid="82" grpId="0" animBg="1"/>
      <p:bldP spid="83" grpId="0" animBg="1"/>
      <p:bldP spid="84" grpId="0" animBg="1"/>
      <p:bldP spid="85" grpId="0" animBg="1"/>
      <p:bldP spid="86" grpId="0" animBg="1"/>
      <p:bldP spid="87" grpId="0" animBg="1"/>
      <p:bldP spid="88" grpId="0" animBg="1"/>
      <p:bldP spid="89" grpId="0" animBg="1"/>
      <p:bldP spid="90" grpId="0" animBg="1"/>
      <p:bldP spid="91" grpId="0" animBg="1"/>
      <p:bldP spid="92" grpId="0" animBg="1"/>
      <p:bldP spid="93" grpId="0" animBg="1"/>
      <p:bldP spid="94" grpId="0" animBg="1"/>
      <p:bldP spid="95" grpId="0" animBg="1"/>
      <p:bldP spid="96" grpId="0" animBg="1"/>
      <p:bldP spid="101" grpId="0" animBg="1"/>
      <p:bldP spid="102" grpId="0" animBg="1"/>
      <p:bldP spid="103" grpId="0" animBg="1"/>
      <p:bldP spid="104" grpId="0" animBg="1"/>
      <p:bldP spid="105" grpId="0" animBg="1"/>
      <p:bldP spid="106" grpId="0" animBg="1"/>
      <p:bldP spid="107" grpId="0" animBg="1"/>
      <p:bldP spid="108" grpId="0" animBg="1"/>
      <p:bldP spid="109" grpId="0" animBg="1"/>
      <p:bldP spid="110" grpId="0" animBg="1"/>
      <p:bldP spid="111" grpId="0" animBg="1"/>
      <p:bldP spid="112" grpId="0" animBg="1"/>
      <p:bldP spid="113" grpId="0" animBg="1"/>
      <p:bldP spid="114" grpId="0" animBg="1"/>
      <p:bldP spid="115" grpId="0" animBg="1"/>
      <p:bldP spid="116" grpId="0" animBg="1"/>
      <p:bldP spid="117" grpId="0" animBg="1"/>
      <p:bldP spid="118" grpId="0" animBg="1"/>
      <p:bldP spid="119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내용 개체 틀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lvl="1" eaLnBrk="1" hangingPunct="1"/>
            <a:r>
              <a:rPr lang="ko-KR" altLang="en-US" dirty="0"/>
              <a:t>수식 </a:t>
            </a:r>
            <a:r>
              <a:rPr lang="en-US" altLang="ko-KR" dirty="0"/>
              <a:t>A*B-C/D</a:t>
            </a:r>
            <a:r>
              <a:rPr lang="ko-KR" altLang="en-US" dirty="0"/>
              <a:t>를 이진 </a:t>
            </a:r>
            <a:r>
              <a:rPr lang="ko-KR" altLang="en-US" dirty="0" err="1"/>
              <a:t>트리로</a:t>
            </a:r>
            <a:r>
              <a:rPr lang="ko-KR" altLang="en-US" dirty="0"/>
              <a:t> 구성</a:t>
            </a:r>
            <a:endParaRPr lang="en-US" altLang="ko-KR" dirty="0"/>
          </a:p>
          <a:p>
            <a:pPr lvl="2" eaLnBrk="1" hangingPunct="1"/>
            <a:r>
              <a:rPr lang="ko-KR" altLang="en-US" dirty="0"/>
              <a:t>수식 이진 </a:t>
            </a:r>
            <a:r>
              <a:rPr lang="ko-KR" altLang="en-US" dirty="0" err="1"/>
              <a:t>트리를</a:t>
            </a:r>
            <a:r>
              <a:rPr lang="ko-KR" altLang="en-US" dirty="0"/>
              <a:t> 후위 순회하면</a:t>
            </a:r>
            <a:r>
              <a:rPr lang="en-US" altLang="ko-KR" dirty="0"/>
              <a:t>, </a:t>
            </a:r>
            <a:r>
              <a:rPr lang="ko-KR" altLang="en-US" dirty="0"/>
              <a:t>수식에 대한 후위 </a:t>
            </a:r>
            <a:r>
              <a:rPr lang="ko-KR" altLang="en-US" dirty="0" err="1"/>
              <a:t>표기식을</a:t>
            </a:r>
            <a:r>
              <a:rPr lang="ko-KR" altLang="en-US" dirty="0"/>
              <a:t> 구할 수 있음</a:t>
            </a:r>
            <a:endParaRPr lang="en-US" altLang="ko-KR" dirty="0"/>
          </a:p>
          <a:p>
            <a:pPr marL="627062" lvl="2" indent="0" eaLnBrk="1" hangingPunct="1">
              <a:lnSpc>
                <a:spcPct val="110000"/>
              </a:lnSpc>
              <a:buNone/>
            </a:pPr>
            <a:endParaRPr lang="en-US" altLang="ko-KR" b="1" dirty="0"/>
          </a:p>
          <a:p>
            <a:pPr lvl="1"/>
            <a:endParaRPr lang="ko-KR" altLang="en-US" dirty="0"/>
          </a:p>
        </p:txBody>
      </p:sp>
      <p:sp>
        <p:nvSpPr>
          <p:cNvPr id="44035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</a:t>
            </a:r>
            <a:r>
              <a:rPr lang="en-US" altLang="ko-KR"/>
              <a:t>. </a:t>
            </a:r>
            <a:r>
              <a:rPr lang="ko-KR" altLang="en-US"/>
              <a:t>이진 트리의 순회</a:t>
            </a:r>
            <a:endParaRPr lang="ko-KR" altLang="en-US" dirty="0"/>
          </a:p>
        </p:txBody>
      </p:sp>
      <p:pic>
        <p:nvPicPr>
          <p:cNvPr id="307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019300" y="2058423"/>
            <a:ext cx="5105400" cy="27411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내용 개체 틀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lvl="1" eaLnBrk="1" hangingPunct="1"/>
            <a:r>
              <a:rPr lang="en-US" altLang="ko-KR" dirty="0"/>
              <a:t>[</a:t>
            </a:r>
            <a:r>
              <a:rPr lang="ko-KR" altLang="en-US" dirty="0"/>
              <a:t>예제 </a:t>
            </a:r>
            <a:r>
              <a:rPr lang="en-US" altLang="ko-KR" dirty="0"/>
              <a:t>7-1] </a:t>
            </a:r>
            <a:r>
              <a:rPr lang="ko-KR" altLang="en-US" dirty="0"/>
              <a:t>이진 트리 순회하기 </a:t>
            </a:r>
            <a:r>
              <a:rPr lang="en-US" altLang="ko-KR" dirty="0"/>
              <a:t>: </a:t>
            </a:r>
            <a:r>
              <a:rPr lang="ko-KR" altLang="en-US" dirty="0">
                <a:solidFill>
                  <a:srgbClr val="0070C0"/>
                </a:solidFill>
              </a:rPr>
              <a:t>교재 </a:t>
            </a:r>
            <a:r>
              <a:rPr lang="en-US" altLang="ko-KR" dirty="0">
                <a:solidFill>
                  <a:srgbClr val="0070C0"/>
                </a:solidFill>
              </a:rPr>
              <a:t>352p</a:t>
            </a:r>
            <a:endParaRPr lang="ko-KR" altLang="en-US" dirty="0">
              <a:solidFill>
                <a:srgbClr val="0070C0"/>
              </a:solidFill>
            </a:endParaRPr>
          </a:p>
          <a:p>
            <a:pPr lvl="2" eaLnBrk="1" hangingPunct="1"/>
            <a:r>
              <a:rPr lang="ko-KR" altLang="en-US" dirty="0"/>
              <a:t>수식 </a:t>
            </a:r>
            <a:r>
              <a:rPr lang="en-US" altLang="ko-KR" dirty="0"/>
              <a:t>(A*B-C/D)</a:t>
            </a:r>
            <a:r>
              <a:rPr lang="ko-KR" altLang="en-US" dirty="0"/>
              <a:t>에 대한 이진 트리를 연결 자료구조 방식으로 표현</a:t>
            </a:r>
            <a:endParaRPr lang="en-US" altLang="ko-KR" dirty="0"/>
          </a:p>
          <a:p>
            <a:pPr lvl="2" eaLnBrk="1" hangingPunct="1"/>
            <a:r>
              <a:rPr lang="en-US" altLang="ko-KR" dirty="0" err="1"/>
              <a:t>makeRootNode</a:t>
            </a:r>
            <a:r>
              <a:rPr lang="en-US" altLang="ko-KR" dirty="0"/>
              <a:t>( ) </a:t>
            </a:r>
            <a:r>
              <a:rPr lang="ko-KR" altLang="en-US" dirty="0"/>
              <a:t>함수를 이용해 전위 순회</a:t>
            </a:r>
            <a:r>
              <a:rPr lang="en-US" altLang="ko-KR" dirty="0"/>
              <a:t>, </a:t>
            </a:r>
            <a:r>
              <a:rPr lang="ko-KR" altLang="en-US" dirty="0"/>
              <a:t>중위 순회</a:t>
            </a:r>
            <a:r>
              <a:rPr lang="en-US" altLang="ko-KR" dirty="0"/>
              <a:t>, </a:t>
            </a:r>
            <a:r>
              <a:rPr lang="ko-KR" altLang="en-US" dirty="0"/>
              <a:t>후위 순회를 수행한 경로를 출력하여 확인하는 프로그램</a:t>
            </a:r>
            <a:endParaRPr lang="en-US" altLang="ko-KR" dirty="0"/>
          </a:p>
          <a:p>
            <a:pPr lvl="1" eaLnBrk="1" hangingPunct="1"/>
            <a:r>
              <a:rPr lang="ko-KR" altLang="en-US" dirty="0"/>
              <a:t>실행 결과</a:t>
            </a:r>
            <a:endParaRPr lang="en-US" altLang="ko-KR" dirty="0"/>
          </a:p>
        </p:txBody>
      </p:sp>
      <p:sp>
        <p:nvSpPr>
          <p:cNvPr id="27651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4. </a:t>
            </a:r>
            <a:r>
              <a:rPr lang="ko-KR" altLang="en-US"/>
              <a:t>이진 트리의 순회</a:t>
            </a:r>
            <a:endParaRPr lang="ko-KR" altLang="en-US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77169" y="2780928"/>
            <a:ext cx="3570162" cy="1381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902087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내용 개체 틀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627062" lvl="2" indent="0">
              <a:buNone/>
            </a:pPr>
            <a:r>
              <a:rPr lang="en-US" altLang="ko-KR" b="1" dirty="0">
                <a:solidFill>
                  <a:schemeClr val="accent6"/>
                </a:solidFill>
              </a:rPr>
              <a:t>[</a:t>
            </a:r>
            <a:r>
              <a:rPr lang="en-US" altLang="ko-KR" b="1" dirty="0" err="1">
                <a:solidFill>
                  <a:schemeClr val="accent6"/>
                </a:solidFill>
              </a:rPr>
              <a:t>traversalBT.c</a:t>
            </a:r>
            <a:r>
              <a:rPr lang="en-US" altLang="ko-KR" b="1" dirty="0">
                <a:solidFill>
                  <a:schemeClr val="accent6"/>
                </a:solidFill>
              </a:rPr>
              <a:t>]</a:t>
            </a:r>
          </a:p>
          <a:p>
            <a:pPr lvl="2"/>
            <a:r>
              <a:rPr lang="en-US" altLang="ko-KR" dirty="0"/>
              <a:t>06~12</a:t>
            </a:r>
            <a:r>
              <a:rPr lang="ko-KR" altLang="en-US" dirty="0"/>
              <a:t>행 </a:t>
            </a:r>
            <a:r>
              <a:rPr lang="en-US" altLang="ko-KR" dirty="0"/>
              <a:t>:</a:t>
            </a:r>
            <a:r>
              <a:rPr lang="ko-KR" altLang="en-US" dirty="0"/>
              <a:t> </a:t>
            </a:r>
            <a:r>
              <a:rPr lang="en-US" altLang="ko-KR" dirty="0"/>
              <a:t>data</a:t>
            </a:r>
            <a:r>
              <a:rPr lang="ko-KR" altLang="en-US" dirty="0"/>
              <a:t>를 루트 </a:t>
            </a:r>
            <a:r>
              <a:rPr lang="ko-KR" altLang="en-US" dirty="0" err="1"/>
              <a:t>노드로</a:t>
            </a:r>
            <a:r>
              <a:rPr lang="ko-KR" altLang="en-US" dirty="0"/>
              <a:t> 하여 왼쪽 서브 </a:t>
            </a:r>
            <a:r>
              <a:rPr lang="ko-KR" altLang="en-US" dirty="0" err="1"/>
              <a:t>트리와</a:t>
            </a:r>
            <a:r>
              <a:rPr lang="ko-KR" altLang="en-US" dirty="0"/>
              <a:t> 오른쪽 서브 </a:t>
            </a:r>
            <a:r>
              <a:rPr lang="ko-KR" altLang="en-US" dirty="0" err="1"/>
              <a:t>트리를</a:t>
            </a:r>
            <a:r>
              <a:rPr lang="ko-KR" altLang="en-US" dirty="0"/>
              <a:t> </a:t>
            </a:r>
            <a:endParaRPr lang="en-US" altLang="ko-KR" dirty="0"/>
          </a:p>
          <a:p>
            <a:pPr marL="627062" lvl="2" indent="0">
              <a:buNone/>
            </a:pPr>
            <a:r>
              <a:rPr lang="en-US" altLang="ko-KR" dirty="0"/>
              <a:t>               </a:t>
            </a:r>
            <a:r>
              <a:rPr lang="ko-KR" altLang="en-US" dirty="0"/>
              <a:t>연결하는 연산을 수행</a:t>
            </a:r>
            <a:endParaRPr lang="en-US" altLang="ko-KR" dirty="0"/>
          </a:p>
          <a:p>
            <a:pPr lvl="2"/>
            <a:r>
              <a:rPr lang="en-US" altLang="ko-KR" dirty="0"/>
              <a:t>15~21</a:t>
            </a:r>
            <a:r>
              <a:rPr lang="ko-KR" altLang="en-US" dirty="0"/>
              <a:t>행 </a:t>
            </a:r>
            <a:r>
              <a:rPr lang="en-US" altLang="ko-KR" dirty="0"/>
              <a:t>:</a:t>
            </a:r>
            <a:r>
              <a:rPr lang="ko-KR" altLang="en-US" dirty="0"/>
              <a:t> 매개변수 </a:t>
            </a:r>
            <a:r>
              <a:rPr lang="en-US" altLang="ko-KR" dirty="0"/>
              <a:t>root</a:t>
            </a:r>
            <a:r>
              <a:rPr lang="ko-KR" altLang="en-US" dirty="0"/>
              <a:t>를 시작으로 하는 전위 순회 연산을 수행</a:t>
            </a:r>
            <a:endParaRPr lang="en-US" altLang="ko-KR" dirty="0"/>
          </a:p>
          <a:p>
            <a:pPr lvl="2"/>
            <a:r>
              <a:rPr lang="en-US" altLang="ko-KR" dirty="0"/>
              <a:t>24~30</a:t>
            </a:r>
            <a:r>
              <a:rPr lang="ko-KR" altLang="en-US" dirty="0"/>
              <a:t>행 </a:t>
            </a:r>
            <a:r>
              <a:rPr lang="en-US" altLang="ko-KR" dirty="0"/>
              <a:t>:</a:t>
            </a:r>
            <a:r>
              <a:rPr lang="ko-KR" altLang="en-US" dirty="0"/>
              <a:t> 매개변수 </a:t>
            </a:r>
            <a:r>
              <a:rPr lang="en-US" altLang="ko-KR" dirty="0"/>
              <a:t>root</a:t>
            </a:r>
            <a:r>
              <a:rPr lang="ko-KR" altLang="en-US" dirty="0"/>
              <a:t>를 시작으로 하는 중위 순회 연산을 수행</a:t>
            </a:r>
            <a:endParaRPr lang="en-US" altLang="ko-KR" dirty="0"/>
          </a:p>
          <a:p>
            <a:pPr lvl="2"/>
            <a:r>
              <a:rPr lang="en-US" altLang="ko-KR" dirty="0"/>
              <a:t>33~39</a:t>
            </a:r>
            <a:r>
              <a:rPr lang="ko-KR" altLang="en-US" dirty="0"/>
              <a:t>행 </a:t>
            </a:r>
            <a:r>
              <a:rPr lang="en-US" altLang="ko-KR" dirty="0"/>
              <a:t>:</a:t>
            </a:r>
            <a:r>
              <a:rPr lang="ko-KR" altLang="en-US" dirty="0"/>
              <a:t> 매개변수 </a:t>
            </a:r>
            <a:r>
              <a:rPr lang="en-US" altLang="ko-KR" dirty="0"/>
              <a:t>root</a:t>
            </a:r>
            <a:r>
              <a:rPr lang="ko-KR" altLang="en-US" dirty="0"/>
              <a:t>를 시작으로 하는 후위 순회 연산을 수행</a:t>
            </a:r>
            <a:endParaRPr lang="en-US" altLang="ko-KR" dirty="0"/>
          </a:p>
          <a:p>
            <a:pPr marL="627062" lvl="2" indent="0">
              <a:buNone/>
            </a:pPr>
            <a:r>
              <a:rPr lang="en-US" altLang="ko-KR" b="1" dirty="0">
                <a:solidFill>
                  <a:schemeClr val="accent6"/>
                </a:solidFill>
              </a:rPr>
              <a:t>[ex7_1.c]</a:t>
            </a:r>
          </a:p>
          <a:p>
            <a:pPr lvl="2"/>
            <a:r>
              <a:rPr lang="en-US" altLang="ko-KR" dirty="0"/>
              <a:t>06~12</a:t>
            </a:r>
            <a:r>
              <a:rPr lang="ko-KR" altLang="en-US" dirty="0"/>
              <a:t>행 </a:t>
            </a:r>
            <a:r>
              <a:rPr lang="en-US" altLang="ko-KR" dirty="0"/>
              <a:t>:</a:t>
            </a:r>
            <a:r>
              <a:rPr lang="ko-KR" altLang="en-US" dirty="0"/>
              <a:t> </a:t>
            </a:r>
            <a:r>
              <a:rPr lang="en-US" altLang="ko-KR" dirty="0"/>
              <a:t>A*B-C/D</a:t>
            </a:r>
            <a:r>
              <a:rPr lang="ko-KR" altLang="en-US" dirty="0"/>
              <a:t>의 수식에 대한 이진 </a:t>
            </a:r>
            <a:r>
              <a:rPr lang="ko-KR" altLang="en-US" dirty="0" err="1"/>
              <a:t>트리를</a:t>
            </a:r>
            <a:r>
              <a:rPr lang="ko-KR" altLang="en-US" dirty="0"/>
              <a:t> 구성</a:t>
            </a:r>
            <a:endParaRPr lang="en-US" altLang="ko-KR" dirty="0"/>
          </a:p>
          <a:p>
            <a:pPr lvl="3"/>
            <a:r>
              <a:rPr lang="en-US" altLang="ko-KR" dirty="0"/>
              <a:t>06</a:t>
            </a:r>
            <a:r>
              <a:rPr lang="ko-KR" altLang="en-US" dirty="0"/>
              <a:t>행 </a:t>
            </a:r>
            <a:r>
              <a:rPr lang="en-US" altLang="ko-KR" dirty="0"/>
              <a:t>: </a:t>
            </a:r>
            <a:r>
              <a:rPr lang="ko-KR" altLang="en-US" dirty="0"/>
              <a:t>데이터 필드가 ‘</a:t>
            </a:r>
            <a:r>
              <a:rPr lang="en-US" altLang="ko-KR" dirty="0"/>
              <a:t>D’</a:t>
            </a:r>
            <a:r>
              <a:rPr lang="ko-KR" altLang="en-US" dirty="0"/>
              <a:t>이고 왼쪽 서브 </a:t>
            </a:r>
            <a:r>
              <a:rPr lang="ko-KR" altLang="en-US" dirty="0" err="1"/>
              <a:t>트리와</a:t>
            </a:r>
            <a:r>
              <a:rPr lang="ko-KR" altLang="en-US" dirty="0"/>
              <a:t> 오른쪽 서브 </a:t>
            </a:r>
            <a:r>
              <a:rPr lang="ko-KR" altLang="en-US" dirty="0" err="1"/>
              <a:t>트리가</a:t>
            </a:r>
            <a:r>
              <a:rPr lang="ko-KR" altLang="en-US" dirty="0"/>
              <a:t> 공백 </a:t>
            </a:r>
            <a:r>
              <a:rPr lang="ko-KR" altLang="en-US" dirty="0" err="1"/>
              <a:t>노드인</a:t>
            </a:r>
            <a:r>
              <a:rPr lang="ko-KR" altLang="en-US" dirty="0"/>
              <a:t> 이진 트리 </a:t>
            </a:r>
            <a:r>
              <a:rPr lang="ko-KR" altLang="en-US" dirty="0" err="1"/>
              <a:t>노드</a:t>
            </a:r>
            <a:r>
              <a:rPr lang="ko-KR" altLang="en-US" dirty="0"/>
              <a:t> </a:t>
            </a:r>
            <a:r>
              <a:rPr lang="en-US" altLang="ko-KR" dirty="0"/>
              <a:t>n7</a:t>
            </a:r>
            <a:r>
              <a:rPr lang="ko-KR" altLang="en-US" dirty="0"/>
              <a:t>을 선언</a:t>
            </a:r>
            <a:endParaRPr lang="en-US" altLang="ko-KR" dirty="0"/>
          </a:p>
          <a:p>
            <a:pPr lvl="2"/>
            <a:endParaRPr lang="en-US" altLang="ko-KR" dirty="0"/>
          </a:p>
          <a:p>
            <a:pPr marL="627062" lvl="2" indent="0">
              <a:buNone/>
            </a:pPr>
            <a:endParaRPr lang="en-US" altLang="ko-KR" dirty="0"/>
          </a:p>
          <a:p>
            <a:pPr lvl="3"/>
            <a:r>
              <a:rPr lang="en-US" altLang="ko-KR" dirty="0"/>
              <a:t>07</a:t>
            </a:r>
            <a:r>
              <a:rPr lang="ko-KR" altLang="en-US" dirty="0"/>
              <a:t>행 </a:t>
            </a:r>
            <a:r>
              <a:rPr lang="en-US" altLang="ko-KR" dirty="0"/>
              <a:t>: </a:t>
            </a:r>
            <a:r>
              <a:rPr lang="ko-KR" altLang="en-US" dirty="0"/>
              <a:t>데이터 필드가 </a:t>
            </a:r>
            <a:r>
              <a:rPr lang="en-US" altLang="ko-KR" dirty="0"/>
              <a:t>C‘ ’</a:t>
            </a:r>
            <a:r>
              <a:rPr lang="ko-KR" altLang="en-US" dirty="0"/>
              <a:t>이고 왼쪽 서브 트리와 오른쪽 서브 트리가 공백 노드인 이진 트리 노드 </a:t>
            </a:r>
            <a:r>
              <a:rPr lang="en-US" altLang="ko-KR" dirty="0"/>
              <a:t>n6 </a:t>
            </a:r>
            <a:r>
              <a:rPr lang="ko-KR" altLang="en-US" dirty="0"/>
              <a:t>을 만듦</a:t>
            </a:r>
          </a:p>
        </p:txBody>
      </p:sp>
      <p:sp>
        <p:nvSpPr>
          <p:cNvPr id="45059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4. </a:t>
            </a:r>
            <a:r>
              <a:rPr lang="ko-KR" altLang="en-US"/>
              <a:t>이진 트리의 순회</a:t>
            </a:r>
            <a:endParaRPr lang="ko-KR" altLang="en-US" dirty="0"/>
          </a:p>
        </p:txBody>
      </p:sp>
      <p:pic>
        <p:nvPicPr>
          <p:cNvPr id="358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4019311" y="4221088"/>
            <a:ext cx="3208517" cy="781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4107087" y="5661248"/>
            <a:ext cx="3132395" cy="752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4262963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내용 개체 틀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lvl="3"/>
            <a:r>
              <a:rPr lang="en-US" altLang="ko-KR" dirty="0"/>
              <a:t>08</a:t>
            </a:r>
            <a:r>
              <a:rPr lang="ko-KR" altLang="en-US" dirty="0"/>
              <a:t>행 </a:t>
            </a:r>
            <a:r>
              <a:rPr lang="en-US" altLang="ko-KR" dirty="0"/>
              <a:t>: </a:t>
            </a:r>
            <a:r>
              <a:rPr lang="ko-KR" altLang="en-US" dirty="0"/>
              <a:t>데이터 필드가 </a:t>
            </a:r>
            <a:r>
              <a:rPr lang="en-US" altLang="ko-KR" dirty="0"/>
              <a:t>B‘ ’</a:t>
            </a:r>
            <a:r>
              <a:rPr lang="ko-KR" altLang="en-US" dirty="0"/>
              <a:t>이고 왼쪽 서브 트리와 오른쪽 서브 트리가 공백 노드인 이진 트리 노드 </a:t>
            </a:r>
            <a:r>
              <a:rPr lang="en-US" altLang="ko-KR" dirty="0"/>
              <a:t>n5 </a:t>
            </a:r>
            <a:r>
              <a:rPr lang="ko-KR" altLang="en-US" dirty="0"/>
              <a:t>를 만듦</a:t>
            </a:r>
            <a:endParaRPr lang="en-US" altLang="ko-KR" dirty="0"/>
          </a:p>
          <a:p>
            <a:pPr lvl="3"/>
            <a:endParaRPr lang="en-US" altLang="ko-KR" dirty="0"/>
          </a:p>
          <a:p>
            <a:pPr lvl="3"/>
            <a:endParaRPr lang="en-US" altLang="ko-KR" dirty="0"/>
          </a:p>
          <a:p>
            <a:pPr lvl="3"/>
            <a:endParaRPr lang="en-US" altLang="ko-KR" dirty="0"/>
          </a:p>
          <a:p>
            <a:pPr lvl="3"/>
            <a:r>
              <a:rPr lang="en-US" altLang="ko-KR" dirty="0"/>
              <a:t>09</a:t>
            </a:r>
            <a:r>
              <a:rPr lang="ko-KR" altLang="en-US" dirty="0"/>
              <a:t>행 </a:t>
            </a:r>
            <a:r>
              <a:rPr lang="en-US" altLang="ko-KR" dirty="0"/>
              <a:t>: </a:t>
            </a:r>
            <a:r>
              <a:rPr lang="ko-KR" altLang="en-US" dirty="0"/>
              <a:t>데이터 필드가 </a:t>
            </a:r>
            <a:r>
              <a:rPr lang="en-US" altLang="ko-KR" dirty="0"/>
              <a:t>A‘ ’</a:t>
            </a:r>
            <a:r>
              <a:rPr lang="ko-KR" altLang="en-US" dirty="0"/>
              <a:t>이고 왼쪽 서브 트리와 오른쪽 서브 트리가 공백 노드인 이진 트리 노드 </a:t>
            </a:r>
            <a:r>
              <a:rPr lang="en-US" altLang="ko-KR" dirty="0"/>
              <a:t>n4 </a:t>
            </a:r>
            <a:r>
              <a:rPr lang="ko-KR" altLang="en-US" dirty="0"/>
              <a:t>를 만듦</a:t>
            </a:r>
            <a:endParaRPr lang="en-US" altLang="ko-KR" dirty="0"/>
          </a:p>
          <a:p>
            <a:pPr lvl="3"/>
            <a:endParaRPr lang="en-US" altLang="ko-KR" dirty="0"/>
          </a:p>
          <a:p>
            <a:pPr lvl="3"/>
            <a:endParaRPr lang="en-US" altLang="ko-KR" dirty="0"/>
          </a:p>
          <a:p>
            <a:pPr lvl="3"/>
            <a:endParaRPr lang="en-US" altLang="ko-KR" dirty="0"/>
          </a:p>
          <a:p>
            <a:pPr lvl="3"/>
            <a:r>
              <a:rPr lang="en-US" altLang="ko-KR" dirty="0"/>
              <a:t>10</a:t>
            </a:r>
            <a:r>
              <a:rPr lang="ko-KR" altLang="en-US" dirty="0"/>
              <a:t>행 </a:t>
            </a:r>
            <a:r>
              <a:rPr lang="en-US" altLang="ko-KR" dirty="0"/>
              <a:t>: </a:t>
            </a:r>
            <a:r>
              <a:rPr lang="ko-KR" altLang="en-US" dirty="0"/>
              <a:t>데이터 필드가 ‘</a:t>
            </a:r>
            <a:r>
              <a:rPr lang="en-US" altLang="ko-KR" dirty="0"/>
              <a:t>/’</a:t>
            </a:r>
            <a:r>
              <a:rPr lang="ko-KR" altLang="en-US" dirty="0"/>
              <a:t>이고</a:t>
            </a:r>
            <a:r>
              <a:rPr lang="en-US" altLang="ko-KR" dirty="0"/>
              <a:t>, </a:t>
            </a:r>
            <a:r>
              <a:rPr lang="ko-KR" altLang="en-US" dirty="0"/>
              <a:t>왼쪽 링크 필드에 </a:t>
            </a:r>
            <a:r>
              <a:rPr lang="ko-KR" altLang="en-US" dirty="0" err="1"/>
              <a:t>노드</a:t>
            </a:r>
            <a:r>
              <a:rPr lang="ko-KR" altLang="en-US" dirty="0"/>
              <a:t> </a:t>
            </a:r>
            <a:r>
              <a:rPr lang="en-US" altLang="ko-KR" dirty="0"/>
              <a:t>n6, </a:t>
            </a:r>
            <a:r>
              <a:rPr lang="ko-KR" altLang="en-US" dirty="0"/>
              <a:t>오른쪽 링크 필드에 </a:t>
            </a:r>
            <a:r>
              <a:rPr lang="ko-KR" altLang="en-US" dirty="0" err="1"/>
              <a:t>노드</a:t>
            </a:r>
            <a:r>
              <a:rPr lang="ko-KR" altLang="en-US" dirty="0"/>
              <a:t> </a:t>
            </a:r>
            <a:r>
              <a:rPr lang="en-US" altLang="ko-KR" dirty="0"/>
              <a:t>n7</a:t>
            </a:r>
            <a:r>
              <a:rPr lang="ko-KR" altLang="en-US" dirty="0"/>
              <a:t>이 연결된 이진 트리 </a:t>
            </a:r>
            <a:r>
              <a:rPr lang="ko-KR" altLang="en-US" dirty="0" err="1"/>
              <a:t>노드</a:t>
            </a:r>
            <a:r>
              <a:rPr lang="ko-KR" altLang="en-US" dirty="0"/>
              <a:t> </a:t>
            </a:r>
            <a:r>
              <a:rPr lang="en-US" altLang="ko-KR" dirty="0"/>
              <a:t>n3</a:t>
            </a:r>
            <a:r>
              <a:rPr lang="ko-KR" altLang="en-US" dirty="0"/>
              <a:t>을 만듦</a:t>
            </a:r>
            <a:endParaRPr lang="en-US" altLang="ko-KR" dirty="0"/>
          </a:p>
          <a:p>
            <a:pPr lvl="3"/>
            <a:endParaRPr lang="ko-KR" altLang="en-US" dirty="0"/>
          </a:p>
        </p:txBody>
      </p:sp>
      <p:sp>
        <p:nvSpPr>
          <p:cNvPr id="45059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4. </a:t>
            </a:r>
            <a:r>
              <a:rPr lang="ko-KR" altLang="en-US"/>
              <a:t>이진 트리의 순회</a:t>
            </a:r>
            <a:endParaRPr lang="ko-KR" altLang="en-US" dirty="0"/>
          </a:p>
        </p:txBody>
      </p:sp>
      <p:pic>
        <p:nvPicPr>
          <p:cNvPr id="368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4311732" y="1340768"/>
            <a:ext cx="2967821" cy="7190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6867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4436197" y="2881408"/>
            <a:ext cx="2857451" cy="70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6868" name="Picture 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691680" y="4509120"/>
            <a:ext cx="6707950" cy="18873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5931557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내용 개체 틀 1"/>
          <p:cNvSpPr>
            <a:spLocks noGrp="1"/>
          </p:cNvSpPr>
          <p:nvPr>
            <p:ph sz="quarter" idx="10"/>
          </p:nvPr>
        </p:nvSpPr>
        <p:spPr>
          <a:xfrm>
            <a:off x="228600" y="931818"/>
            <a:ext cx="8375848" cy="5715000"/>
          </a:xfrm>
        </p:spPr>
        <p:txBody>
          <a:bodyPr/>
          <a:lstStyle/>
          <a:p>
            <a:pPr lvl="3"/>
            <a:r>
              <a:rPr lang="en-US" altLang="ko-KR" dirty="0"/>
              <a:t>11</a:t>
            </a:r>
            <a:r>
              <a:rPr lang="ko-KR" altLang="en-US" dirty="0"/>
              <a:t>행 </a:t>
            </a:r>
            <a:r>
              <a:rPr lang="en-US" altLang="ko-KR" dirty="0"/>
              <a:t>: </a:t>
            </a:r>
            <a:r>
              <a:rPr lang="ko-KR" altLang="en-US" dirty="0"/>
              <a:t>데이터 필드가 ‘*’이고 왼쪽 링크 필드에 </a:t>
            </a:r>
            <a:r>
              <a:rPr lang="ko-KR" altLang="en-US" dirty="0" err="1"/>
              <a:t>노드</a:t>
            </a:r>
            <a:r>
              <a:rPr lang="ko-KR" altLang="en-US" dirty="0"/>
              <a:t> </a:t>
            </a:r>
            <a:r>
              <a:rPr lang="en-US" altLang="ko-KR" dirty="0"/>
              <a:t>n4, </a:t>
            </a:r>
            <a:r>
              <a:rPr lang="ko-KR" altLang="en-US" dirty="0"/>
              <a:t>오른쪽 링크 필드에 </a:t>
            </a:r>
            <a:r>
              <a:rPr lang="ko-KR" altLang="en-US" dirty="0" err="1"/>
              <a:t>노드</a:t>
            </a:r>
            <a:r>
              <a:rPr lang="ko-KR" altLang="en-US" dirty="0"/>
              <a:t> </a:t>
            </a:r>
            <a:r>
              <a:rPr lang="en-US" altLang="ko-KR" dirty="0"/>
              <a:t>n5</a:t>
            </a:r>
            <a:r>
              <a:rPr lang="ko-KR" altLang="en-US" dirty="0"/>
              <a:t>가 연결된 이진 트리 </a:t>
            </a:r>
            <a:r>
              <a:rPr lang="ko-KR" altLang="en-US" dirty="0" err="1"/>
              <a:t>노드</a:t>
            </a:r>
            <a:r>
              <a:rPr lang="ko-KR" altLang="en-US" dirty="0"/>
              <a:t> </a:t>
            </a:r>
            <a:r>
              <a:rPr lang="en-US" altLang="ko-KR" dirty="0"/>
              <a:t>n2</a:t>
            </a:r>
            <a:r>
              <a:rPr lang="ko-KR" altLang="en-US" dirty="0"/>
              <a:t>를 만듦</a:t>
            </a:r>
            <a:endParaRPr lang="en-US" altLang="ko-KR" dirty="0"/>
          </a:p>
          <a:p>
            <a:pPr lvl="3"/>
            <a:endParaRPr lang="en-US" altLang="ko-KR" dirty="0"/>
          </a:p>
          <a:p>
            <a:pPr lvl="3"/>
            <a:endParaRPr lang="en-US" altLang="ko-KR" dirty="0"/>
          </a:p>
          <a:p>
            <a:pPr lvl="3"/>
            <a:endParaRPr lang="en-US" altLang="ko-KR" dirty="0"/>
          </a:p>
          <a:p>
            <a:pPr lvl="3"/>
            <a:endParaRPr lang="en-US" altLang="ko-KR" dirty="0"/>
          </a:p>
          <a:p>
            <a:pPr lvl="3"/>
            <a:endParaRPr lang="en-US" altLang="ko-KR" dirty="0"/>
          </a:p>
          <a:p>
            <a:pPr lvl="3"/>
            <a:endParaRPr lang="en-US" altLang="ko-KR" dirty="0"/>
          </a:p>
          <a:p>
            <a:pPr lvl="3"/>
            <a:endParaRPr lang="en-US" altLang="ko-KR" dirty="0"/>
          </a:p>
          <a:p>
            <a:pPr lvl="3"/>
            <a:endParaRPr lang="en-US" altLang="ko-KR" dirty="0"/>
          </a:p>
          <a:p>
            <a:pPr lvl="3"/>
            <a:r>
              <a:rPr lang="en-US" altLang="ko-KR" dirty="0"/>
              <a:t>12</a:t>
            </a:r>
            <a:r>
              <a:rPr lang="ko-KR" altLang="en-US" dirty="0"/>
              <a:t>행 </a:t>
            </a:r>
            <a:r>
              <a:rPr lang="en-US" altLang="ko-KR" dirty="0"/>
              <a:t>: </a:t>
            </a:r>
            <a:r>
              <a:rPr lang="ko-KR" altLang="en-US" dirty="0"/>
              <a:t>데이터 필드가 ‘</a:t>
            </a:r>
            <a:r>
              <a:rPr lang="en-US" altLang="ko-KR" dirty="0"/>
              <a:t>-’</a:t>
            </a:r>
            <a:r>
              <a:rPr lang="ko-KR" altLang="en-US" dirty="0"/>
              <a:t>이고 왼쪽 링크 필드에 </a:t>
            </a:r>
            <a:r>
              <a:rPr lang="ko-KR" altLang="en-US" dirty="0" err="1"/>
              <a:t>노드</a:t>
            </a:r>
            <a:r>
              <a:rPr lang="ko-KR" altLang="en-US" dirty="0"/>
              <a:t> </a:t>
            </a:r>
            <a:r>
              <a:rPr lang="en-US" altLang="ko-KR" dirty="0"/>
              <a:t>n2, </a:t>
            </a:r>
            <a:r>
              <a:rPr lang="ko-KR" altLang="en-US" dirty="0"/>
              <a:t>오른쪽 링크 필드에 </a:t>
            </a:r>
            <a:r>
              <a:rPr lang="ko-KR" altLang="en-US" dirty="0" err="1"/>
              <a:t>노드</a:t>
            </a:r>
            <a:r>
              <a:rPr lang="ko-KR" altLang="en-US" dirty="0"/>
              <a:t> </a:t>
            </a:r>
            <a:r>
              <a:rPr lang="en-US" altLang="ko-KR" dirty="0"/>
              <a:t>n3</a:t>
            </a:r>
            <a:r>
              <a:rPr lang="ko-KR" altLang="en-US" dirty="0"/>
              <a:t>이 연결된 이진 트리 </a:t>
            </a:r>
            <a:r>
              <a:rPr lang="ko-KR" altLang="en-US" dirty="0" err="1"/>
              <a:t>노드</a:t>
            </a:r>
            <a:r>
              <a:rPr lang="ko-KR" altLang="en-US" dirty="0"/>
              <a:t> </a:t>
            </a:r>
            <a:r>
              <a:rPr lang="en-US" altLang="ko-KR" dirty="0"/>
              <a:t>n1</a:t>
            </a:r>
            <a:r>
              <a:rPr lang="ko-KR" altLang="en-US" dirty="0"/>
              <a:t>을 만듦</a:t>
            </a:r>
          </a:p>
        </p:txBody>
      </p:sp>
      <p:sp>
        <p:nvSpPr>
          <p:cNvPr id="45059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4. </a:t>
            </a:r>
            <a:r>
              <a:rPr lang="ko-KR" altLang="en-US"/>
              <a:t>이진 트리의 순회</a:t>
            </a:r>
            <a:endParaRPr lang="ko-KR" altLang="en-US" dirty="0"/>
          </a:p>
        </p:txBody>
      </p:sp>
      <p:pic>
        <p:nvPicPr>
          <p:cNvPr id="3789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520354" y="1694115"/>
            <a:ext cx="6781755" cy="18941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89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484220" y="4489364"/>
            <a:ext cx="6862257" cy="19105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6147568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14" name="Picture 2"/>
          <p:cNvPicPr>
            <a:picLocks noGrp="1" noChangeAspect="1" noChangeArrowheads="1"/>
          </p:cNvPicPr>
          <p:nvPr>
            <p:ph sz="quarter" idx="10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28600" y="2483530"/>
            <a:ext cx="8686800" cy="261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5059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4. </a:t>
            </a:r>
            <a:r>
              <a:rPr lang="ko-KR" altLang="en-US"/>
              <a:t>이진 트리의 순회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9716321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내용 개체 틀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eaLnBrk="1" hangingPunct="1">
              <a:lnSpc>
                <a:spcPct val="110000"/>
              </a:lnSpc>
            </a:pPr>
            <a:r>
              <a:rPr lang="ko-KR" altLang="en-US" dirty="0"/>
              <a:t>이진 트리 순회의 응용 프로그램</a:t>
            </a:r>
            <a:endParaRPr lang="en-US" altLang="ko-KR" dirty="0"/>
          </a:p>
          <a:p>
            <a:pPr lvl="1" eaLnBrk="1" hangingPunct="1"/>
            <a:r>
              <a:rPr lang="ko-KR" altLang="en-US" dirty="0"/>
              <a:t>컴퓨터의 폴더 구조가 이진 트리 구조인 경우 각 폴더를 순회하면서 용량을 계산하면 내 컴퓨터의 전체 용량이 계산 가능함</a:t>
            </a:r>
            <a:r>
              <a:rPr lang="en-US" altLang="ko-KR" dirty="0"/>
              <a:t>. </a:t>
            </a:r>
          </a:p>
          <a:p>
            <a:pPr lvl="2" eaLnBrk="1" hangingPunct="1"/>
            <a:r>
              <a:rPr lang="ko-KR" altLang="en-US" dirty="0"/>
              <a:t>폴더 전체 용량은 폴더에 저장된 파일 용량과 하위 폴더의 용량을 합한 값</a:t>
            </a:r>
            <a:r>
              <a:rPr lang="en-US" altLang="ko-KR" dirty="0"/>
              <a:t>.</a:t>
            </a:r>
          </a:p>
          <a:p>
            <a:pPr marL="627062" lvl="2" indent="0" eaLnBrk="1" hangingPunct="1">
              <a:buNone/>
            </a:pPr>
            <a:r>
              <a:rPr lang="ko-KR" altLang="en-US" dirty="0"/>
              <a:t>  상위 폴더 용량을 계산하려면 먼저 하위 폴더 용량을 계산해야 하므로 후위</a:t>
            </a:r>
            <a:endParaRPr lang="en-US" altLang="ko-KR" dirty="0"/>
          </a:p>
          <a:p>
            <a:pPr marL="627062" lvl="2" indent="0" eaLnBrk="1" hangingPunct="1">
              <a:buNone/>
            </a:pPr>
            <a:r>
              <a:rPr lang="en-US" altLang="ko-KR" dirty="0"/>
              <a:t> </a:t>
            </a:r>
            <a:r>
              <a:rPr lang="ko-KR" altLang="en-US" dirty="0"/>
              <a:t> 순회를 사용</a:t>
            </a:r>
          </a:p>
          <a:p>
            <a:pPr marL="0" indent="0">
              <a:buNone/>
            </a:pPr>
            <a:endParaRPr lang="ko-KR" altLang="en-US" dirty="0"/>
          </a:p>
        </p:txBody>
      </p:sp>
      <p:sp>
        <p:nvSpPr>
          <p:cNvPr id="49155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4. </a:t>
            </a:r>
            <a:r>
              <a:rPr lang="ko-KR" altLang="en-US"/>
              <a:t>이진 트리의 순회</a:t>
            </a:r>
            <a:endParaRPr lang="ko-KR" altLang="en-US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/>
          <p:cNvPicPr>
            <a:picLocks noGrp="1" noChangeAspect="1" noChangeArrowheads="1"/>
          </p:cNvPicPr>
          <p:nvPr>
            <p:ph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72901" y="1172005"/>
            <a:ext cx="8598198" cy="52347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9155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4. </a:t>
            </a:r>
            <a:r>
              <a:rPr lang="ko-KR" altLang="en-US"/>
              <a:t>이진 트리의 순회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9082846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내용 개체 틀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lvl="2"/>
            <a:r>
              <a:rPr lang="en-US" altLang="ko-KR" dirty="0"/>
              <a:t>[</a:t>
            </a:r>
            <a:r>
              <a:rPr lang="ko-KR" altLang="en-US" dirty="0"/>
              <a:t>프로그램</a:t>
            </a:r>
            <a:r>
              <a:rPr lang="en-US" altLang="ko-KR" dirty="0"/>
              <a:t>] </a:t>
            </a:r>
            <a:r>
              <a:rPr lang="ko-KR" altLang="en-US" dirty="0"/>
              <a:t>전체 용량 </a:t>
            </a:r>
            <a:r>
              <a:rPr lang="en-US" altLang="ko-KR" dirty="0"/>
              <a:t>= [</a:t>
            </a:r>
            <a:r>
              <a:rPr lang="ko-KR" altLang="en-US" dirty="0"/>
              <a:t>프로그램</a:t>
            </a:r>
            <a:r>
              <a:rPr lang="en-US" altLang="ko-KR" dirty="0"/>
              <a:t>] </a:t>
            </a:r>
            <a:r>
              <a:rPr lang="ko-KR" altLang="en-US" dirty="0"/>
              <a:t>용량 </a:t>
            </a:r>
            <a:r>
              <a:rPr lang="en-US" altLang="ko-KR" dirty="0"/>
              <a:t>2MB + </a:t>
            </a:r>
            <a:r>
              <a:rPr lang="ko-KR" altLang="en-US" dirty="0"/>
              <a:t>하위 폴더 용량</a:t>
            </a:r>
            <a:r>
              <a:rPr lang="en-US" altLang="ko-KR" dirty="0"/>
              <a:t>([C </a:t>
            </a:r>
            <a:r>
              <a:rPr lang="ko-KR" altLang="en-US" dirty="0" err="1"/>
              <a:t>프로그</a:t>
            </a:r>
            <a:endParaRPr lang="en-US" altLang="ko-KR" dirty="0"/>
          </a:p>
          <a:p>
            <a:pPr marL="627062" lvl="2" indent="0">
              <a:buNone/>
            </a:pPr>
            <a:r>
              <a:rPr lang="en-US" altLang="ko-KR" dirty="0"/>
              <a:t>  </a:t>
            </a:r>
            <a:r>
              <a:rPr lang="ko-KR" altLang="en-US" dirty="0"/>
              <a:t>램</a:t>
            </a:r>
            <a:r>
              <a:rPr lang="en-US" altLang="ko-KR" dirty="0"/>
              <a:t>] </a:t>
            </a:r>
            <a:r>
              <a:rPr lang="ko-KR" altLang="en-US" dirty="0"/>
              <a:t>용량 </a:t>
            </a:r>
            <a:r>
              <a:rPr lang="en-US" altLang="ko-KR" dirty="0"/>
              <a:t>200MB+ [Java </a:t>
            </a:r>
            <a:r>
              <a:rPr lang="ko-KR" altLang="en-US" dirty="0"/>
              <a:t>프로그램</a:t>
            </a:r>
            <a:r>
              <a:rPr lang="en-US" altLang="ko-KR" dirty="0"/>
              <a:t>] </a:t>
            </a:r>
            <a:r>
              <a:rPr lang="ko-KR" altLang="en-US" dirty="0"/>
              <a:t>용량 </a:t>
            </a:r>
            <a:r>
              <a:rPr lang="en-US" altLang="ko-KR" dirty="0"/>
              <a:t>100MB) = 2MB+(200MB+100MB) </a:t>
            </a:r>
          </a:p>
          <a:p>
            <a:pPr marL="627062" lvl="2" indent="0">
              <a:buNone/>
            </a:pPr>
            <a:r>
              <a:rPr lang="en-US" altLang="ko-KR" dirty="0"/>
              <a:t>  = 302MB</a:t>
            </a:r>
          </a:p>
          <a:p>
            <a:pPr lvl="2"/>
            <a:r>
              <a:rPr lang="en-US" altLang="ko-KR" dirty="0"/>
              <a:t>[C:\] </a:t>
            </a:r>
            <a:r>
              <a:rPr lang="ko-KR" altLang="en-US" dirty="0"/>
              <a:t>전체 용량 </a:t>
            </a:r>
            <a:r>
              <a:rPr lang="en-US" altLang="ko-KR" dirty="0"/>
              <a:t>= [C:\] </a:t>
            </a:r>
            <a:r>
              <a:rPr lang="ko-KR" altLang="en-US" dirty="0"/>
              <a:t>용량 </a:t>
            </a:r>
            <a:r>
              <a:rPr lang="en-US" altLang="ko-KR" dirty="0"/>
              <a:t>0MB + </a:t>
            </a:r>
            <a:r>
              <a:rPr lang="ko-KR" altLang="en-US" dirty="0"/>
              <a:t>하위 폴더 용량</a:t>
            </a:r>
            <a:r>
              <a:rPr lang="en-US" altLang="ko-KR" dirty="0"/>
              <a:t>([</a:t>
            </a:r>
            <a:r>
              <a:rPr lang="ko-KR" altLang="en-US" dirty="0"/>
              <a:t>프로그램</a:t>
            </a:r>
            <a:r>
              <a:rPr lang="en-US" altLang="ko-KR" dirty="0"/>
              <a:t>] </a:t>
            </a:r>
            <a:r>
              <a:rPr lang="ko-KR" altLang="en-US" dirty="0"/>
              <a:t>전체 용량</a:t>
            </a:r>
            <a:endParaRPr lang="en-US" altLang="ko-KR" dirty="0"/>
          </a:p>
          <a:p>
            <a:pPr marL="627062" lvl="2" indent="0">
              <a:buNone/>
            </a:pPr>
            <a:r>
              <a:rPr lang="en-US" altLang="ko-KR" dirty="0"/>
              <a:t> </a:t>
            </a:r>
            <a:r>
              <a:rPr lang="ko-KR" altLang="en-US" dirty="0"/>
              <a:t> </a:t>
            </a:r>
            <a:r>
              <a:rPr lang="en-US" altLang="ko-KR" dirty="0"/>
              <a:t>302MB + [</a:t>
            </a:r>
            <a:r>
              <a:rPr lang="ko-KR" altLang="en-US" dirty="0"/>
              <a:t>자료</a:t>
            </a:r>
            <a:r>
              <a:rPr lang="en-US" altLang="ko-KR" dirty="0"/>
              <a:t>] </a:t>
            </a:r>
            <a:r>
              <a:rPr lang="ko-KR" altLang="en-US" dirty="0"/>
              <a:t>용량 </a:t>
            </a:r>
            <a:r>
              <a:rPr lang="en-US" altLang="ko-KR" dirty="0"/>
              <a:t>15MB)= 0MB+(302MB+15MB) = 317MB</a:t>
            </a:r>
          </a:p>
          <a:p>
            <a:pPr lvl="2"/>
            <a:r>
              <a:rPr lang="en-US" altLang="ko-KR" dirty="0"/>
              <a:t>[</a:t>
            </a:r>
            <a:r>
              <a:rPr lang="ko-KR" altLang="en-US" dirty="0"/>
              <a:t>그림</a:t>
            </a:r>
            <a:r>
              <a:rPr lang="en-US" altLang="ko-KR" dirty="0"/>
              <a:t>] </a:t>
            </a:r>
            <a:r>
              <a:rPr lang="ko-KR" altLang="en-US" dirty="0"/>
              <a:t>전체 용량 </a:t>
            </a:r>
            <a:r>
              <a:rPr lang="en-US" altLang="ko-KR" dirty="0"/>
              <a:t>= [</a:t>
            </a:r>
            <a:r>
              <a:rPr lang="ko-KR" altLang="en-US" dirty="0"/>
              <a:t>그림</a:t>
            </a:r>
            <a:r>
              <a:rPr lang="en-US" altLang="ko-KR" dirty="0"/>
              <a:t>] </a:t>
            </a:r>
            <a:r>
              <a:rPr lang="ko-KR" altLang="en-US" dirty="0"/>
              <a:t>용량 </a:t>
            </a:r>
            <a:r>
              <a:rPr lang="en-US" altLang="ko-KR" dirty="0"/>
              <a:t>68MB + </a:t>
            </a:r>
            <a:r>
              <a:rPr lang="ko-KR" altLang="en-US" dirty="0"/>
              <a:t>하위 폴더 용량</a:t>
            </a:r>
            <a:r>
              <a:rPr lang="en-US" altLang="ko-KR" dirty="0"/>
              <a:t>([</a:t>
            </a:r>
            <a:r>
              <a:rPr lang="ko-KR" altLang="en-US" dirty="0"/>
              <a:t>사진</a:t>
            </a:r>
            <a:r>
              <a:rPr lang="en-US" altLang="ko-KR" dirty="0"/>
              <a:t>] </a:t>
            </a:r>
            <a:r>
              <a:rPr lang="ko-KR" altLang="en-US" dirty="0"/>
              <a:t>용량 </a:t>
            </a:r>
            <a:r>
              <a:rPr lang="en-US" altLang="ko-KR" dirty="0"/>
              <a:t>55MB </a:t>
            </a:r>
          </a:p>
          <a:p>
            <a:pPr marL="627062" lvl="2" indent="0">
              <a:buNone/>
            </a:pPr>
            <a:r>
              <a:rPr lang="en-US" altLang="ko-KR" dirty="0"/>
              <a:t>  + [</a:t>
            </a:r>
            <a:r>
              <a:rPr lang="ko-KR" altLang="en-US" dirty="0"/>
              <a:t>동영상</a:t>
            </a:r>
            <a:r>
              <a:rPr lang="en-US" altLang="ko-KR" dirty="0"/>
              <a:t>] </a:t>
            </a:r>
            <a:r>
              <a:rPr lang="ko-KR" altLang="en-US" dirty="0"/>
              <a:t>용량 </a:t>
            </a:r>
            <a:r>
              <a:rPr lang="en-US" altLang="ko-KR" dirty="0"/>
              <a:t>120MB) =68MB+(55MB+120MB) = 243MB</a:t>
            </a:r>
          </a:p>
          <a:p>
            <a:pPr lvl="2"/>
            <a:r>
              <a:rPr lang="en-US" altLang="ko-KR" dirty="0"/>
              <a:t>[D:\] </a:t>
            </a:r>
            <a:r>
              <a:rPr lang="ko-KR" altLang="en-US" dirty="0"/>
              <a:t>전체 용량 </a:t>
            </a:r>
            <a:r>
              <a:rPr lang="en-US" altLang="ko-KR" dirty="0"/>
              <a:t>= [D:\] </a:t>
            </a:r>
            <a:r>
              <a:rPr lang="ko-KR" altLang="en-US" dirty="0"/>
              <a:t>용량 </a:t>
            </a:r>
            <a:r>
              <a:rPr lang="en-US" altLang="ko-KR" dirty="0"/>
              <a:t>10MB+ </a:t>
            </a:r>
            <a:r>
              <a:rPr lang="ko-KR" altLang="en-US" dirty="0"/>
              <a:t>하위 폴더 용량</a:t>
            </a:r>
            <a:r>
              <a:rPr lang="en-US" altLang="ko-KR" dirty="0"/>
              <a:t>([</a:t>
            </a:r>
            <a:r>
              <a:rPr lang="ko-KR" altLang="en-US" dirty="0"/>
              <a:t>음악</a:t>
            </a:r>
            <a:r>
              <a:rPr lang="en-US" altLang="ko-KR" dirty="0"/>
              <a:t>] </a:t>
            </a:r>
            <a:r>
              <a:rPr lang="ko-KR" altLang="en-US" dirty="0"/>
              <a:t>용량 </a:t>
            </a:r>
            <a:r>
              <a:rPr lang="en-US" altLang="ko-KR" dirty="0"/>
              <a:t>40MB +</a:t>
            </a:r>
          </a:p>
          <a:p>
            <a:pPr marL="627062" lvl="2" indent="0">
              <a:buNone/>
            </a:pPr>
            <a:r>
              <a:rPr lang="en-US" altLang="ko-KR" dirty="0"/>
              <a:t>  [</a:t>
            </a:r>
            <a:r>
              <a:rPr lang="ko-KR" altLang="en-US" dirty="0"/>
              <a:t>그림</a:t>
            </a:r>
            <a:r>
              <a:rPr lang="en-US" altLang="ko-KR" dirty="0"/>
              <a:t>] </a:t>
            </a:r>
            <a:r>
              <a:rPr lang="ko-KR" altLang="en-US" dirty="0"/>
              <a:t>전체 용량 </a:t>
            </a:r>
            <a:r>
              <a:rPr lang="en-US" altLang="ko-KR" dirty="0"/>
              <a:t>243MB) =10MB+(40MB+243MB) = 293MB</a:t>
            </a:r>
          </a:p>
          <a:p>
            <a:pPr lvl="2"/>
            <a:r>
              <a:rPr lang="en-US" altLang="ko-KR" dirty="0"/>
              <a:t>[</a:t>
            </a:r>
            <a:r>
              <a:rPr lang="ko-KR" altLang="en-US" dirty="0"/>
              <a:t>내 컴퓨터</a:t>
            </a:r>
            <a:r>
              <a:rPr lang="en-US" altLang="ko-KR" dirty="0"/>
              <a:t>] </a:t>
            </a:r>
            <a:r>
              <a:rPr lang="ko-KR" altLang="en-US" dirty="0"/>
              <a:t>전체 용량 </a:t>
            </a:r>
            <a:r>
              <a:rPr lang="en-US" altLang="ko-KR" dirty="0"/>
              <a:t>= [</a:t>
            </a:r>
            <a:r>
              <a:rPr lang="ko-KR" altLang="en-US" dirty="0"/>
              <a:t>내 컴퓨터</a:t>
            </a:r>
            <a:r>
              <a:rPr lang="en-US" altLang="ko-KR" dirty="0"/>
              <a:t>] </a:t>
            </a:r>
            <a:r>
              <a:rPr lang="ko-KR" altLang="en-US" dirty="0"/>
              <a:t>용량 </a:t>
            </a:r>
            <a:r>
              <a:rPr lang="en-US" altLang="ko-KR" dirty="0"/>
              <a:t>0MB + </a:t>
            </a:r>
            <a:r>
              <a:rPr lang="ko-KR" altLang="en-US" dirty="0"/>
              <a:t>하위 폴더 용량</a:t>
            </a:r>
            <a:r>
              <a:rPr lang="en-US" altLang="ko-KR" dirty="0"/>
              <a:t>([C:\] </a:t>
            </a:r>
            <a:r>
              <a:rPr lang="ko-KR" altLang="en-US" dirty="0"/>
              <a:t>전</a:t>
            </a:r>
            <a:endParaRPr lang="en-US" altLang="ko-KR" dirty="0"/>
          </a:p>
          <a:p>
            <a:pPr marL="627062" lvl="2" indent="0">
              <a:buNone/>
            </a:pPr>
            <a:r>
              <a:rPr lang="en-US" altLang="ko-KR" dirty="0"/>
              <a:t>  </a:t>
            </a:r>
            <a:r>
              <a:rPr lang="ko-KR" altLang="en-US" dirty="0"/>
              <a:t>체 용량 </a:t>
            </a:r>
            <a:r>
              <a:rPr lang="en-US" altLang="ko-KR" dirty="0"/>
              <a:t>317MB + [D:\] </a:t>
            </a:r>
            <a:r>
              <a:rPr lang="ko-KR" altLang="en-US" dirty="0"/>
              <a:t>전체 용량 </a:t>
            </a:r>
            <a:r>
              <a:rPr lang="en-US" altLang="ko-KR" dirty="0"/>
              <a:t>293MB) = 0MB+(317MB+293MB) =</a:t>
            </a:r>
          </a:p>
          <a:p>
            <a:pPr marL="627062" lvl="2" indent="0">
              <a:buNone/>
            </a:pPr>
            <a:r>
              <a:rPr lang="en-US" altLang="ko-KR" dirty="0"/>
              <a:t>  610MB</a:t>
            </a:r>
          </a:p>
          <a:p>
            <a:pPr lvl="2"/>
            <a:endParaRPr lang="en-US" altLang="ko-KR" dirty="0"/>
          </a:p>
          <a:p>
            <a:pPr lvl="2"/>
            <a:endParaRPr lang="ko-KR" altLang="en-US" dirty="0"/>
          </a:p>
        </p:txBody>
      </p:sp>
      <p:sp>
        <p:nvSpPr>
          <p:cNvPr id="50179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4. </a:t>
            </a:r>
            <a:r>
              <a:rPr lang="ko-KR" altLang="en-US"/>
              <a:t>이진 트리의 순회</a:t>
            </a:r>
            <a:endParaRPr lang="ko-KR" altLang="en-US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내용 개체 틀 1"/>
          <p:cNvSpPr>
            <a:spLocks noGrp="1"/>
          </p:cNvSpPr>
          <p:nvPr>
            <p:ph sz="quarter" idx="10"/>
          </p:nvPr>
        </p:nvSpPr>
        <p:spPr>
          <a:xfrm>
            <a:off x="-108520" y="931818"/>
            <a:ext cx="9361040" cy="5715000"/>
          </a:xfrm>
        </p:spPr>
        <p:txBody>
          <a:bodyPr/>
          <a:lstStyle/>
          <a:p>
            <a:pPr lvl="1" eaLnBrk="1" hangingPunct="1"/>
            <a:r>
              <a:rPr lang="en-US" altLang="ko-KR" dirty="0"/>
              <a:t>[</a:t>
            </a:r>
            <a:r>
              <a:rPr lang="ko-KR" altLang="en-US" dirty="0"/>
              <a:t>예제 </a:t>
            </a:r>
            <a:r>
              <a:rPr lang="en-US" altLang="ko-KR" dirty="0"/>
              <a:t>7-2] </a:t>
            </a:r>
            <a:r>
              <a:rPr lang="ko-KR" altLang="en-US" dirty="0"/>
              <a:t>이진 트리의 후위 순회를 이용해 폴더 용량 계산하기 </a:t>
            </a:r>
            <a:r>
              <a:rPr lang="en-US" altLang="ko-KR" dirty="0"/>
              <a:t>: </a:t>
            </a:r>
            <a:r>
              <a:rPr lang="ko-KR" altLang="en-US" dirty="0">
                <a:solidFill>
                  <a:srgbClr val="0070C0"/>
                </a:solidFill>
              </a:rPr>
              <a:t>교재 </a:t>
            </a:r>
            <a:r>
              <a:rPr lang="en-US" altLang="ko-KR" dirty="0">
                <a:solidFill>
                  <a:srgbClr val="0070C0"/>
                </a:solidFill>
              </a:rPr>
              <a:t>357p</a:t>
            </a:r>
            <a:endParaRPr lang="ko-KR" altLang="en-US" dirty="0">
              <a:solidFill>
                <a:srgbClr val="0070C0"/>
              </a:solidFill>
            </a:endParaRPr>
          </a:p>
          <a:p>
            <a:pPr lvl="1" eaLnBrk="1" hangingPunct="1"/>
            <a:r>
              <a:rPr lang="ko-KR" altLang="en-US" dirty="0"/>
              <a:t>실행 결과</a:t>
            </a:r>
            <a:endParaRPr lang="en-US" altLang="ko-KR" dirty="0"/>
          </a:p>
        </p:txBody>
      </p:sp>
      <p:sp>
        <p:nvSpPr>
          <p:cNvPr id="27651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4. </a:t>
            </a:r>
            <a:r>
              <a:rPr lang="ko-KR" altLang="en-US"/>
              <a:t>이진 트리의 순회</a:t>
            </a:r>
            <a:endParaRPr lang="ko-KR" altLang="en-US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39552" y="1935532"/>
            <a:ext cx="3209925" cy="1866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356770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내용 개체 틀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ko-KR" altLang="en-US" dirty="0"/>
              <a:t>스레드 이진 트리</a:t>
            </a:r>
            <a:r>
              <a:rPr lang="en-US" altLang="ko-KR" baseline="30000" dirty="0"/>
              <a:t>Thread Binary Tree</a:t>
            </a:r>
            <a:endParaRPr lang="en-US" altLang="ko-KR" dirty="0"/>
          </a:p>
          <a:p>
            <a:pPr lvl="1"/>
            <a:r>
              <a:rPr lang="ko-KR" altLang="en-US" dirty="0"/>
              <a:t>재귀호출 없이 순회할 수 있도록 수정한 이진 트리</a:t>
            </a:r>
            <a:endParaRPr lang="en-US" altLang="ko-KR" dirty="0"/>
          </a:p>
          <a:p>
            <a:pPr lvl="2"/>
            <a:r>
              <a:rPr lang="ko-KR" altLang="en-US" dirty="0"/>
              <a:t>재귀호출 방식은 알고리즘이나 함수 구현은 간단하지만</a:t>
            </a:r>
            <a:r>
              <a:rPr lang="en-US" altLang="ko-KR" dirty="0"/>
              <a:t>, </a:t>
            </a:r>
            <a:r>
              <a:rPr lang="ko-KR" altLang="en-US" dirty="0"/>
              <a:t>수행 성능 측면에</a:t>
            </a:r>
            <a:endParaRPr lang="en-US" altLang="ko-KR" dirty="0"/>
          </a:p>
          <a:p>
            <a:pPr marL="627062" lvl="2" indent="0">
              <a:buNone/>
            </a:pPr>
            <a:r>
              <a:rPr lang="ko-KR" altLang="en-US" dirty="0"/>
              <a:t>  서는 시스템 </a:t>
            </a:r>
            <a:r>
              <a:rPr lang="ko-KR" altLang="en-US" dirty="0" err="1"/>
              <a:t>스택을</a:t>
            </a:r>
            <a:r>
              <a:rPr lang="ko-KR" altLang="en-US" dirty="0"/>
              <a:t> 사용하면서 호출과 복귀를 관리해야 하고 이진 </a:t>
            </a:r>
            <a:r>
              <a:rPr lang="ko-KR" altLang="en-US" dirty="0" err="1"/>
              <a:t>트리의</a:t>
            </a:r>
            <a:endParaRPr lang="en-US" altLang="ko-KR" dirty="0"/>
          </a:p>
          <a:p>
            <a:pPr marL="627062" lvl="2" indent="0">
              <a:buNone/>
            </a:pPr>
            <a:r>
              <a:rPr lang="en-US" altLang="ko-KR" dirty="0"/>
              <a:t> </a:t>
            </a:r>
            <a:r>
              <a:rPr lang="ko-KR" altLang="en-US" dirty="0"/>
              <a:t> 하위 레벨로 내려갈수록 재귀호출 깊이가 깊어지므로 비효율적임</a:t>
            </a:r>
            <a:r>
              <a:rPr lang="en-US" altLang="ko-KR" dirty="0"/>
              <a:t>.</a:t>
            </a:r>
          </a:p>
          <a:p>
            <a:pPr lvl="2"/>
            <a:endParaRPr lang="en-US" altLang="ko-KR" dirty="0"/>
          </a:p>
          <a:p>
            <a:pPr lvl="2"/>
            <a:r>
              <a:rPr lang="ko-KR" altLang="en-US" dirty="0" err="1"/>
              <a:t>스레드</a:t>
            </a:r>
            <a:r>
              <a:rPr lang="en-US" altLang="ko-KR" dirty="0"/>
              <a:t>(Thread)</a:t>
            </a:r>
          </a:p>
          <a:p>
            <a:pPr lvl="3"/>
            <a:r>
              <a:rPr lang="ko-KR" altLang="en-US" dirty="0" err="1"/>
              <a:t>스레드</a:t>
            </a:r>
            <a:r>
              <a:rPr lang="ko-KR" altLang="en-US" dirty="0"/>
              <a:t> 이진 </a:t>
            </a:r>
            <a:r>
              <a:rPr lang="ko-KR" altLang="en-US" dirty="0" err="1"/>
              <a:t>트리에서</a:t>
            </a:r>
            <a:r>
              <a:rPr lang="ko-KR" altLang="en-US" dirty="0"/>
              <a:t> 자식 </a:t>
            </a:r>
            <a:r>
              <a:rPr lang="ko-KR" altLang="en-US" dirty="0" err="1"/>
              <a:t>노드가</a:t>
            </a:r>
            <a:r>
              <a:rPr lang="ko-KR" altLang="en-US" dirty="0"/>
              <a:t> 없는 경우 링크 필드를 널 포인터 대신 순회</a:t>
            </a:r>
            <a:endParaRPr lang="en-US" altLang="ko-KR" dirty="0"/>
          </a:p>
          <a:p>
            <a:pPr marL="895350" lvl="3" indent="0">
              <a:buNone/>
            </a:pPr>
            <a:r>
              <a:rPr lang="en-US" altLang="ko-KR" dirty="0"/>
              <a:t> </a:t>
            </a:r>
            <a:r>
              <a:rPr lang="ko-KR" altLang="en-US" dirty="0"/>
              <a:t> 순서상의 다른 </a:t>
            </a:r>
            <a:r>
              <a:rPr lang="ko-KR" altLang="en-US" dirty="0" err="1"/>
              <a:t>노드를</a:t>
            </a:r>
            <a:r>
              <a:rPr lang="ko-KR" altLang="en-US" dirty="0"/>
              <a:t> 가리키도록 설정</a:t>
            </a:r>
            <a:r>
              <a:rPr lang="en-US" altLang="ko-KR" dirty="0"/>
              <a:t>. </a:t>
            </a:r>
            <a:r>
              <a:rPr lang="ko-KR" altLang="en-US" dirty="0"/>
              <a:t>이런 링크 필드를 </a:t>
            </a:r>
            <a:r>
              <a:rPr lang="ko-KR" altLang="en-US" dirty="0" err="1"/>
              <a:t>스레드라</a:t>
            </a:r>
            <a:r>
              <a:rPr lang="ko-KR" altLang="en-US" dirty="0"/>
              <a:t> 함</a:t>
            </a:r>
            <a:endParaRPr lang="en-US" altLang="ko-KR" dirty="0"/>
          </a:p>
          <a:p>
            <a:pPr lvl="2"/>
            <a:endParaRPr lang="ko-KR" altLang="en-US" dirty="0"/>
          </a:p>
        </p:txBody>
      </p:sp>
      <p:sp>
        <p:nvSpPr>
          <p:cNvPr id="50179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4. </a:t>
            </a:r>
            <a:r>
              <a:rPr lang="ko-KR" altLang="en-US"/>
              <a:t>이진 트리의 순회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1384285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내용 개체 틀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lvl="1"/>
            <a:r>
              <a:rPr lang="ko-KR" altLang="en-US" dirty="0" err="1"/>
              <a:t>스레드</a:t>
            </a:r>
            <a:r>
              <a:rPr lang="ko-KR" altLang="en-US" dirty="0"/>
              <a:t> 이진 트리 </a:t>
            </a:r>
            <a:r>
              <a:rPr lang="ko-KR" altLang="en-US" dirty="0" err="1"/>
              <a:t>노드</a:t>
            </a:r>
            <a:endParaRPr lang="en-US" altLang="ko-KR" dirty="0"/>
          </a:p>
          <a:p>
            <a:pPr lvl="2"/>
            <a:r>
              <a:rPr lang="ko-KR" altLang="en-US" dirty="0"/>
              <a:t>이진 트리 </a:t>
            </a:r>
            <a:r>
              <a:rPr lang="ko-KR" altLang="en-US" dirty="0" err="1"/>
              <a:t>노드</a:t>
            </a:r>
            <a:r>
              <a:rPr lang="ko-KR" altLang="en-US" dirty="0"/>
              <a:t> 구조에 </a:t>
            </a:r>
            <a:r>
              <a:rPr lang="en-US" altLang="ko-KR" dirty="0" err="1"/>
              <a:t>isThread</a:t>
            </a:r>
            <a:r>
              <a:rPr lang="en-US" altLang="ko-KR" dirty="0"/>
              <a:t> </a:t>
            </a:r>
            <a:r>
              <a:rPr lang="ko-KR" altLang="en-US" dirty="0"/>
              <a:t>필드를 추가하여 정의</a:t>
            </a:r>
            <a:endParaRPr lang="en-US" altLang="ko-KR" dirty="0"/>
          </a:p>
          <a:p>
            <a:pPr lvl="2"/>
            <a:r>
              <a:rPr lang="en-US" altLang="ko-KR" dirty="0" err="1"/>
              <a:t>isThread</a:t>
            </a:r>
            <a:r>
              <a:rPr lang="en-US" altLang="ko-KR" dirty="0"/>
              <a:t> </a:t>
            </a:r>
            <a:r>
              <a:rPr lang="ko-KR" altLang="en-US" dirty="0"/>
              <a:t>필드는 링크 필드가 자식 </a:t>
            </a:r>
            <a:r>
              <a:rPr lang="ko-KR" altLang="en-US" dirty="0" err="1"/>
              <a:t>노드에</a:t>
            </a:r>
            <a:r>
              <a:rPr lang="ko-KR" altLang="en-US" dirty="0"/>
              <a:t> 대한 포인터인지 아니면 자식 노</a:t>
            </a:r>
            <a:endParaRPr lang="en-US" altLang="ko-KR" dirty="0"/>
          </a:p>
          <a:p>
            <a:pPr marL="627062" lvl="2" indent="0">
              <a:buNone/>
            </a:pPr>
            <a:r>
              <a:rPr lang="en-US" altLang="ko-KR" dirty="0"/>
              <a:t>  </a:t>
            </a:r>
            <a:r>
              <a:rPr lang="ko-KR" altLang="en-US" dirty="0" err="1"/>
              <a:t>드</a:t>
            </a:r>
            <a:r>
              <a:rPr lang="ko-KR" altLang="en-US" dirty="0"/>
              <a:t> 대신 </a:t>
            </a:r>
            <a:r>
              <a:rPr lang="ko-KR" altLang="en-US" dirty="0" err="1"/>
              <a:t>스레드가</a:t>
            </a:r>
            <a:r>
              <a:rPr lang="ko-KR" altLang="en-US" dirty="0"/>
              <a:t> 저장되어 있는지 구별하기 위한 태그 필드</a:t>
            </a:r>
          </a:p>
        </p:txBody>
      </p:sp>
      <p:sp>
        <p:nvSpPr>
          <p:cNvPr id="50179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4. </a:t>
            </a:r>
            <a:r>
              <a:rPr lang="ko-KR" altLang="en-US"/>
              <a:t>이진 트리의 순회</a:t>
            </a:r>
            <a:endParaRPr lang="ko-KR" altLang="en-US" dirty="0"/>
          </a:p>
        </p:txBody>
      </p:sp>
      <p:pic>
        <p:nvPicPr>
          <p:cNvPr id="4403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979712" y="2872595"/>
            <a:ext cx="4543425" cy="29515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047018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내용 개체 틀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lvl="1"/>
            <a:r>
              <a:rPr lang="en-US" altLang="ko-KR" dirty="0"/>
              <a:t>A*B-C/D </a:t>
            </a:r>
            <a:r>
              <a:rPr lang="ko-KR" altLang="en-US" dirty="0"/>
              <a:t>수식의 이진 </a:t>
            </a:r>
            <a:r>
              <a:rPr lang="ko-KR" altLang="en-US" dirty="0" err="1"/>
              <a:t>트리에서</a:t>
            </a:r>
            <a:r>
              <a:rPr lang="ko-KR" altLang="en-US" dirty="0"/>
              <a:t> 중위 순회를 한다면</a:t>
            </a:r>
            <a:r>
              <a:rPr lang="en-US" altLang="ko-KR" dirty="0"/>
              <a:t>, </a:t>
            </a:r>
            <a:r>
              <a:rPr lang="ko-KR" altLang="en-US" dirty="0"/>
              <a:t>왼쪽 </a:t>
            </a:r>
            <a:r>
              <a:rPr lang="ko-KR" altLang="en-US" dirty="0" err="1"/>
              <a:t>스레드에는</a:t>
            </a:r>
            <a:endParaRPr lang="en-US" altLang="ko-KR" dirty="0"/>
          </a:p>
          <a:p>
            <a:pPr marL="357187" lvl="1" indent="0">
              <a:buNone/>
            </a:pPr>
            <a:r>
              <a:rPr lang="ko-KR" altLang="en-US" dirty="0"/>
              <a:t>  </a:t>
            </a:r>
            <a:r>
              <a:rPr lang="ko-KR" altLang="en-US" dirty="0" err="1"/>
              <a:t>선행자를</a:t>
            </a:r>
            <a:r>
              <a:rPr lang="ko-KR" altLang="en-US" dirty="0"/>
              <a:t> 설정하고 오른쪽 </a:t>
            </a:r>
            <a:r>
              <a:rPr lang="ko-KR" altLang="en-US" dirty="0" err="1"/>
              <a:t>스레드에는</a:t>
            </a:r>
            <a:r>
              <a:rPr lang="ko-KR" altLang="en-US" dirty="0"/>
              <a:t> </a:t>
            </a:r>
            <a:r>
              <a:rPr lang="ko-KR" altLang="en-US" dirty="0" err="1"/>
              <a:t>후속자를</a:t>
            </a:r>
            <a:r>
              <a:rPr lang="ko-KR" altLang="en-US" dirty="0"/>
              <a:t> 설정</a:t>
            </a:r>
            <a:r>
              <a:rPr lang="en-US" altLang="ko-KR" dirty="0"/>
              <a:t>. </a:t>
            </a:r>
            <a:r>
              <a:rPr lang="ko-KR" altLang="en-US" dirty="0"/>
              <a:t>중위 순회 경로</a:t>
            </a:r>
            <a:endParaRPr lang="en-US" altLang="ko-KR" dirty="0"/>
          </a:p>
          <a:p>
            <a:pPr marL="357187" lvl="1" indent="0">
              <a:buNone/>
            </a:pPr>
            <a:r>
              <a:rPr lang="en-US" altLang="ko-KR" dirty="0"/>
              <a:t>  </a:t>
            </a:r>
            <a:r>
              <a:rPr lang="ko-KR" altLang="en-US" dirty="0"/>
              <a:t>가 </a:t>
            </a:r>
            <a:r>
              <a:rPr lang="en-US" altLang="ko-KR" dirty="0"/>
              <a:t>A → * → B → - → C → / → D</a:t>
            </a:r>
            <a:r>
              <a:rPr lang="ko-KR" altLang="en-US" dirty="0"/>
              <a:t>이므로 </a:t>
            </a:r>
            <a:r>
              <a:rPr lang="en-US" altLang="ko-KR" dirty="0"/>
              <a:t>B</a:t>
            </a:r>
            <a:r>
              <a:rPr lang="ko-KR" altLang="en-US" dirty="0"/>
              <a:t>의 </a:t>
            </a:r>
            <a:r>
              <a:rPr lang="ko-KR" altLang="en-US" dirty="0" err="1"/>
              <a:t>선행자는</a:t>
            </a:r>
            <a:r>
              <a:rPr lang="ko-KR" altLang="en-US" dirty="0"/>
              <a:t> ‘*’이고 </a:t>
            </a:r>
            <a:r>
              <a:rPr lang="en-US" altLang="ko-KR" dirty="0"/>
              <a:t>B</a:t>
            </a:r>
            <a:r>
              <a:rPr lang="ko-KR" altLang="en-US" dirty="0"/>
              <a:t>의 후</a:t>
            </a:r>
            <a:endParaRPr lang="en-US" altLang="ko-KR" dirty="0"/>
          </a:p>
          <a:p>
            <a:pPr marL="357187" lvl="1" indent="0">
              <a:buNone/>
            </a:pPr>
            <a:r>
              <a:rPr lang="en-US" altLang="ko-KR" dirty="0"/>
              <a:t>  </a:t>
            </a:r>
            <a:r>
              <a:rPr lang="ko-KR" altLang="en-US" dirty="0"/>
              <a:t>속자는 ‘</a:t>
            </a:r>
            <a:r>
              <a:rPr lang="en-US" altLang="ko-KR" dirty="0"/>
              <a:t>-’</a:t>
            </a:r>
            <a:r>
              <a:rPr lang="ko-KR" altLang="en-US" dirty="0"/>
              <a:t>임</a:t>
            </a:r>
            <a:endParaRPr lang="en-US" altLang="ko-KR" dirty="0"/>
          </a:p>
          <a:p>
            <a:pPr lvl="1"/>
            <a:endParaRPr lang="ko-KR" altLang="en-US" dirty="0"/>
          </a:p>
        </p:txBody>
      </p:sp>
      <p:sp>
        <p:nvSpPr>
          <p:cNvPr id="50179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4. </a:t>
            </a:r>
            <a:r>
              <a:rPr lang="ko-KR" altLang="en-US"/>
              <a:t>이진 트리의 순회</a:t>
            </a:r>
            <a:endParaRPr lang="ko-KR" altLang="en-US" dirty="0"/>
          </a:p>
        </p:txBody>
      </p:sp>
      <p:pic>
        <p:nvPicPr>
          <p:cNvPr id="4505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699833" y="3117273"/>
            <a:ext cx="5759667" cy="2638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1659974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내용 개체 틀 1"/>
          <p:cNvSpPr>
            <a:spLocks noGrp="1"/>
          </p:cNvSpPr>
          <p:nvPr>
            <p:ph sz="quarter" idx="10"/>
          </p:nvPr>
        </p:nvSpPr>
        <p:spPr>
          <a:xfrm>
            <a:off x="228600" y="931818"/>
            <a:ext cx="8591872" cy="5715000"/>
          </a:xfrm>
        </p:spPr>
        <p:txBody>
          <a:bodyPr/>
          <a:lstStyle/>
          <a:p>
            <a:pPr lvl="2"/>
            <a:r>
              <a:rPr lang="ko-KR" altLang="en-US" dirty="0"/>
              <a:t>순회를 위해서 </a:t>
            </a:r>
            <a:r>
              <a:rPr lang="ko-KR" altLang="en-US" dirty="0" err="1"/>
              <a:t>후속자</a:t>
            </a:r>
            <a:r>
              <a:rPr lang="ko-KR" altLang="en-US" dirty="0"/>
              <a:t> 정보만 필요한 경우에는 오른쪽 링크 필드만 </a:t>
            </a:r>
            <a:r>
              <a:rPr lang="ko-KR" altLang="en-US" dirty="0" err="1"/>
              <a:t>스레드</a:t>
            </a:r>
            <a:endParaRPr lang="en-US" altLang="ko-KR" dirty="0"/>
          </a:p>
          <a:p>
            <a:pPr marL="627062" lvl="2" indent="0">
              <a:buNone/>
            </a:pPr>
            <a:r>
              <a:rPr lang="ko-KR" altLang="en-US" dirty="0"/>
              <a:t>  </a:t>
            </a:r>
            <a:r>
              <a:rPr lang="ko-KR" altLang="en-US" dirty="0" err="1"/>
              <a:t>로</a:t>
            </a:r>
            <a:r>
              <a:rPr lang="ko-KR" altLang="en-US" dirty="0"/>
              <a:t> 사용하는 </a:t>
            </a:r>
            <a:r>
              <a:rPr lang="ko-KR" altLang="en-US" dirty="0" err="1"/>
              <a:t>스레드</a:t>
            </a:r>
            <a:r>
              <a:rPr lang="ko-KR" altLang="en-US" dirty="0"/>
              <a:t> 이진 </a:t>
            </a:r>
            <a:r>
              <a:rPr lang="ko-KR" altLang="en-US" dirty="0" err="1"/>
              <a:t>트리를</a:t>
            </a:r>
            <a:r>
              <a:rPr lang="ko-KR" altLang="en-US" dirty="0"/>
              <a:t> 사용할 수 있음</a:t>
            </a:r>
          </a:p>
        </p:txBody>
      </p:sp>
      <p:sp>
        <p:nvSpPr>
          <p:cNvPr id="50179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 </a:t>
            </a:r>
            <a:r>
              <a:rPr lang="ko-KR" altLang="en-US" dirty="0"/>
              <a:t>이진 트리의 순회</a:t>
            </a:r>
          </a:p>
        </p:txBody>
      </p:sp>
      <p:pic>
        <p:nvPicPr>
          <p:cNvPr id="4608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695450" y="2119033"/>
            <a:ext cx="5753100" cy="26199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001286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내용 개체 틀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lvl="1" eaLnBrk="1" hangingPunct="1"/>
            <a:r>
              <a:rPr lang="en-US" altLang="ko-KR" dirty="0"/>
              <a:t>[</a:t>
            </a:r>
            <a:r>
              <a:rPr lang="ko-KR" altLang="en-US" dirty="0"/>
              <a:t>예제</a:t>
            </a:r>
            <a:r>
              <a:rPr lang="en-US" altLang="ko-KR" dirty="0"/>
              <a:t> 7-3] </a:t>
            </a:r>
            <a:r>
              <a:rPr lang="ko-KR" altLang="en-US" dirty="0"/>
              <a:t>스레드 이진 트리 구현하기 </a:t>
            </a:r>
            <a:r>
              <a:rPr lang="en-US" altLang="ko-KR" dirty="0"/>
              <a:t>: </a:t>
            </a:r>
            <a:r>
              <a:rPr lang="ko-KR" altLang="en-US" dirty="0">
                <a:solidFill>
                  <a:srgbClr val="0070C0"/>
                </a:solidFill>
              </a:rPr>
              <a:t>교재 </a:t>
            </a:r>
            <a:r>
              <a:rPr lang="en-US" altLang="ko-KR" dirty="0">
                <a:solidFill>
                  <a:srgbClr val="0070C0"/>
                </a:solidFill>
              </a:rPr>
              <a:t>361p</a:t>
            </a:r>
            <a:endParaRPr lang="ko-KR" altLang="en-US" dirty="0">
              <a:solidFill>
                <a:srgbClr val="0070C0"/>
              </a:solidFill>
            </a:endParaRPr>
          </a:p>
          <a:p>
            <a:pPr lvl="1" eaLnBrk="1" hangingPunct="1"/>
            <a:r>
              <a:rPr lang="ko-KR" altLang="en-US" dirty="0"/>
              <a:t>실행 결과</a:t>
            </a:r>
            <a:endParaRPr lang="en-US" altLang="ko-KR" dirty="0"/>
          </a:p>
        </p:txBody>
      </p:sp>
      <p:sp>
        <p:nvSpPr>
          <p:cNvPr id="27651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 </a:t>
            </a:r>
            <a:r>
              <a:rPr lang="ko-KR" altLang="en-US" dirty="0"/>
              <a:t>이진 트리의 순회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66404" y="1844824"/>
            <a:ext cx="5093268" cy="1123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346490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ko-KR" altLang="en-US" dirty="0"/>
              <a:t>이진 </a:t>
            </a:r>
            <a:r>
              <a:rPr lang="ko-KR" altLang="en-US"/>
              <a:t>탐색 트리</a:t>
            </a:r>
            <a:r>
              <a:rPr lang="en-US" altLang="ko-KR" baseline="30000"/>
              <a:t>binary search tree</a:t>
            </a:r>
            <a:endParaRPr lang="en-US" altLang="ko-KR" dirty="0"/>
          </a:p>
          <a:p>
            <a:pPr lvl="1" eaLnBrk="1" hangingPunct="1">
              <a:lnSpc>
                <a:spcPct val="100000"/>
              </a:lnSpc>
              <a:defRPr/>
            </a:pPr>
            <a:r>
              <a:rPr lang="ko-KR" altLang="en-US" dirty="0"/>
              <a:t>이진 </a:t>
            </a:r>
            <a:r>
              <a:rPr lang="ko-KR" altLang="en-US" dirty="0" err="1"/>
              <a:t>트리를</a:t>
            </a:r>
            <a:r>
              <a:rPr lang="ko-KR" altLang="en-US" dirty="0"/>
              <a:t> 탐색용 자료구조로 사용하기 위해 원소 크기에 따라 </a:t>
            </a:r>
            <a:r>
              <a:rPr lang="ko-KR" altLang="en-US" dirty="0" err="1"/>
              <a:t>노드</a:t>
            </a:r>
            <a:r>
              <a:rPr lang="ko-KR" altLang="en-US" dirty="0"/>
              <a:t> 위치를 정의한 것</a:t>
            </a:r>
          </a:p>
        </p:txBody>
      </p:sp>
      <p:sp>
        <p:nvSpPr>
          <p:cNvPr id="55299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5. </a:t>
            </a:r>
            <a:r>
              <a:rPr lang="ko-KR" altLang="en-US"/>
              <a:t>이진 탐색 트리</a:t>
            </a:r>
            <a:endParaRPr lang="ko-KR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78533" y="2577644"/>
            <a:ext cx="4554485" cy="191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4909866" y="2127141"/>
            <a:ext cx="4030913" cy="30490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eaLnBrk="1" hangingPunct="1">
              <a:lnSpc>
                <a:spcPct val="110000"/>
              </a:lnSpc>
              <a:defRPr/>
            </a:pPr>
            <a:r>
              <a:rPr lang="ko-KR" altLang="en-US" dirty="0"/>
              <a:t>이진 탐색 </a:t>
            </a:r>
            <a:r>
              <a:rPr lang="ko-KR" altLang="en-US" dirty="0" err="1"/>
              <a:t>트리의</a:t>
            </a:r>
            <a:r>
              <a:rPr lang="ko-KR" altLang="en-US" dirty="0"/>
              <a:t> 탐색 연산</a:t>
            </a:r>
          </a:p>
          <a:p>
            <a:pPr lvl="1" eaLnBrk="1" hangingPunct="1">
              <a:defRPr/>
            </a:pPr>
            <a:r>
              <a:rPr lang="ko-KR" altLang="en-US" dirty="0"/>
              <a:t>루트에서 시작</a:t>
            </a:r>
            <a:endParaRPr lang="en-US" altLang="ko-KR" dirty="0"/>
          </a:p>
          <a:p>
            <a:pPr lvl="1" eaLnBrk="1" hangingPunct="1">
              <a:defRPr/>
            </a:pPr>
            <a:r>
              <a:rPr lang="ko-KR" altLang="en-US" dirty="0"/>
              <a:t>탐색할 </a:t>
            </a:r>
            <a:r>
              <a:rPr lang="ko-KR" altLang="en-US" dirty="0" err="1"/>
              <a:t>키값</a:t>
            </a:r>
            <a:r>
              <a:rPr lang="ko-KR" altLang="en-US" dirty="0"/>
              <a:t> </a:t>
            </a:r>
            <a:r>
              <a:rPr lang="en-US" altLang="ko-KR" dirty="0"/>
              <a:t>x</a:t>
            </a:r>
            <a:r>
              <a:rPr lang="ko-KR" altLang="en-US" dirty="0"/>
              <a:t>를 루트 </a:t>
            </a:r>
            <a:r>
              <a:rPr lang="ko-KR" altLang="en-US" dirty="0" err="1"/>
              <a:t>노드의</a:t>
            </a:r>
            <a:r>
              <a:rPr lang="ko-KR" altLang="en-US" dirty="0"/>
              <a:t> </a:t>
            </a:r>
            <a:r>
              <a:rPr lang="ko-KR" altLang="en-US" dirty="0" err="1"/>
              <a:t>키값과</a:t>
            </a:r>
            <a:r>
              <a:rPr lang="ko-KR" altLang="en-US" dirty="0"/>
              <a:t> 비교</a:t>
            </a:r>
            <a:endParaRPr lang="en-US" altLang="ko-KR" dirty="0"/>
          </a:p>
          <a:p>
            <a:pPr lvl="2" eaLnBrk="1" hangingPunct="1">
              <a:lnSpc>
                <a:spcPct val="130000"/>
              </a:lnSpc>
              <a:defRPr/>
            </a:pPr>
            <a:r>
              <a:rPr lang="en-US" altLang="ko-KR" dirty="0"/>
              <a:t>(</a:t>
            </a:r>
            <a:r>
              <a:rPr lang="ko-KR" altLang="en-US" dirty="0" err="1"/>
              <a:t>키값</a:t>
            </a:r>
            <a:r>
              <a:rPr lang="ko-KR" altLang="en-US" dirty="0"/>
              <a:t> </a:t>
            </a:r>
            <a:r>
              <a:rPr lang="en-US" altLang="ko-KR" dirty="0"/>
              <a:t>x </a:t>
            </a:r>
            <a:r>
              <a:rPr lang="en-US" altLang="ko-KR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=</a:t>
            </a:r>
            <a:r>
              <a:rPr lang="en-US" altLang="ko-KR" dirty="0"/>
              <a:t> </a:t>
            </a:r>
            <a:r>
              <a:rPr lang="ko-KR" altLang="en-US" dirty="0"/>
              <a:t>루트 </a:t>
            </a:r>
            <a:r>
              <a:rPr lang="ko-KR" altLang="en-US" dirty="0" err="1"/>
              <a:t>노드의</a:t>
            </a:r>
            <a:r>
              <a:rPr lang="ko-KR" altLang="en-US" dirty="0"/>
              <a:t> </a:t>
            </a:r>
            <a:r>
              <a:rPr lang="ko-KR" altLang="en-US" dirty="0" err="1"/>
              <a:t>키값</a:t>
            </a:r>
            <a:r>
              <a:rPr lang="en-US" altLang="ko-KR" dirty="0"/>
              <a:t>)</a:t>
            </a:r>
            <a:r>
              <a:rPr lang="ko-KR" altLang="en-US" dirty="0"/>
              <a:t>인 경우 </a:t>
            </a:r>
            <a:r>
              <a:rPr lang="en-US" altLang="ko-KR" dirty="0"/>
              <a:t>: </a:t>
            </a:r>
            <a:r>
              <a:rPr lang="ko-KR" altLang="en-US" dirty="0"/>
              <a:t>원하는 원소를 찾았으므로 탐색 연산</a:t>
            </a:r>
            <a:endParaRPr lang="en-US" altLang="ko-KR" dirty="0"/>
          </a:p>
          <a:p>
            <a:pPr marL="627062" lvl="2" indent="0" eaLnBrk="1" hangingPunct="1">
              <a:lnSpc>
                <a:spcPct val="130000"/>
              </a:lnSpc>
              <a:buNone/>
              <a:defRPr/>
            </a:pPr>
            <a:r>
              <a:rPr lang="ko-KR" altLang="en-US" dirty="0"/>
              <a:t>                                                  성공 	</a:t>
            </a:r>
          </a:p>
          <a:p>
            <a:pPr lvl="2" eaLnBrk="1" hangingPunct="1">
              <a:lnSpc>
                <a:spcPct val="90000"/>
              </a:lnSpc>
              <a:defRPr/>
            </a:pPr>
            <a:r>
              <a:rPr lang="en-US" altLang="ko-KR" dirty="0"/>
              <a:t>(</a:t>
            </a:r>
            <a:r>
              <a:rPr lang="ko-KR" altLang="en-US" dirty="0" err="1"/>
              <a:t>키값</a:t>
            </a:r>
            <a:r>
              <a:rPr lang="ko-KR" altLang="en-US" dirty="0"/>
              <a:t> </a:t>
            </a:r>
            <a:r>
              <a:rPr lang="en-US" altLang="ko-KR" dirty="0"/>
              <a:t>x </a:t>
            </a:r>
            <a:r>
              <a:rPr lang="en-US" altLang="ko-KR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&lt;</a:t>
            </a:r>
            <a:r>
              <a:rPr lang="en-US" altLang="ko-KR" dirty="0"/>
              <a:t> </a:t>
            </a:r>
            <a:r>
              <a:rPr lang="ko-KR" altLang="en-US" dirty="0"/>
              <a:t>루트 </a:t>
            </a:r>
            <a:r>
              <a:rPr lang="ko-KR" altLang="en-US" dirty="0" err="1"/>
              <a:t>노드의</a:t>
            </a:r>
            <a:r>
              <a:rPr lang="ko-KR" altLang="en-US" dirty="0"/>
              <a:t> </a:t>
            </a:r>
            <a:r>
              <a:rPr lang="ko-KR" altLang="en-US" dirty="0" err="1"/>
              <a:t>키값</a:t>
            </a:r>
            <a:r>
              <a:rPr lang="en-US" altLang="ko-KR" dirty="0"/>
              <a:t>)</a:t>
            </a:r>
            <a:r>
              <a:rPr lang="ko-KR" altLang="en-US" dirty="0"/>
              <a:t>인 경우 </a:t>
            </a:r>
            <a:r>
              <a:rPr lang="en-US" altLang="ko-KR" dirty="0"/>
              <a:t>: </a:t>
            </a:r>
            <a:r>
              <a:rPr lang="ko-KR" altLang="en-US" dirty="0"/>
              <a:t>루트 노드의 왼쪽 서브 트리에 대해서 </a:t>
            </a:r>
            <a:endParaRPr lang="en-US" altLang="ko-KR" dirty="0"/>
          </a:p>
          <a:p>
            <a:pPr marL="627062" lvl="2" indent="0" eaLnBrk="1" hangingPunct="1">
              <a:lnSpc>
                <a:spcPct val="90000"/>
              </a:lnSpc>
              <a:buNone/>
              <a:defRPr/>
            </a:pPr>
            <a:r>
              <a:rPr lang="en-US" altLang="ko-KR" dirty="0"/>
              <a:t>                                                  </a:t>
            </a:r>
            <a:r>
              <a:rPr lang="ko-KR" altLang="en-US" dirty="0"/>
              <a:t>탐색 연산 수행 </a:t>
            </a:r>
          </a:p>
          <a:p>
            <a:pPr lvl="2" eaLnBrk="1" hangingPunct="1">
              <a:lnSpc>
                <a:spcPct val="20000"/>
              </a:lnSpc>
              <a:buFontTx/>
              <a:buNone/>
              <a:defRPr/>
            </a:pPr>
            <a:endParaRPr lang="ko-KR" altLang="en-US" dirty="0"/>
          </a:p>
          <a:p>
            <a:pPr lvl="2" eaLnBrk="1" hangingPunct="1">
              <a:lnSpc>
                <a:spcPct val="90000"/>
              </a:lnSpc>
              <a:defRPr/>
            </a:pPr>
            <a:r>
              <a:rPr lang="en-US" altLang="ko-KR" dirty="0"/>
              <a:t>(</a:t>
            </a:r>
            <a:r>
              <a:rPr lang="ko-KR" altLang="en-US" dirty="0" err="1"/>
              <a:t>키값</a:t>
            </a:r>
            <a:r>
              <a:rPr lang="ko-KR" altLang="en-US" dirty="0"/>
              <a:t> </a:t>
            </a:r>
            <a:r>
              <a:rPr lang="en-US" altLang="ko-KR" dirty="0"/>
              <a:t>x </a:t>
            </a:r>
            <a:r>
              <a:rPr lang="en-US" altLang="ko-KR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&gt;</a:t>
            </a:r>
            <a:r>
              <a:rPr lang="en-US" altLang="ko-KR" dirty="0"/>
              <a:t> </a:t>
            </a:r>
            <a:r>
              <a:rPr lang="ko-KR" altLang="en-US" dirty="0"/>
              <a:t>루트 </a:t>
            </a:r>
            <a:r>
              <a:rPr lang="ko-KR" altLang="en-US" dirty="0" err="1"/>
              <a:t>노드의</a:t>
            </a:r>
            <a:r>
              <a:rPr lang="ko-KR" altLang="en-US" dirty="0"/>
              <a:t> </a:t>
            </a:r>
            <a:r>
              <a:rPr lang="ko-KR" altLang="en-US" dirty="0" err="1"/>
              <a:t>키값</a:t>
            </a:r>
            <a:r>
              <a:rPr lang="en-US" altLang="ko-KR" dirty="0"/>
              <a:t>)</a:t>
            </a:r>
            <a:r>
              <a:rPr lang="ko-KR" altLang="en-US" dirty="0"/>
              <a:t>인 경우 </a:t>
            </a:r>
            <a:r>
              <a:rPr lang="en-US" altLang="ko-KR" dirty="0"/>
              <a:t>: </a:t>
            </a:r>
            <a:r>
              <a:rPr lang="ko-KR" altLang="en-US" dirty="0"/>
              <a:t>루트 노드의 오른쪽 서브 트리에 대해</a:t>
            </a:r>
            <a:endParaRPr lang="en-US" altLang="ko-KR" dirty="0"/>
          </a:p>
          <a:p>
            <a:pPr marL="627062" lvl="2" indent="0" eaLnBrk="1" hangingPunct="1">
              <a:lnSpc>
                <a:spcPct val="90000"/>
              </a:lnSpc>
              <a:buNone/>
              <a:defRPr/>
            </a:pPr>
            <a:r>
              <a:rPr lang="ko-KR" altLang="en-US" dirty="0"/>
              <a:t>                                                  서 탐색 연산 수행</a:t>
            </a:r>
          </a:p>
          <a:p>
            <a:pPr lvl="3" eaLnBrk="1" hangingPunct="1">
              <a:lnSpc>
                <a:spcPct val="90000"/>
              </a:lnSpc>
              <a:defRPr/>
            </a:pPr>
            <a:endParaRPr lang="ko-KR" altLang="en-US" dirty="0"/>
          </a:p>
          <a:p>
            <a:pPr lvl="1" eaLnBrk="1" hangingPunct="1">
              <a:lnSpc>
                <a:spcPct val="90000"/>
              </a:lnSpc>
              <a:defRPr/>
            </a:pPr>
            <a:r>
              <a:rPr lang="ko-KR" altLang="en-US" dirty="0"/>
              <a:t>서브 트리에 대해서 순환적으로 탐색 연산을 반복</a:t>
            </a:r>
            <a:endParaRPr lang="en-US" altLang="ko-KR" dirty="0"/>
          </a:p>
          <a:p>
            <a:pPr>
              <a:defRPr/>
            </a:pPr>
            <a:endParaRPr lang="ko-KR" altLang="en-US" dirty="0"/>
          </a:p>
        </p:txBody>
      </p:sp>
      <p:sp>
        <p:nvSpPr>
          <p:cNvPr id="5632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5. </a:t>
            </a:r>
            <a:r>
              <a:rPr lang="ko-KR" altLang="en-US"/>
              <a:t>이진 탐색 트리</a:t>
            </a:r>
            <a:endParaRPr lang="ko-KR" altLang="en-US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내용 개체 틀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357187" lvl="1" indent="0">
              <a:buNone/>
            </a:pPr>
            <a:endParaRPr lang="ko-KR" altLang="en-US" dirty="0"/>
          </a:p>
          <a:p>
            <a:pPr lvl="1"/>
            <a:endParaRPr lang="ko-KR" altLang="en-US" dirty="0"/>
          </a:p>
        </p:txBody>
      </p:sp>
      <p:sp>
        <p:nvSpPr>
          <p:cNvPr id="57347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5. </a:t>
            </a:r>
            <a:r>
              <a:rPr lang="ko-KR" altLang="en-US"/>
              <a:t>이진 탐색 트리</a:t>
            </a:r>
            <a:endParaRPr lang="ko-KR" alt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425791" y="1340768"/>
            <a:ext cx="8356332" cy="33843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lvl="1" eaLnBrk="1" hangingPunct="1">
              <a:defRPr/>
            </a:pPr>
            <a:r>
              <a:rPr lang="ko-KR" altLang="en-US" dirty="0"/>
              <a:t>이진 탐색 </a:t>
            </a:r>
            <a:r>
              <a:rPr lang="ko-KR" altLang="en-US" dirty="0" err="1"/>
              <a:t>트리에서</a:t>
            </a:r>
            <a:r>
              <a:rPr lang="ko-KR" altLang="en-US" dirty="0"/>
              <a:t> 원소 </a:t>
            </a:r>
            <a:r>
              <a:rPr lang="en-US" altLang="ko-KR" dirty="0"/>
              <a:t>11</a:t>
            </a:r>
            <a:r>
              <a:rPr lang="ko-KR" altLang="en-US" dirty="0"/>
              <a:t>을 탐색</a:t>
            </a:r>
            <a:endParaRPr lang="en-US" altLang="ko-KR" dirty="0"/>
          </a:p>
          <a:p>
            <a:pPr lvl="1" eaLnBrk="1" hangingPunct="1">
              <a:defRPr/>
            </a:pPr>
            <a:endParaRPr lang="en-US" altLang="ko-KR" dirty="0"/>
          </a:p>
          <a:p>
            <a:pPr lvl="1" eaLnBrk="1" hangingPunct="1">
              <a:defRPr/>
            </a:pPr>
            <a:endParaRPr lang="en-US" altLang="ko-KR" dirty="0"/>
          </a:p>
          <a:p>
            <a:pPr lvl="1" eaLnBrk="1" hangingPunct="1">
              <a:defRPr/>
            </a:pPr>
            <a:endParaRPr lang="en-US" altLang="ko-KR" dirty="0"/>
          </a:p>
          <a:p>
            <a:pPr lvl="1" eaLnBrk="1" hangingPunct="1">
              <a:defRPr/>
            </a:pPr>
            <a:endParaRPr lang="en-US" altLang="ko-KR" dirty="0"/>
          </a:p>
          <a:p>
            <a:pPr lvl="1" eaLnBrk="1" hangingPunct="1">
              <a:defRPr/>
            </a:pPr>
            <a:endParaRPr lang="en-US" altLang="ko-KR" dirty="0"/>
          </a:p>
          <a:p>
            <a:pPr lvl="1" eaLnBrk="1" hangingPunct="1">
              <a:defRPr/>
            </a:pPr>
            <a:endParaRPr lang="en-US" altLang="ko-KR" dirty="0"/>
          </a:p>
          <a:p>
            <a:pPr lvl="1" eaLnBrk="1" hangingPunct="1">
              <a:defRPr/>
            </a:pPr>
            <a:endParaRPr lang="en-US" altLang="ko-KR" dirty="0"/>
          </a:p>
          <a:p>
            <a:pPr lvl="2">
              <a:defRPr/>
            </a:pPr>
            <a:endParaRPr lang="en-US" altLang="ko-KR" dirty="0"/>
          </a:p>
          <a:p>
            <a:pPr lvl="2">
              <a:defRPr/>
            </a:pPr>
            <a:r>
              <a:rPr lang="ko-KR" altLang="en-US" dirty="0"/>
              <a:t>① </a:t>
            </a:r>
            <a:r>
              <a:rPr lang="en-US" altLang="ko-KR" dirty="0"/>
              <a:t>(</a:t>
            </a:r>
            <a:r>
              <a:rPr lang="ko-KR" altLang="en-US" dirty="0"/>
              <a:t>찾는 </a:t>
            </a:r>
            <a:r>
              <a:rPr lang="ko-KR" altLang="en-US" dirty="0" err="1"/>
              <a:t>키값</a:t>
            </a:r>
            <a:r>
              <a:rPr lang="ko-KR" altLang="en-US" dirty="0"/>
              <a:t> </a:t>
            </a:r>
            <a:r>
              <a:rPr lang="en-US" altLang="ko-KR" dirty="0"/>
              <a:t>11</a:t>
            </a:r>
            <a:r>
              <a:rPr lang="ko-KR" altLang="en-US" dirty="0"/>
              <a:t>＞루트 </a:t>
            </a:r>
            <a:r>
              <a:rPr lang="ko-KR" altLang="en-US" dirty="0" err="1"/>
              <a:t>노드의</a:t>
            </a:r>
            <a:r>
              <a:rPr lang="ko-KR" altLang="en-US" dirty="0"/>
              <a:t> </a:t>
            </a:r>
            <a:r>
              <a:rPr lang="ko-KR" altLang="en-US" dirty="0" err="1"/>
              <a:t>키값</a:t>
            </a:r>
            <a:r>
              <a:rPr lang="ko-KR" altLang="en-US" dirty="0"/>
              <a:t> </a:t>
            </a:r>
            <a:r>
              <a:rPr lang="en-US" altLang="ko-KR" dirty="0"/>
              <a:t>8)</a:t>
            </a:r>
            <a:r>
              <a:rPr lang="ko-KR" altLang="en-US" dirty="0"/>
              <a:t>이므로 오른쪽 서브 트리 탐색</a:t>
            </a:r>
            <a:endParaRPr lang="en-US" altLang="ko-KR" dirty="0"/>
          </a:p>
          <a:p>
            <a:pPr lvl="2">
              <a:defRPr/>
            </a:pPr>
            <a:r>
              <a:rPr lang="en-US" altLang="ko-KR" dirty="0"/>
              <a:t>② (</a:t>
            </a:r>
            <a:r>
              <a:rPr lang="ko-KR" altLang="en-US" dirty="0"/>
              <a:t>찾는 </a:t>
            </a:r>
            <a:r>
              <a:rPr lang="ko-KR" altLang="en-US" dirty="0" err="1"/>
              <a:t>키값</a:t>
            </a:r>
            <a:r>
              <a:rPr lang="ko-KR" altLang="en-US" dirty="0"/>
              <a:t> </a:t>
            </a:r>
            <a:r>
              <a:rPr lang="en-US" altLang="ko-KR" dirty="0"/>
              <a:t>11</a:t>
            </a:r>
            <a:r>
              <a:rPr lang="ko-KR" altLang="en-US" dirty="0"/>
              <a:t>＞</a:t>
            </a:r>
            <a:r>
              <a:rPr lang="ko-KR" altLang="en-US" dirty="0" err="1"/>
              <a:t>노드의</a:t>
            </a:r>
            <a:r>
              <a:rPr lang="ko-KR" altLang="en-US" dirty="0"/>
              <a:t> </a:t>
            </a:r>
            <a:r>
              <a:rPr lang="ko-KR" altLang="en-US" dirty="0" err="1"/>
              <a:t>키값</a:t>
            </a:r>
            <a:r>
              <a:rPr lang="ko-KR" altLang="en-US" dirty="0"/>
              <a:t> </a:t>
            </a:r>
            <a:r>
              <a:rPr lang="en-US" altLang="ko-KR" dirty="0"/>
              <a:t>10)</a:t>
            </a:r>
            <a:r>
              <a:rPr lang="ko-KR" altLang="en-US" dirty="0"/>
              <a:t>이므로 다시 오른쪽 서브 트리 탐색</a:t>
            </a:r>
            <a:endParaRPr lang="en-US" altLang="ko-KR" dirty="0"/>
          </a:p>
          <a:p>
            <a:pPr lvl="2">
              <a:defRPr/>
            </a:pPr>
            <a:r>
              <a:rPr lang="en-US" altLang="ko-KR" dirty="0"/>
              <a:t>③ (</a:t>
            </a:r>
            <a:r>
              <a:rPr lang="ko-KR" altLang="en-US" dirty="0"/>
              <a:t>찾는 </a:t>
            </a:r>
            <a:r>
              <a:rPr lang="ko-KR" altLang="en-US" dirty="0" err="1"/>
              <a:t>키값</a:t>
            </a:r>
            <a:r>
              <a:rPr lang="ko-KR" altLang="en-US" dirty="0"/>
              <a:t> </a:t>
            </a:r>
            <a:r>
              <a:rPr lang="en-US" altLang="ko-KR" dirty="0"/>
              <a:t>11</a:t>
            </a:r>
            <a:r>
              <a:rPr lang="ko-KR" altLang="en-US" dirty="0"/>
              <a:t>＜</a:t>
            </a:r>
            <a:r>
              <a:rPr lang="ko-KR" altLang="en-US" dirty="0" err="1"/>
              <a:t>노드의</a:t>
            </a:r>
            <a:r>
              <a:rPr lang="ko-KR" altLang="en-US" dirty="0"/>
              <a:t> </a:t>
            </a:r>
            <a:r>
              <a:rPr lang="ko-KR" altLang="en-US" dirty="0" err="1"/>
              <a:t>키값</a:t>
            </a:r>
            <a:r>
              <a:rPr lang="ko-KR" altLang="en-US" dirty="0"/>
              <a:t> </a:t>
            </a:r>
            <a:r>
              <a:rPr lang="en-US" altLang="ko-KR" dirty="0"/>
              <a:t>14)</a:t>
            </a:r>
            <a:r>
              <a:rPr lang="ko-KR" altLang="en-US" dirty="0"/>
              <a:t>이므로 왼쪽 서브 트리 탐색</a:t>
            </a:r>
            <a:endParaRPr lang="en-US" altLang="ko-KR" dirty="0"/>
          </a:p>
          <a:p>
            <a:pPr lvl="2">
              <a:defRPr/>
            </a:pPr>
            <a:r>
              <a:rPr lang="en-US" altLang="ko-KR" dirty="0"/>
              <a:t>④ (</a:t>
            </a:r>
            <a:r>
              <a:rPr lang="ko-KR" altLang="en-US" dirty="0"/>
              <a:t>찾는 </a:t>
            </a:r>
            <a:r>
              <a:rPr lang="ko-KR" altLang="en-US" dirty="0" err="1"/>
              <a:t>키값</a:t>
            </a:r>
            <a:r>
              <a:rPr lang="ko-KR" altLang="en-US" dirty="0"/>
              <a:t> </a:t>
            </a:r>
            <a:r>
              <a:rPr lang="en-US" altLang="ko-KR" dirty="0"/>
              <a:t>11 = </a:t>
            </a:r>
            <a:r>
              <a:rPr lang="ko-KR" altLang="en-US" dirty="0" err="1"/>
              <a:t>노드의</a:t>
            </a:r>
            <a:r>
              <a:rPr lang="ko-KR" altLang="en-US" dirty="0"/>
              <a:t> </a:t>
            </a:r>
            <a:r>
              <a:rPr lang="ko-KR" altLang="en-US" dirty="0" err="1"/>
              <a:t>키값</a:t>
            </a:r>
            <a:r>
              <a:rPr lang="ko-KR" altLang="en-US" dirty="0"/>
              <a:t> </a:t>
            </a:r>
            <a:r>
              <a:rPr lang="en-US" altLang="ko-KR" dirty="0"/>
              <a:t>11)</a:t>
            </a:r>
            <a:r>
              <a:rPr lang="ko-KR" altLang="en-US" dirty="0"/>
              <a:t>이므로 탐색 성공으로 연산 종료</a:t>
            </a:r>
          </a:p>
        </p:txBody>
      </p:sp>
      <p:sp>
        <p:nvSpPr>
          <p:cNvPr id="58371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5. </a:t>
            </a:r>
            <a:r>
              <a:rPr lang="ko-KR" altLang="en-US"/>
              <a:t>이진 탐색 트리</a:t>
            </a:r>
            <a:endParaRPr lang="ko-KR" alt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365362" y="1438902"/>
            <a:ext cx="4210622" cy="30762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내용 개체 틀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eaLnBrk="1" hangingPunct="1">
              <a:lnSpc>
                <a:spcPct val="110000"/>
              </a:lnSpc>
            </a:pPr>
            <a:r>
              <a:rPr lang="ko-KR" altLang="en-US" dirty="0"/>
              <a:t>이진 탐색 </a:t>
            </a:r>
            <a:r>
              <a:rPr lang="ko-KR" altLang="en-US" dirty="0" err="1"/>
              <a:t>트리의</a:t>
            </a:r>
            <a:r>
              <a:rPr lang="ko-KR" altLang="en-US" dirty="0"/>
              <a:t> 삽입 연산</a:t>
            </a:r>
            <a:endParaRPr lang="en-US" altLang="ko-KR" dirty="0"/>
          </a:p>
          <a:p>
            <a:pPr lvl="1" eaLnBrk="1" hangingPunct="1">
              <a:buFont typeface="Wingdings" pitchFamily="2" charset="2"/>
              <a:buNone/>
            </a:pPr>
            <a:r>
              <a:rPr lang="en-US" altLang="ko-KR" dirty="0"/>
              <a:t>1) </a:t>
            </a:r>
            <a:r>
              <a:rPr lang="ko-KR" altLang="en-US" dirty="0"/>
              <a:t>먼저 탐색 연산을 수행</a:t>
            </a:r>
          </a:p>
          <a:p>
            <a:pPr lvl="2" eaLnBrk="1" hangingPunct="1">
              <a:lnSpc>
                <a:spcPct val="110000"/>
              </a:lnSpc>
            </a:pPr>
            <a:r>
              <a:rPr lang="ko-KR" altLang="en-US" dirty="0"/>
              <a:t>삽입할 원소와 같은 원소가 </a:t>
            </a:r>
            <a:r>
              <a:rPr lang="ko-KR" altLang="en-US" dirty="0" err="1"/>
              <a:t>트리에</a:t>
            </a:r>
            <a:r>
              <a:rPr lang="ko-KR" altLang="en-US" dirty="0"/>
              <a:t> 있으면 삽입할 수 없으므로</a:t>
            </a:r>
            <a:r>
              <a:rPr lang="en-US" altLang="ko-KR" dirty="0"/>
              <a:t>, </a:t>
            </a:r>
            <a:r>
              <a:rPr lang="ko-KR" altLang="en-US" dirty="0"/>
              <a:t>같은 원소</a:t>
            </a:r>
            <a:endParaRPr lang="en-US" altLang="ko-KR" dirty="0"/>
          </a:p>
          <a:p>
            <a:pPr marL="627062" lvl="2" indent="0" eaLnBrk="1" hangingPunct="1">
              <a:lnSpc>
                <a:spcPct val="110000"/>
              </a:lnSpc>
              <a:buNone/>
            </a:pPr>
            <a:r>
              <a:rPr lang="en-US" altLang="ko-KR" dirty="0"/>
              <a:t>  </a:t>
            </a:r>
            <a:r>
              <a:rPr lang="ko-KR" altLang="en-US" dirty="0"/>
              <a:t>가 </a:t>
            </a:r>
            <a:r>
              <a:rPr lang="ko-KR" altLang="en-US" dirty="0" err="1"/>
              <a:t>트리에</a:t>
            </a:r>
            <a:r>
              <a:rPr lang="ko-KR" altLang="en-US" dirty="0"/>
              <a:t> 있는지 탐색하여 확인</a:t>
            </a:r>
            <a:endParaRPr lang="en-US" altLang="ko-KR" dirty="0"/>
          </a:p>
          <a:p>
            <a:pPr lvl="2" eaLnBrk="1" hangingPunct="1">
              <a:lnSpc>
                <a:spcPct val="110000"/>
              </a:lnSpc>
            </a:pPr>
            <a:r>
              <a:rPr lang="ko-KR" altLang="en-US" dirty="0"/>
              <a:t>탐색에서 탐색 실패가 결정되는 위치가 삽입 위치가 됨</a:t>
            </a:r>
            <a:endParaRPr lang="en-US" altLang="ko-KR" dirty="0"/>
          </a:p>
          <a:p>
            <a:pPr marL="357187" lvl="1" indent="0" eaLnBrk="1" hangingPunct="1">
              <a:buNone/>
            </a:pPr>
            <a:r>
              <a:rPr lang="en-US" altLang="ko-KR" dirty="0"/>
              <a:t>2) </a:t>
            </a:r>
            <a:r>
              <a:rPr lang="ko-KR" altLang="en-US" dirty="0"/>
              <a:t>탐색 실패한 위치에 원소를 삽입</a:t>
            </a:r>
          </a:p>
          <a:p>
            <a:pPr lvl="2" eaLnBrk="1" hangingPunct="1">
              <a:lnSpc>
                <a:spcPct val="110000"/>
              </a:lnSpc>
            </a:pPr>
            <a:endParaRPr lang="en-US" altLang="ko-KR" dirty="0"/>
          </a:p>
          <a:p>
            <a:pPr marL="627062" lvl="2" indent="0" eaLnBrk="1" hangingPunct="1">
              <a:lnSpc>
                <a:spcPct val="110000"/>
              </a:lnSpc>
              <a:buNone/>
            </a:pPr>
            <a:endParaRPr lang="en-US" altLang="ko-KR" dirty="0"/>
          </a:p>
        </p:txBody>
      </p:sp>
      <p:sp>
        <p:nvSpPr>
          <p:cNvPr id="59395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</a:t>
            </a:r>
            <a:r>
              <a:rPr lang="en-US" altLang="ko-KR"/>
              <a:t>. </a:t>
            </a:r>
            <a:r>
              <a:rPr lang="ko-KR" altLang="en-US"/>
              <a:t>이진 탐색 트리</a:t>
            </a:r>
            <a:endParaRPr lang="ko-KR" altLang="en-US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내용 개체 틀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lvl="1"/>
            <a:r>
              <a:rPr lang="ko-KR" altLang="en-US" dirty="0"/>
              <a:t>이진 탐색 </a:t>
            </a:r>
            <a:r>
              <a:rPr lang="ko-KR" altLang="en-US" dirty="0" err="1"/>
              <a:t>트리에서</a:t>
            </a:r>
            <a:r>
              <a:rPr lang="ko-KR" altLang="en-US" dirty="0"/>
              <a:t> 삽입 연산을 하는 알고리즘</a:t>
            </a:r>
            <a:endParaRPr lang="en-US" altLang="ko-KR" dirty="0"/>
          </a:p>
          <a:p>
            <a:pPr lvl="2"/>
            <a:r>
              <a:rPr lang="ko-KR" altLang="en-US" dirty="0"/>
              <a:t>삽입할 자리를 찾기 위해 포인터 </a:t>
            </a:r>
            <a:r>
              <a:rPr lang="en-US" altLang="ko-KR" dirty="0"/>
              <a:t>p</a:t>
            </a:r>
            <a:r>
              <a:rPr lang="ko-KR" altLang="en-US" dirty="0"/>
              <a:t>를 사용</a:t>
            </a:r>
            <a:r>
              <a:rPr lang="en-US" altLang="ko-KR" dirty="0"/>
              <a:t>, </a:t>
            </a:r>
            <a:r>
              <a:rPr lang="ko-KR" altLang="en-US" dirty="0"/>
              <a:t>삽입할 </a:t>
            </a:r>
            <a:r>
              <a:rPr lang="ko-KR" altLang="en-US" dirty="0" err="1"/>
              <a:t>노드의</a:t>
            </a:r>
            <a:r>
              <a:rPr lang="ko-KR" altLang="en-US" dirty="0"/>
              <a:t> 부모 </a:t>
            </a:r>
            <a:r>
              <a:rPr lang="ko-KR" altLang="en-US" dirty="0" err="1"/>
              <a:t>노드를</a:t>
            </a:r>
            <a:r>
              <a:rPr lang="ko-KR" altLang="en-US" dirty="0"/>
              <a:t> 지</a:t>
            </a:r>
            <a:endParaRPr lang="en-US" altLang="ko-KR" dirty="0"/>
          </a:p>
          <a:p>
            <a:pPr marL="627062" lvl="2" indent="0">
              <a:buNone/>
            </a:pPr>
            <a:r>
              <a:rPr lang="en-US" altLang="ko-KR" dirty="0"/>
              <a:t>  </a:t>
            </a:r>
            <a:r>
              <a:rPr lang="ko-KR" altLang="en-US" dirty="0"/>
              <a:t>정하기 위해 포인터</a:t>
            </a:r>
            <a:r>
              <a:rPr lang="en-US" altLang="ko-KR" dirty="0"/>
              <a:t>q </a:t>
            </a:r>
            <a:r>
              <a:rPr lang="ko-KR" altLang="en-US" dirty="0"/>
              <a:t>를 사용</a:t>
            </a:r>
          </a:p>
        </p:txBody>
      </p:sp>
      <p:sp>
        <p:nvSpPr>
          <p:cNvPr id="60419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</a:t>
            </a:r>
            <a:r>
              <a:rPr lang="en-US" altLang="ko-KR"/>
              <a:t>. </a:t>
            </a:r>
            <a:r>
              <a:rPr lang="ko-KR" altLang="en-US"/>
              <a:t>이진 탐색 트리</a:t>
            </a:r>
            <a:endParaRPr lang="ko-KR" altLang="en-US" dirty="0"/>
          </a:p>
        </p:txBody>
      </p:sp>
      <p:sp>
        <p:nvSpPr>
          <p:cNvPr id="60421" name="AutoShape 4" descr="PIC34F"/>
          <p:cNvSpPr>
            <a:spLocks noChangeAspect="1" noChangeArrowheads="1"/>
          </p:cNvSpPr>
          <p:nvPr/>
        </p:nvSpPr>
        <p:spPr bwMode="auto">
          <a:xfrm>
            <a:off x="5391150" y="4149725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eaLnBrk="1" hangingPunct="1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115616" y="2201903"/>
            <a:ext cx="6087916" cy="4200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lvl="1" eaLnBrk="1" hangingPunct="1">
              <a:defRPr/>
            </a:pPr>
            <a:r>
              <a:rPr lang="ko-KR" altLang="en-US" dirty="0"/>
              <a:t>이진 탐색 </a:t>
            </a:r>
            <a:r>
              <a:rPr lang="ko-KR" altLang="en-US" dirty="0" err="1"/>
              <a:t>트리에</a:t>
            </a:r>
            <a:r>
              <a:rPr lang="ko-KR" altLang="en-US" dirty="0"/>
              <a:t> 원소 </a:t>
            </a:r>
            <a:r>
              <a:rPr lang="en-US" altLang="ko-KR" dirty="0"/>
              <a:t>4</a:t>
            </a:r>
            <a:r>
              <a:rPr lang="ko-KR" altLang="en-US" dirty="0"/>
              <a:t>를 삽입하기</a:t>
            </a:r>
            <a:endParaRPr lang="en-US" altLang="ko-KR" dirty="0"/>
          </a:p>
          <a:p>
            <a:pPr lvl="1" eaLnBrk="1" hangingPunct="1">
              <a:defRPr/>
            </a:pPr>
            <a:endParaRPr lang="en-US" altLang="ko-KR" dirty="0"/>
          </a:p>
          <a:p>
            <a:pPr lvl="1" eaLnBrk="1" hangingPunct="1">
              <a:defRPr/>
            </a:pPr>
            <a:endParaRPr lang="en-US" altLang="ko-KR" dirty="0"/>
          </a:p>
          <a:p>
            <a:pPr lvl="1" eaLnBrk="1" hangingPunct="1">
              <a:defRPr/>
            </a:pPr>
            <a:endParaRPr lang="en-US" altLang="ko-KR" dirty="0"/>
          </a:p>
          <a:p>
            <a:pPr lvl="1" eaLnBrk="1" hangingPunct="1">
              <a:defRPr/>
            </a:pPr>
            <a:endParaRPr lang="en-US" altLang="ko-KR" dirty="0"/>
          </a:p>
          <a:p>
            <a:pPr lvl="1" eaLnBrk="1" hangingPunct="1">
              <a:defRPr/>
            </a:pPr>
            <a:endParaRPr lang="en-US" altLang="ko-KR" dirty="0"/>
          </a:p>
          <a:p>
            <a:pPr lvl="1" eaLnBrk="1" hangingPunct="1">
              <a:defRPr/>
            </a:pPr>
            <a:endParaRPr lang="en-US" altLang="ko-KR" dirty="0"/>
          </a:p>
          <a:p>
            <a:pPr lvl="1" eaLnBrk="1" hangingPunct="1">
              <a:defRPr/>
            </a:pPr>
            <a:endParaRPr lang="en-US" altLang="ko-KR" dirty="0"/>
          </a:p>
          <a:p>
            <a:pPr lvl="1" eaLnBrk="1" hangingPunct="1">
              <a:defRPr/>
            </a:pPr>
            <a:endParaRPr lang="en-US" altLang="ko-KR" dirty="0"/>
          </a:p>
          <a:p>
            <a:pPr marL="627062" lvl="2" indent="0" eaLnBrk="1" hangingPunct="1">
              <a:buNone/>
              <a:defRPr/>
            </a:pPr>
            <a:r>
              <a:rPr lang="ko-KR" altLang="en-US" dirty="0"/>
              <a:t>① </a:t>
            </a:r>
            <a:r>
              <a:rPr lang="en-US" altLang="ko-KR" dirty="0"/>
              <a:t>(</a:t>
            </a:r>
            <a:r>
              <a:rPr lang="ko-KR" altLang="en-US" dirty="0"/>
              <a:t>찾는 </a:t>
            </a:r>
            <a:r>
              <a:rPr lang="ko-KR" altLang="en-US" dirty="0" err="1"/>
              <a:t>키값</a:t>
            </a:r>
            <a:r>
              <a:rPr lang="ko-KR" altLang="en-US" dirty="0"/>
              <a:t> </a:t>
            </a:r>
            <a:r>
              <a:rPr lang="en-US" altLang="ko-KR" dirty="0"/>
              <a:t>4</a:t>
            </a:r>
            <a:r>
              <a:rPr lang="ko-KR" altLang="en-US" dirty="0"/>
              <a:t>＜루트 </a:t>
            </a:r>
            <a:r>
              <a:rPr lang="ko-KR" altLang="en-US" dirty="0" err="1"/>
              <a:t>노드의</a:t>
            </a:r>
            <a:r>
              <a:rPr lang="ko-KR" altLang="en-US" dirty="0"/>
              <a:t> </a:t>
            </a:r>
            <a:r>
              <a:rPr lang="ko-KR" altLang="en-US" dirty="0" err="1"/>
              <a:t>키값</a:t>
            </a:r>
            <a:r>
              <a:rPr lang="ko-KR" altLang="en-US" dirty="0"/>
              <a:t> </a:t>
            </a:r>
            <a:r>
              <a:rPr lang="en-US" altLang="ko-KR" dirty="0"/>
              <a:t>8)</a:t>
            </a:r>
            <a:r>
              <a:rPr lang="ko-KR" altLang="en-US" dirty="0"/>
              <a:t>이므로 왼쪽 서브 </a:t>
            </a:r>
            <a:r>
              <a:rPr lang="ko-KR" altLang="en-US" dirty="0" err="1"/>
              <a:t>트리를</a:t>
            </a:r>
            <a:r>
              <a:rPr lang="ko-KR" altLang="en-US" dirty="0"/>
              <a:t> 탐색</a:t>
            </a:r>
            <a:endParaRPr lang="en-US" altLang="ko-KR" dirty="0"/>
          </a:p>
          <a:p>
            <a:pPr marL="627062" lvl="2" indent="0" eaLnBrk="1" hangingPunct="1">
              <a:buNone/>
              <a:defRPr/>
            </a:pPr>
            <a:r>
              <a:rPr lang="en-US" altLang="ko-KR" dirty="0"/>
              <a:t>② (</a:t>
            </a:r>
            <a:r>
              <a:rPr lang="ko-KR" altLang="en-US" dirty="0"/>
              <a:t>찾는 </a:t>
            </a:r>
            <a:r>
              <a:rPr lang="ko-KR" altLang="en-US" dirty="0" err="1"/>
              <a:t>키값</a:t>
            </a:r>
            <a:r>
              <a:rPr lang="ko-KR" altLang="en-US" dirty="0"/>
              <a:t> </a:t>
            </a:r>
            <a:r>
              <a:rPr lang="en-US" altLang="ko-KR" dirty="0"/>
              <a:t>4</a:t>
            </a:r>
            <a:r>
              <a:rPr lang="ko-KR" altLang="en-US" dirty="0"/>
              <a:t>＞</a:t>
            </a:r>
            <a:r>
              <a:rPr lang="ko-KR" altLang="en-US" dirty="0" err="1"/>
              <a:t>노드의</a:t>
            </a:r>
            <a:r>
              <a:rPr lang="ko-KR" altLang="en-US" dirty="0"/>
              <a:t> </a:t>
            </a:r>
            <a:r>
              <a:rPr lang="ko-KR" altLang="en-US" dirty="0" err="1"/>
              <a:t>키값</a:t>
            </a:r>
            <a:r>
              <a:rPr lang="ko-KR" altLang="en-US" dirty="0"/>
              <a:t> </a:t>
            </a:r>
            <a:r>
              <a:rPr lang="en-US" altLang="ko-KR" dirty="0"/>
              <a:t>3)</a:t>
            </a:r>
            <a:r>
              <a:rPr lang="ko-KR" altLang="en-US" dirty="0"/>
              <a:t>이므로 오른쪽 서브 </a:t>
            </a:r>
            <a:r>
              <a:rPr lang="ko-KR" altLang="en-US" dirty="0" err="1"/>
              <a:t>트리를</a:t>
            </a:r>
            <a:r>
              <a:rPr lang="ko-KR" altLang="en-US" dirty="0"/>
              <a:t> 탐색</a:t>
            </a:r>
            <a:endParaRPr lang="en-US" altLang="ko-KR" dirty="0"/>
          </a:p>
          <a:p>
            <a:pPr marL="627062" lvl="2" indent="0" eaLnBrk="1" hangingPunct="1">
              <a:buNone/>
              <a:defRPr/>
            </a:pPr>
            <a:r>
              <a:rPr lang="en-US" altLang="ko-KR" dirty="0"/>
              <a:t>③ (</a:t>
            </a:r>
            <a:r>
              <a:rPr lang="ko-KR" altLang="en-US" dirty="0"/>
              <a:t>찾는 </a:t>
            </a:r>
            <a:r>
              <a:rPr lang="ko-KR" altLang="en-US" dirty="0" err="1"/>
              <a:t>키값</a:t>
            </a:r>
            <a:r>
              <a:rPr lang="ko-KR" altLang="en-US" dirty="0"/>
              <a:t> </a:t>
            </a:r>
            <a:r>
              <a:rPr lang="en-US" altLang="ko-KR" dirty="0"/>
              <a:t>4</a:t>
            </a:r>
            <a:r>
              <a:rPr lang="ko-KR" altLang="en-US" dirty="0"/>
              <a:t>＜</a:t>
            </a:r>
            <a:r>
              <a:rPr lang="ko-KR" altLang="en-US" dirty="0" err="1"/>
              <a:t>노드의</a:t>
            </a:r>
            <a:r>
              <a:rPr lang="ko-KR" altLang="en-US" dirty="0"/>
              <a:t> </a:t>
            </a:r>
            <a:r>
              <a:rPr lang="ko-KR" altLang="en-US" dirty="0" err="1"/>
              <a:t>키값</a:t>
            </a:r>
            <a:r>
              <a:rPr lang="ko-KR" altLang="en-US" dirty="0"/>
              <a:t> </a:t>
            </a:r>
            <a:r>
              <a:rPr lang="en-US" altLang="ko-KR" dirty="0"/>
              <a:t>5)</a:t>
            </a:r>
            <a:r>
              <a:rPr lang="ko-KR" altLang="en-US" dirty="0"/>
              <a:t>이므로 왼쪽 서브 </a:t>
            </a:r>
            <a:r>
              <a:rPr lang="ko-KR" altLang="en-US" dirty="0" err="1"/>
              <a:t>트리를</a:t>
            </a:r>
            <a:r>
              <a:rPr lang="ko-KR" altLang="en-US" dirty="0"/>
              <a:t> 탐색해야 하지만</a:t>
            </a:r>
            <a:r>
              <a:rPr lang="en-US" altLang="ko-KR" dirty="0"/>
              <a:t>,</a:t>
            </a:r>
          </a:p>
          <a:p>
            <a:pPr marL="627062" lvl="2" indent="0" eaLnBrk="1" hangingPunct="1">
              <a:buNone/>
              <a:defRPr/>
            </a:pPr>
            <a:r>
              <a:rPr lang="en-US" altLang="ko-KR" dirty="0"/>
              <a:t>  </a:t>
            </a:r>
            <a:r>
              <a:rPr lang="ko-KR" altLang="en-US" dirty="0"/>
              <a:t>왼쪽 자식 </a:t>
            </a:r>
            <a:r>
              <a:rPr lang="ko-KR" altLang="en-US" dirty="0" err="1"/>
              <a:t>노드가</a:t>
            </a:r>
            <a:r>
              <a:rPr lang="ko-KR" altLang="en-US" dirty="0"/>
              <a:t> 없으므로 </a:t>
            </a:r>
            <a:r>
              <a:rPr lang="ko-KR" altLang="en-US" dirty="0" err="1"/>
              <a:t>노드</a:t>
            </a:r>
            <a:r>
              <a:rPr lang="ko-KR" altLang="en-US" dirty="0"/>
              <a:t> </a:t>
            </a:r>
            <a:r>
              <a:rPr lang="en-US" altLang="ko-KR" dirty="0"/>
              <a:t>5</a:t>
            </a:r>
            <a:r>
              <a:rPr lang="ko-KR" altLang="en-US" dirty="0"/>
              <a:t>의 왼쪽 자식 </a:t>
            </a:r>
            <a:r>
              <a:rPr lang="ko-KR" altLang="en-US" dirty="0" err="1"/>
              <a:t>노드에서</a:t>
            </a:r>
            <a:r>
              <a:rPr lang="ko-KR" altLang="en-US" dirty="0"/>
              <a:t> 탐색 실패가 발생</a:t>
            </a:r>
            <a:endParaRPr lang="en-US" altLang="ko-KR" dirty="0"/>
          </a:p>
          <a:p>
            <a:pPr marL="627062" lvl="2" indent="0" eaLnBrk="1" hangingPunct="1">
              <a:buNone/>
              <a:defRPr/>
            </a:pPr>
            <a:r>
              <a:rPr lang="en-US" altLang="ko-KR" dirty="0"/>
              <a:t>④ </a:t>
            </a:r>
            <a:r>
              <a:rPr lang="ko-KR" altLang="en-US" dirty="0"/>
              <a:t>실패가 발생한 자리</a:t>
            </a:r>
            <a:r>
              <a:rPr lang="en-US" altLang="ko-KR" dirty="0"/>
              <a:t>, </a:t>
            </a:r>
            <a:r>
              <a:rPr lang="ko-KR" altLang="en-US" dirty="0"/>
              <a:t>즉 </a:t>
            </a:r>
            <a:r>
              <a:rPr lang="ko-KR" altLang="en-US" dirty="0" err="1"/>
              <a:t>노드</a:t>
            </a:r>
            <a:r>
              <a:rPr lang="ko-KR" altLang="en-US" dirty="0"/>
              <a:t> </a:t>
            </a:r>
            <a:r>
              <a:rPr lang="en-US" altLang="ko-KR" dirty="0"/>
              <a:t>5</a:t>
            </a:r>
            <a:r>
              <a:rPr lang="ko-KR" altLang="en-US" dirty="0"/>
              <a:t>의 왼쪽 자식 </a:t>
            </a:r>
            <a:r>
              <a:rPr lang="ko-KR" altLang="en-US" dirty="0" err="1"/>
              <a:t>노드</a:t>
            </a:r>
            <a:r>
              <a:rPr lang="ko-KR" altLang="en-US" dirty="0"/>
              <a:t> 자리에 </a:t>
            </a:r>
            <a:r>
              <a:rPr lang="ko-KR" altLang="en-US" dirty="0" err="1"/>
              <a:t>노드</a:t>
            </a:r>
            <a:r>
              <a:rPr lang="ko-KR" altLang="en-US" dirty="0"/>
              <a:t> </a:t>
            </a:r>
            <a:r>
              <a:rPr lang="en-US" altLang="ko-KR" dirty="0"/>
              <a:t>4</a:t>
            </a:r>
            <a:r>
              <a:rPr lang="ko-KR" altLang="en-US" dirty="0"/>
              <a:t>를 삽입</a:t>
            </a:r>
            <a:endParaRPr lang="en-US" altLang="ko-KR" dirty="0"/>
          </a:p>
          <a:p>
            <a:pPr lvl="1" eaLnBrk="1" hangingPunct="1">
              <a:defRPr/>
            </a:pPr>
            <a:endParaRPr lang="ko-KR" altLang="en-US" dirty="0"/>
          </a:p>
        </p:txBody>
      </p:sp>
      <p:sp>
        <p:nvSpPr>
          <p:cNvPr id="6144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</a:t>
            </a:r>
            <a:r>
              <a:rPr lang="en-US" altLang="ko-KR"/>
              <a:t>. </a:t>
            </a:r>
            <a:r>
              <a:rPr lang="ko-KR" altLang="en-US"/>
              <a:t>이진 탐색 트리</a:t>
            </a:r>
            <a:endParaRPr lang="ko-KR" altLang="en-US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981591" y="1471398"/>
            <a:ext cx="7284998" cy="31672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내용 개체 틀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lvl="2"/>
            <a:r>
              <a:rPr lang="ko-KR" altLang="en-US" dirty="0"/>
              <a:t>이진 탐색 </a:t>
            </a:r>
            <a:r>
              <a:rPr lang="ko-KR" altLang="en-US" dirty="0" err="1"/>
              <a:t>트리에</a:t>
            </a:r>
            <a:r>
              <a:rPr lang="ko-KR" altLang="en-US" dirty="0"/>
              <a:t> 원소 </a:t>
            </a:r>
            <a:r>
              <a:rPr lang="en-US" altLang="ko-KR" dirty="0"/>
              <a:t>4</a:t>
            </a:r>
            <a:r>
              <a:rPr lang="ko-KR" altLang="en-US"/>
              <a:t>를 삽입하는 </a:t>
            </a:r>
            <a:r>
              <a:rPr lang="ko-KR" altLang="en-US" dirty="0"/>
              <a:t>과정을 연결 자료구조로 표현</a:t>
            </a:r>
          </a:p>
        </p:txBody>
      </p:sp>
      <p:sp>
        <p:nvSpPr>
          <p:cNvPr id="62467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</a:t>
            </a:r>
            <a:r>
              <a:rPr lang="en-US" altLang="ko-KR"/>
              <a:t>. </a:t>
            </a:r>
            <a:r>
              <a:rPr lang="ko-KR" altLang="en-US"/>
              <a:t>이진 탐색 트리</a:t>
            </a:r>
            <a:endParaRPr lang="ko-KR" altLang="en-US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355" y="1412776"/>
            <a:ext cx="7522418" cy="49440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" name="Group 6"/>
          <p:cNvGrpSpPr>
            <a:grpSpLocks/>
          </p:cNvGrpSpPr>
          <p:nvPr/>
        </p:nvGrpSpPr>
        <p:grpSpPr bwMode="auto">
          <a:xfrm>
            <a:off x="4179317" y="1687513"/>
            <a:ext cx="320675" cy="525462"/>
            <a:chOff x="5037" y="2432"/>
            <a:chExt cx="202" cy="331"/>
          </a:xfrm>
        </p:grpSpPr>
        <p:sp>
          <p:nvSpPr>
            <p:cNvPr id="6" name="Line 7"/>
            <p:cNvSpPr>
              <a:spLocks noChangeShapeType="1"/>
            </p:cNvSpPr>
            <p:nvPr/>
          </p:nvSpPr>
          <p:spPr bwMode="auto">
            <a:xfrm flipV="1">
              <a:off x="5103" y="2432"/>
              <a:ext cx="0" cy="182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ko-KR" altLang="en-US"/>
            </a:p>
          </p:txBody>
        </p:sp>
        <p:sp>
          <p:nvSpPr>
            <p:cNvPr id="7" name="Text Box 8"/>
            <p:cNvSpPr txBox="1">
              <a:spLocks noChangeArrowheads="1"/>
            </p:cNvSpPr>
            <p:nvPr/>
          </p:nvSpPr>
          <p:spPr bwMode="auto">
            <a:xfrm>
              <a:off x="5037" y="2532"/>
              <a:ext cx="202" cy="231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>
              <a:lvl1pPr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9pPr>
            </a:lstStyle>
            <a:p>
              <a:pPr eaLnBrk="1" hangingPunct="1"/>
              <a:r>
                <a:rPr lang="en-US" altLang="ko-KR" sz="1800" b="1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굴림" panose="020B0600000101010101" pitchFamily="50" charset="-127"/>
                  <a:ea typeface="굴림" panose="020B0600000101010101" pitchFamily="50" charset="-127"/>
                </a:rPr>
                <a:t>q</a:t>
              </a:r>
            </a:p>
          </p:txBody>
        </p:sp>
      </p:grpSp>
      <p:grpSp>
        <p:nvGrpSpPr>
          <p:cNvPr id="8" name="Group 9"/>
          <p:cNvGrpSpPr>
            <a:grpSpLocks/>
          </p:cNvGrpSpPr>
          <p:nvPr/>
        </p:nvGrpSpPr>
        <p:grpSpPr bwMode="auto">
          <a:xfrm>
            <a:off x="2552650" y="2248917"/>
            <a:ext cx="320675" cy="525463"/>
            <a:chOff x="5037" y="2432"/>
            <a:chExt cx="202" cy="331"/>
          </a:xfrm>
        </p:grpSpPr>
        <p:sp>
          <p:nvSpPr>
            <p:cNvPr id="9" name="Line 10"/>
            <p:cNvSpPr>
              <a:spLocks noChangeShapeType="1"/>
            </p:cNvSpPr>
            <p:nvPr/>
          </p:nvSpPr>
          <p:spPr bwMode="auto">
            <a:xfrm flipV="1">
              <a:off x="5103" y="2432"/>
              <a:ext cx="0" cy="182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ko-KR" altLang="en-US"/>
            </a:p>
          </p:txBody>
        </p:sp>
        <p:sp>
          <p:nvSpPr>
            <p:cNvPr id="10" name="Text Box 11"/>
            <p:cNvSpPr txBox="1">
              <a:spLocks noChangeArrowheads="1"/>
            </p:cNvSpPr>
            <p:nvPr/>
          </p:nvSpPr>
          <p:spPr bwMode="auto">
            <a:xfrm>
              <a:off x="5037" y="2532"/>
              <a:ext cx="202" cy="231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>
              <a:lvl1pPr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9pPr>
            </a:lstStyle>
            <a:p>
              <a:pPr eaLnBrk="1" hangingPunct="1"/>
              <a:r>
                <a:rPr lang="en-US" altLang="ko-KR" sz="1800" b="1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굴림" panose="020B0600000101010101" pitchFamily="50" charset="-127"/>
                  <a:ea typeface="굴림" panose="020B0600000101010101" pitchFamily="50" charset="-127"/>
                </a:rPr>
                <a:t>q</a:t>
              </a:r>
            </a:p>
          </p:txBody>
        </p:sp>
      </p:grpSp>
      <p:grpSp>
        <p:nvGrpSpPr>
          <p:cNvPr id="11" name="Group 12"/>
          <p:cNvGrpSpPr>
            <a:grpSpLocks/>
          </p:cNvGrpSpPr>
          <p:nvPr/>
        </p:nvGrpSpPr>
        <p:grpSpPr bwMode="auto">
          <a:xfrm>
            <a:off x="3563888" y="2924944"/>
            <a:ext cx="320675" cy="525462"/>
            <a:chOff x="5037" y="2432"/>
            <a:chExt cx="202" cy="331"/>
          </a:xfrm>
        </p:grpSpPr>
        <p:sp>
          <p:nvSpPr>
            <p:cNvPr id="12" name="Line 13"/>
            <p:cNvSpPr>
              <a:spLocks noChangeShapeType="1"/>
            </p:cNvSpPr>
            <p:nvPr/>
          </p:nvSpPr>
          <p:spPr bwMode="auto">
            <a:xfrm flipV="1">
              <a:off x="5103" y="2432"/>
              <a:ext cx="0" cy="182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ko-KR" altLang="en-US"/>
            </a:p>
          </p:txBody>
        </p:sp>
        <p:sp>
          <p:nvSpPr>
            <p:cNvPr id="13" name="Text Box 14"/>
            <p:cNvSpPr txBox="1">
              <a:spLocks noChangeArrowheads="1"/>
            </p:cNvSpPr>
            <p:nvPr/>
          </p:nvSpPr>
          <p:spPr bwMode="auto">
            <a:xfrm>
              <a:off x="5037" y="2532"/>
              <a:ext cx="202" cy="231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>
              <a:lvl1pPr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9pPr>
            </a:lstStyle>
            <a:p>
              <a:pPr eaLnBrk="1" hangingPunct="1"/>
              <a:r>
                <a:rPr lang="en-US" altLang="ko-KR" sz="1800" b="1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굴림" panose="020B0600000101010101" pitchFamily="50" charset="-127"/>
                  <a:ea typeface="굴림" panose="020B0600000101010101" pitchFamily="50" charset="-127"/>
                </a:rPr>
                <a:t>q</a:t>
              </a:r>
            </a:p>
          </p:txBody>
        </p:sp>
      </p:grpSp>
      <p:grpSp>
        <p:nvGrpSpPr>
          <p:cNvPr id="14" name="Group 15"/>
          <p:cNvGrpSpPr>
            <a:grpSpLocks/>
          </p:cNvGrpSpPr>
          <p:nvPr/>
        </p:nvGrpSpPr>
        <p:grpSpPr bwMode="auto">
          <a:xfrm>
            <a:off x="2555776" y="2708920"/>
            <a:ext cx="830263" cy="525463"/>
            <a:chOff x="1746" y="1594"/>
            <a:chExt cx="523" cy="331"/>
          </a:xfrm>
        </p:grpSpPr>
        <p:sp>
          <p:nvSpPr>
            <p:cNvPr id="15" name="AutoShape 16"/>
            <p:cNvSpPr>
              <a:spLocks noChangeArrowheads="1"/>
            </p:cNvSpPr>
            <p:nvPr/>
          </p:nvSpPr>
          <p:spPr bwMode="auto">
            <a:xfrm>
              <a:off x="2012" y="1594"/>
              <a:ext cx="227" cy="182"/>
            </a:xfrm>
            <a:prstGeom prst="irregularSeal2">
              <a:avLst/>
            </a:prstGeom>
            <a:noFill/>
            <a:ln w="19050" algn="ctr">
              <a:solidFill>
                <a:srgbClr val="FF3399"/>
              </a:solidFill>
              <a:miter lim="800000"/>
              <a:headEnd/>
              <a:tailEnd/>
            </a:ln>
            <a:effectLst/>
          </p:spPr>
          <p:txBody>
            <a:bodyPr wrap="none" lIns="0" rIns="0" anchor="ctr"/>
            <a:lstStyle/>
            <a:p>
              <a:pPr marL="1714500" indent="-342900">
                <a:lnSpc>
                  <a:spcPct val="130000"/>
                </a:lnSpc>
                <a:spcBef>
                  <a:spcPct val="20000"/>
                </a:spcBef>
                <a:buFont typeface="Wingdings" pitchFamily="2" charset="2"/>
                <a:buNone/>
                <a:defRPr/>
              </a:pPr>
              <a:endParaRPr lang="ko-KR" altLang="ko-KR" sz="1800">
                <a:effectLst>
                  <a:outerShdw blurRad="38100" dist="38100" dir="2700000" algn="tl">
                    <a:srgbClr val="C0C0C0"/>
                  </a:outerShdw>
                </a:effectLst>
                <a:latin typeface="샘물" charset="-127"/>
                <a:ea typeface="샘물" charset="-127"/>
              </a:endParaRPr>
            </a:p>
          </p:txBody>
        </p:sp>
        <p:sp>
          <p:nvSpPr>
            <p:cNvPr id="16" name="Text Box 17"/>
            <p:cNvSpPr txBox="1">
              <a:spLocks noChangeArrowheads="1"/>
            </p:cNvSpPr>
            <p:nvPr/>
          </p:nvSpPr>
          <p:spPr bwMode="auto">
            <a:xfrm>
              <a:off x="1746" y="1752"/>
              <a:ext cx="523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9pPr>
            </a:lstStyle>
            <a:p>
              <a:pPr eaLnBrk="1" hangingPunct="1"/>
              <a:r>
                <a:rPr lang="ko-KR" altLang="en-US" sz="1200" b="1">
                  <a:solidFill>
                    <a:srgbClr val="FF0000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탐색실패</a:t>
              </a:r>
              <a:r>
                <a:rPr lang="en-US" altLang="ko-KR" sz="1200" b="1">
                  <a:solidFill>
                    <a:srgbClr val="FF0000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!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5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내용 개체 틀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eaLnBrk="1" hangingPunct="1">
              <a:lnSpc>
                <a:spcPct val="110000"/>
              </a:lnSpc>
              <a:defRPr/>
            </a:pPr>
            <a:r>
              <a:rPr lang="ko-KR" altLang="en-US" dirty="0"/>
              <a:t>이진 탐색 </a:t>
            </a:r>
            <a:r>
              <a:rPr lang="ko-KR" altLang="en-US" dirty="0" err="1"/>
              <a:t>트리의</a:t>
            </a:r>
            <a:r>
              <a:rPr lang="ko-KR" altLang="en-US" dirty="0"/>
              <a:t> 삭제 연산</a:t>
            </a:r>
          </a:p>
          <a:p>
            <a:pPr lvl="1" eaLnBrk="1" hangingPunct="1">
              <a:buFont typeface="Wingdings" pitchFamily="2" charset="2"/>
              <a:buNone/>
              <a:defRPr/>
            </a:pPr>
            <a:r>
              <a:rPr lang="en-US" altLang="ko-KR" dirty="0"/>
              <a:t>1) </a:t>
            </a:r>
            <a:r>
              <a:rPr lang="ko-KR" altLang="en-US" dirty="0"/>
              <a:t>먼저 탐색 연산을 수행</a:t>
            </a:r>
          </a:p>
          <a:p>
            <a:pPr lvl="2" eaLnBrk="1" hangingPunct="1">
              <a:lnSpc>
                <a:spcPct val="110000"/>
              </a:lnSpc>
              <a:defRPr/>
            </a:pPr>
            <a:r>
              <a:rPr lang="ko-KR" altLang="en-US" dirty="0"/>
              <a:t>삭제할 </a:t>
            </a:r>
            <a:r>
              <a:rPr lang="ko-KR" altLang="en-US" dirty="0" err="1"/>
              <a:t>노드의</a:t>
            </a:r>
            <a:r>
              <a:rPr lang="ko-KR" altLang="en-US" dirty="0"/>
              <a:t> 위치를 알아야 하므로 </a:t>
            </a:r>
            <a:r>
              <a:rPr lang="ko-KR" altLang="en-US" dirty="0" err="1"/>
              <a:t>트리를</a:t>
            </a:r>
            <a:r>
              <a:rPr lang="ko-KR" altLang="en-US" dirty="0"/>
              <a:t> 탐색</a:t>
            </a:r>
            <a:endParaRPr lang="en-US" altLang="ko-KR" dirty="0"/>
          </a:p>
          <a:p>
            <a:pPr lvl="2" eaLnBrk="1" hangingPunct="1">
              <a:lnSpc>
                <a:spcPct val="110000"/>
              </a:lnSpc>
              <a:defRPr/>
            </a:pPr>
            <a:endParaRPr lang="en-US" altLang="ko-KR" dirty="0"/>
          </a:p>
          <a:p>
            <a:pPr lvl="1" eaLnBrk="1" hangingPunct="1">
              <a:buFont typeface="Wingdings" pitchFamily="2" charset="2"/>
              <a:buNone/>
              <a:defRPr/>
            </a:pPr>
            <a:r>
              <a:rPr lang="en-US" altLang="ko-KR" dirty="0"/>
              <a:t>2) </a:t>
            </a:r>
            <a:r>
              <a:rPr lang="ko-KR" altLang="en-US" dirty="0"/>
              <a:t>탐색하여 찾은 </a:t>
            </a:r>
            <a:r>
              <a:rPr lang="ko-KR" altLang="en-US" dirty="0" err="1"/>
              <a:t>노드를</a:t>
            </a:r>
            <a:r>
              <a:rPr lang="ko-KR" altLang="en-US" dirty="0"/>
              <a:t> 삭제</a:t>
            </a:r>
            <a:endParaRPr lang="en-US" altLang="ko-KR" dirty="0"/>
          </a:p>
          <a:p>
            <a:pPr lvl="2" eaLnBrk="1" hangingPunct="1">
              <a:lnSpc>
                <a:spcPct val="110000"/>
              </a:lnSpc>
              <a:defRPr/>
            </a:pPr>
            <a:r>
              <a:rPr lang="ko-KR" altLang="en-US" dirty="0" err="1"/>
              <a:t>노드의</a:t>
            </a:r>
            <a:r>
              <a:rPr lang="ko-KR" altLang="en-US" dirty="0"/>
              <a:t> 삭제 후에도 이진 탐색 </a:t>
            </a:r>
            <a:r>
              <a:rPr lang="ko-KR" altLang="en-US" dirty="0" err="1"/>
              <a:t>트리를</a:t>
            </a:r>
            <a:r>
              <a:rPr lang="ko-KR" altLang="en-US" dirty="0"/>
              <a:t> 유지해야 하므로 삭제 </a:t>
            </a:r>
            <a:r>
              <a:rPr lang="ko-KR" altLang="en-US" dirty="0" err="1"/>
              <a:t>노드의</a:t>
            </a:r>
            <a:r>
              <a:rPr lang="ko-KR" altLang="en-US" dirty="0"/>
              <a:t> 경우에 대한 후속 처리</a:t>
            </a:r>
            <a:r>
              <a:rPr lang="en-US" altLang="ko-KR" dirty="0"/>
              <a:t>(</a:t>
            </a:r>
            <a:r>
              <a:rPr lang="ko-KR" altLang="en-US" dirty="0"/>
              <a:t>이진 탐색 </a:t>
            </a:r>
            <a:r>
              <a:rPr lang="ko-KR" altLang="en-US" dirty="0" err="1"/>
              <a:t>트리의</a:t>
            </a:r>
            <a:r>
              <a:rPr lang="ko-KR" altLang="en-US" dirty="0"/>
              <a:t> 재구성 작업</a:t>
            </a:r>
            <a:r>
              <a:rPr lang="en-US" altLang="ko-KR" dirty="0"/>
              <a:t>)</a:t>
            </a:r>
            <a:r>
              <a:rPr lang="ko-KR" altLang="en-US" dirty="0"/>
              <a:t>가 필요함</a:t>
            </a:r>
            <a:endParaRPr lang="en-US" altLang="ko-KR" dirty="0"/>
          </a:p>
          <a:p>
            <a:pPr lvl="3" eaLnBrk="1" hangingPunct="1">
              <a:lnSpc>
                <a:spcPct val="110000"/>
              </a:lnSpc>
              <a:defRPr/>
            </a:pPr>
            <a:r>
              <a:rPr lang="ko-KR" altLang="en-US" dirty="0"/>
              <a:t>삭제할 </a:t>
            </a:r>
            <a:r>
              <a:rPr lang="ko-KR" altLang="en-US" dirty="0" err="1"/>
              <a:t>노드의</a:t>
            </a:r>
            <a:r>
              <a:rPr lang="ko-KR" altLang="en-US" dirty="0"/>
              <a:t> 경우</a:t>
            </a:r>
            <a:endParaRPr lang="en-US" altLang="ko-KR" dirty="0"/>
          </a:p>
          <a:p>
            <a:pPr marL="895350" lvl="3" indent="0" eaLnBrk="1" hangingPunct="1">
              <a:lnSpc>
                <a:spcPct val="110000"/>
              </a:lnSpc>
              <a:buNone/>
              <a:defRPr/>
            </a:pPr>
            <a:r>
              <a:rPr lang="en-US" altLang="ko-KR" dirty="0"/>
              <a:t>  • </a:t>
            </a:r>
            <a:r>
              <a:rPr lang="ko-KR" altLang="en-US" dirty="0"/>
              <a:t>삭제할 </a:t>
            </a:r>
            <a:r>
              <a:rPr lang="ko-KR" altLang="en-US" dirty="0" err="1"/>
              <a:t>노드가</a:t>
            </a:r>
            <a:r>
              <a:rPr lang="ko-KR" altLang="en-US" dirty="0"/>
              <a:t> 단말 </a:t>
            </a:r>
            <a:r>
              <a:rPr lang="ko-KR" altLang="en-US" dirty="0" err="1"/>
              <a:t>노드인</a:t>
            </a:r>
            <a:r>
              <a:rPr lang="ko-KR" altLang="en-US" dirty="0"/>
              <a:t> 경우</a:t>
            </a:r>
            <a:r>
              <a:rPr lang="en-US" altLang="ko-KR" dirty="0"/>
              <a:t>(</a:t>
            </a:r>
            <a:r>
              <a:rPr lang="ko-KR" altLang="en-US" dirty="0"/>
              <a:t>차수 </a:t>
            </a:r>
            <a:r>
              <a:rPr lang="en-US" altLang="ko-KR" dirty="0"/>
              <a:t>= 0)</a:t>
            </a:r>
          </a:p>
          <a:p>
            <a:pPr marL="895350" lvl="3" indent="0" eaLnBrk="1" hangingPunct="1">
              <a:lnSpc>
                <a:spcPct val="110000"/>
              </a:lnSpc>
              <a:buNone/>
              <a:defRPr/>
            </a:pPr>
            <a:r>
              <a:rPr lang="en-US" altLang="ko-KR" dirty="0"/>
              <a:t>  • </a:t>
            </a:r>
            <a:r>
              <a:rPr lang="ko-KR" altLang="en-US" dirty="0"/>
              <a:t>삭제할 </a:t>
            </a:r>
            <a:r>
              <a:rPr lang="ko-KR" altLang="en-US" dirty="0" err="1"/>
              <a:t>노드가</a:t>
            </a:r>
            <a:r>
              <a:rPr lang="ko-KR" altLang="en-US" dirty="0"/>
              <a:t> 자식 </a:t>
            </a:r>
            <a:r>
              <a:rPr lang="ko-KR" altLang="en-US" dirty="0" err="1"/>
              <a:t>노드를</a:t>
            </a:r>
            <a:r>
              <a:rPr lang="ko-KR" altLang="en-US" dirty="0"/>
              <a:t> 한 개 가진 경우</a:t>
            </a:r>
            <a:r>
              <a:rPr lang="en-US" altLang="ko-KR" dirty="0"/>
              <a:t>(</a:t>
            </a:r>
            <a:r>
              <a:rPr lang="ko-KR" altLang="en-US" dirty="0"/>
              <a:t>차수 </a:t>
            </a:r>
            <a:r>
              <a:rPr lang="en-US" altLang="ko-KR" dirty="0"/>
              <a:t>= 1)</a:t>
            </a:r>
          </a:p>
          <a:p>
            <a:pPr marL="895350" lvl="3" indent="0" eaLnBrk="1" hangingPunct="1">
              <a:lnSpc>
                <a:spcPct val="110000"/>
              </a:lnSpc>
              <a:buNone/>
              <a:defRPr/>
            </a:pPr>
            <a:r>
              <a:rPr lang="en-US" altLang="ko-KR" dirty="0"/>
              <a:t>  • </a:t>
            </a:r>
            <a:r>
              <a:rPr lang="ko-KR" altLang="en-US" dirty="0"/>
              <a:t>삭제할 </a:t>
            </a:r>
            <a:r>
              <a:rPr lang="ko-KR" altLang="en-US" dirty="0" err="1"/>
              <a:t>노드ㄴ가</a:t>
            </a:r>
            <a:r>
              <a:rPr lang="ko-KR" altLang="en-US" dirty="0"/>
              <a:t> 자식 </a:t>
            </a:r>
            <a:r>
              <a:rPr lang="ko-KR" altLang="en-US" dirty="0" err="1"/>
              <a:t>노드를</a:t>
            </a:r>
            <a:r>
              <a:rPr lang="ko-KR" altLang="en-US" dirty="0"/>
              <a:t> 두 개 가진 경우</a:t>
            </a:r>
            <a:r>
              <a:rPr lang="en-US" altLang="ko-KR" dirty="0"/>
              <a:t>(</a:t>
            </a:r>
            <a:r>
              <a:rPr lang="ko-KR" altLang="en-US" dirty="0"/>
              <a:t>차수 </a:t>
            </a:r>
            <a:r>
              <a:rPr lang="en-US" altLang="ko-KR" dirty="0"/>
              <a:t>= 2)</a:t>
            </a:r>
            <a:endParaRPr lang="ko-KR" altLang="en-US" dirty="0"/>
          </a:p>
        </p:txBody>
      </p:sp>
      <p:sp>
        <p:nvSpPr>
          <p:cNvPr id="63491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5. </a:t>
            </a:r>
            <a:r>
              <a:rPr lang="ko-KR" altLang="en-US"/>
              <a:t>이진 탐색 트리</a:t>
            </a:r>
            <a:endParaRPr lang="ko-KR" altLang="en-US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내용 개체 틀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lvl="1" eaLnBrk="1" hangingPunct="1">
              <a:defRPr/>
            </a:pPr>
            <a:r>
              <a:rPr lang="ko-KR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삭제할 </a:t>
            </a:r>
            <a:r>
              <a:rPr lang="ko-KR" altLang="en-US" dirty="0" err="1">
                <a:effectLst>
                  <a:outerShdw blurRad="38100" dist="38100" dir="2700000" algn="tl">
                    <a:srgbClr val="C0C0C0"/>
                  </a:outerShdw>
                </a:effectLst>
              </a:rPr>
              <a:t>노드가</a:t>
            </a:r>
            <a:r>
              <a:rPr lang="ko-KR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단말 </a:t>
            </a:r>
            <a:r>
              <a:rPr lang="ko-KR" altLang="en-US" dirty="0" err="1">
                <a:effectLst>
                  <a:outerShdw blurRad="38100" dist="38100" dir="2700000" algn="tl">
                    <a:srgbClr val="C0C0C0"/>
                  </a:outerShdw>
                </a:effectLst>
              </a:rPr>
              <a:t>노드인</a:t>
            </a:r>
            <a:r>
              <a:rPr lang="ko-KR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경우</a:t>
            </a:r>
            <a:r>
              <a:rPr lang="en-US" altLang="ko-KR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(</a:t>
            </a:r>
            <a:r>
              <a:rPr lang="ko-KR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차수 </a:t>
            </a:r>
            <a:r>
              <a:rPr lang="en-US" altLang="ko-KR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= 0)</a:t>
            </a:r>
            <a:r>
              <a:rPr lang="ko-KR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의 삭제 연산</a:t>
            </a:r>
            <a:endParaRPr lang="en-US" altLang="ko-KR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lvl="2" eaLnBrk="1" hangingPunct="1">
              <a:lnSpc>
                <a:spcPct val="110000"/>
              </a:lnSpc>
              <a:defRPr/>
            </a:pPr>
            <a:r>
              <a:rPr lang="ko-KR" altLang="en-US" dirty="0" err="1"/>
              <a:t>노드</a:t>
            </a:r>
            <a:r>
              <a:rPr lang="ko-KR" altLang="en-US" dirty="0"/>
              <a:t> </a:t>
            </a:r>
            <a:r>
              <a:rPr lang="en-US" altLang="ko-KR" dirty="0"/>
              <a:t>4</a:t>
            </a:r>
            <a:r>
              <a:rPr lang="ko-KR" altLang="en-US" dirty="0"/>
              <a:t>를 삭제하는 경우</a:t>
            </a:r>
          </a:p>
          <a:p>
            <a:pPr lvl="1">
              <a:defRPr/>
            </a:pPr>
            <a:endParaRPr lang="ko-KR" altLang="en-US" dirty="0"/>
          </a:p>
        </p:txBody>
      </p:sp>
      <p:sp>
        <p:nvSpPr>
          <p:cNvPr id="64515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5. </a:t>
            </a:r>
            <a:r>
              <a:rPr lang="ko-KR" altLang="en-US"/>
              <a:t>이진 탐색 트리</a:t>
            </a:r>
            <a:endParaRPr lang="ko-KR" altLang="en-US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493670" y="2074704"/>
            <a:ext cx="8321982" cy="35642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내용 개체 틀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lvl="2" eaLnBrk="1" hangingPunct="1">
              <a:lnSpc>
                <a:spcPct val="80000"/>
              </a:lnSpc>
            </a:pPr>
            <a:r>
              <a:rPr lang="en-US" altLang="ko-KR" dirty="0"/>
              <a:t>4</a:t>
            </a:r>
            <a:r>
              <a:rPr lang="ko-KR" altLang="en-US" dirty="0"/>
              <a:t>를 삭제하기 전과 후로 연결 자료구조를 표현</a:t>
            </a:r>
          </a:p>
        </p:txBody>
      </p:sp>
      <p:sp>
        <p:nvSpPr>
          <p:cNvPr id="65539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5. </a:t>
            </a:r>
            <a:r>
              <a:rPr lang="ko-KR" altLang="en-US"/>
              <a:t>이진 탐색 트리</a:t>
            </a:r>
            <a:endParaRPr lang="ko-KR" altLang="en-US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000360" y="1353141"/>
            <a:ext cx="7273263" cy="51819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내용 개체 틀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lvl="1" eaLnBrk="1" hangingPunct="1">
              <a:defRPr/>
            </a:pPr>
            <a:r>
              <a:rPr lang="ko-KR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삭제할 </a:t>
            </a:r>
            <a:r>
              <a:rPr lang="ko-KR" altLang="en-US" dirty="0" err="1">
                <a:effectLst>
                  <a:outerShdw blurRad="38100" dist="38100" dir="2700000" algn="tl">
                    <a:srgbClr val="C0C0C0"/>
                  </a:outerShdw>
                </a:effectLst>
              </a:rPr>
              <a:t>노드가</a:t>
            </a:r>
            <a:r>
              <a:rPr lang="ko-KR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자식 </a:t>
            </a:r>
            <a:r>
              <a:rPr lang="ko-KR" altLang="en-US" dirty="0" err="1">
                <a:effectLst>
                  <a:outerShdw blurRad="38100" dist="38100" dir="2700000" algn="tl">
                    <a:srgbClr val="C0C0C0"/>
                  </a:outerShdw>
                </a:effectLst>
              </a:rPr>
              <a:t>노드를</a:t>
            </a:r>
            <a:r>
              <a:rPr lang="ko-KR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한 개 가진 경우</a:t>
            </a:r>
            <a:r>
              <a:rPr lang="en-US" altLang="ko-KR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(</a:t>
            </a:r>
            <a:r>
              <a:rPr lang="ko-KR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차수 </a:t>
            </a:r>
            <a:r>
              <a:rPr lang="en-US" altLang="ko-KR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=1)</a:t>
            </a:r>
            <a:r>
              <a:rPr lang="ko-KR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의 삭제 연산</a:t>
            </a:r>
            <a:endParaRPr lang="en-US" altLang="ko-KR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lvl="2" eaLnBrk="1" hangingPunct="1">
              <a:defRPr/>
            </a:pPr>
            <a:r>
              <a:rPr lang="ko-KR" altLang="en-US" dirty="0" err="1"/>
              <a:t>노드를</a:t>
            </a:r>
            <a:r>
              <a:rPr lang="ko-KR" altLang="en-US" dirty="0"/>
              <a:t> 삭제하면</a:t>
            </a:r>
            <a:r>
              <a:rPr lang="en-US" altLang="ko-KR" dirty="0"/>
              <a:t>, </a:t>
            </a:r>
            <a:r>
              <a:rPr lang="ko-KR" altLang="en-US" dirty="0"/>
              <a:t>자식 </a:t>
            </a:r>
            <a:r>
              <a:rPr lang="ko-KR" altLang="en-US" dirty="0" err="1"/>
              <a:t>노드는</a:t>
            </a:r>
            <a:r>
              <a:rPr lang="ko-KR" altLang="en-US" dirty="0"/>
              <a:t> </a:t>
            </a:r>
            <a:r>
              <a:rPr lang="ko-KR" altLang="en-US" dirty="0" err="1"/>
              <a:t>트리에서</a:t>
            </a:r>
            <a:r>
              <a:rPr lang="ko-KR" altLang="en-US" dirty="0"/>
              <a:t> 연결이 끊어져서 고아가 됨</a:t>
            </a:r>
            <a:endParaRPr lang="en-US" altLang="ko-KR" dirty="0"/>
          </a:p>
          <a:p>
            <a:pPr lvl="2" eaLnBrk="1" hangingPunct="1">
              <a:defRPr/>
            </a:pPr>
            <a:r>
              <a:rPr lang="ko-KR" altLang="en-US" dirty="0"/>
              <a:t>후속 처리 </a:t>
            </a:r>
            <a:r>
              <a:rPr lang="en-US" altLang="ko-KR" dirty="0"/>
              <a:t>: </a:t>
            </a:r>
            <a:r>
              <a:rPr lang="ko-KR" altLang="en-US" dirty="0"/>
              <a:t>삭제한 부모 노드의 자리를 자식 노드에게 물려줌</a:t>
            </a:r>
            <a:endParaRPr lang="en-US" altLang="ko-KR" u="sng" dirty="0"/>
          </a:p>
          <a:p>
            <a:pPr lvl="2" eaLnBrk="1" hangingPunct="1">
              <a:lnSpc>
                <a:spcPct val="150000"/>
              </a:lnSpc>
              <a:defRPr/>
            </a:pPr>
            <a:r>
              <a:rPr lang="ko-KR" altLang="en-US" dirty="0" err="1"/>
              <a:t>노드</a:t>
            </a:r>
            <a:r>
              <a:rPr lang="ko-KR" altLang="en-US" dirty="0"/>
              <a:t> </a:t>
            </a:r>
            <a:r>
              <a:rPr lang="en-US" altLang="ko-KR" dirty="0"/>
              <a:t>10</a:t>
            </a:r>
            <a:r>
              <a:rPr lang="ko-KR" altLang="en-US" dirty="0"/>
              <a:t>을 삭제하는 경우</a:t>
            </a:r>
          </a:p>
          <a:p>
            <a:pPr lvl="1">
              <a:defRPr/>
            </a:pPr>
            <a:endParaRPr lang="ko-KR" altLang="en-US" dirty="0"/>
          </a:p>
        </p:txBody>
      </p:sp>
      <p:sp>
        <p:nvSpPr>
          <p:cNvPr id="6656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5. </a:t>
            </a:r>
            <a:r>
              <a:rPr lang="ko-KR" altLang="en-US"/>
              <a:t>이진 탐색 트리</a:t>
            </a:r>
            <a:endParaRPr lang="ko-KR" altLang="en-US" dirty="0"/>
          </a:p>
        </p:txBody>
      </p:sp>
      <p:sp>
        <p:nvSpPr>
          <p:cNvPr id="5" name="Line 2"/>
          <p:cNvSpPr>
            <a:spLocks noChangeShapeType="1"/>
          </p:cNvSpPr>
          <p:nvPr/>
        </p:nvSpPr>
        <p:spPr bwMode="auto">
          <a:xfrm>
            <a:off x="3852863" y="4638675"/>
            <a:ext cx="454025" cy="431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grpSp>
        <p:nvGrpSpPr>
          <p:cNvPr id="6" name="Group 3"/>
          <p:cNvGrpSpPr>
            <a:grpSpLocks/>
          </p:cNvGrpSpPr>
          <p:nvPr/>
        </p:nvGrpSpPr>
        <p:grpSpPr bwMode="auto">
          <a:xfrm>
            <a:off x="1871663" y="3943350"/>
            <a:ext cx="1873250" cy="504825"/>
            <a:chOff x="1791" y="416"/>
            <a:chExt cx="1433" cy="318"/>
          </a:xfrm>
        </p:grpSpPr>
        <p:sp>
          <p:nvSpPr>
            <p:cNvPr id="7" name="Line 4"/>
            <p:cNvSpPr>
              <a:spLocks noChangeShapeType="1"/>
            </p:cNvSpPr>
            <p:nvPr/>
          </p:nvSpPr>
          <p:spPr bwMode="auto">
            <a:xfrm flipV="1">
              <a:off x="1791" y="416"/>
              <a:ext cx="707" cy="29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" name="Line 5"/>
            <p:cNvSpPr>
              <a:spLocks noChangeShapeType="1"/>
            </p:cNvSpPr>
            <p:nvPr/>
          </p:nvSpPr>
          <p:spPr bwMode="auto">
            <a:xfrm>
              <a:off x="2498" y="416"/>
              <a:ext cx="726" cy="31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9" name="Oval 6"/>
          <p:cNvSpPr>
            <a:spLocks noChangeArrowheads="1"/>
          </p:cNvSpPr>
          <p:nvPr/>
        </p:nvSpPr>
        <p:spPr bwMode="auto">
          <a:xfrm>
            <a:off x="3621088" y="4325938"/>
            <a:ext cx="400050" cy="379412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72000" anchor="ctr"/>
          <a:lstStyle/>
          <a:p>
            <a:pPr>
              <a:defRPr/>
            </a:pPr>
            <a:endParaRPr lang="ko-KR" altLang="ko-KR" sz="1600" b="1">
              <a:effectLst>
                <a:outerShdw blurRad="38100" dist="38100" dir="2700000" algn="tl">
                  <a:srgbClr val="C0C0C0"/>
                </a:outerShdw>
              </a:effectLst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10" name="Group 10"/>
          <p:cNvGrpSpPr>
            <a:grpSpLocks/>
          </p:cNvGrpSpPr>
          <p:nvPr/>
        </p:nvGrpSpPr>
        <p:grpSpPr bwMode="auto">
          <a:xfrm>
            <a:off x="1196975" y="4638675"/>
            <a:ext cx="1050925" cy="431800"/>
            <a:chOff x="3168" y="1117"/>
            <a:chExt cx="662" cy="272"/>
          </a:xfrm>
        </p:grpSpPr>
        <p:sp>
          <p:nvSpPr>
            <p:cNvPr id="11" name="Line 11"/>
            <p:cNvSpPr>
              <a:spLocks noChangeShapeType="1"/>
            </p:cNvSpPr>
            <p:nvPr/>
          </p:nvSpPr>
          <p:spPr bwMode="auto">
            <a:xfrm flipV="1">
              <a:off x="3168" y="1117"/>
              <a:ext cx="363" cy="2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2" name="Line 12"/>
            <p:cNvSpPr>
              <a:spLocks noChangeShapeType="1"/>
            </p:cNvSpPr>
            <p:nvPr/>
          </p:nvSpPr>
          <p:spPr bwMode="auto">
            <a:xfrm>
              <a:off x="3544" y="1117"/>
              <a:ext cx="286" cy="2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13" name="Oval 13"/>
          <p:cNvSpPr>
            <a:spLocks noChangeArrowheads="1"/>
          </p:cNvSpPr>
          <p:nvPr/>
        </p:nvSpPr>
        <p:spPr bwMode="auto">
          <a:xfrm>
            <a:off x="2613025" y="3592513"/>
            <a:ext cx="355600" cy="33655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72000" anchor="ctr"/>
          <a:lstStyle>
            <a:lvl1pPr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eaLnBrk="1" hangingPunct="1"/>
            <a:r>
              <a:rPr lang="en-US" altLang="ko-KR" sz="1600" b="1">
                <a:effectLst>
                  <a:outerShdw blurRad="38100" dist="38100" dir="2700000" algn="tl">
                    <a:srgbClr val="C0C0C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8</a:t>
            </a:r>
          </a:p>
        </p:txBody>
      </p:sp>
      <p:sp>
        <p:nvSpPr>
          <p:cNvPr id="14" name="Oval 14"/>
          <p:cNvSpPr>
            <a:spLocks noChangeArrowheads="1"/>
          </p:cNvSpPr>
          <p:nvPr/>
        </p:nvSpPr>
        <p:spPr bwMode="auto">
          <a:xfrm>
            <a:off x="1619250" y="4322763"/>
            <a:ext cx="355600" cy="33655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72000" anchor="ctr"/>
          <a:lstStyle>
            <a:lvl1pPr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eaLnBrk="1" hangingPunct="1"/>
            <a:r>
              <a:rPr lang="en-US" altLang="ko-KR" sz="1600" b="1">
                <a:effectLst>
                  <a:outerShdw blurRad="38100" dist="38100" dir="2700000" algn="tl">
                    <a:srgbClr val="C0C0C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</a:p>
        </p:txBody>
      </p:sp>
      <p:sp>
        <p:nvSpPr>
          <p:cNvPr id="15" name="Oval 15"/>
          <p:cNvSpPr>
            <a:spLocks noChangeArrowheads="1"/>
          </p:cNvSpPr>
          <p:nvPr/>
        </p:nvSpPr>
        <p:spPr bwMode="auto">
          <a:xfrm>
            <a:off x="3621088" y="4337050"/>
            <a:ext cx="388937" cy="3683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72000" anchor="ctr"/>
          <a:lstStyle/>
          <a:p>
            <a:pPr algn="ctr">
              <a:defRPr/>
            </a:pPr>
            <a:r>
              <a:rPr lang="en-US" altLang="ko-KR" sz="16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맑은 고딕" pitchFamily="50" charset="-127"/>
                <a:ea typeface="맑은 고딕" pitchFamily="50" charset="-127"/>
              </a:rPr>
              <a:t>10</a:t>
            </a:r>
          </a:p>
        </p:txBody>
      </p:sp>
      <p:sp>
        <p:nvSpPr>
          <p:cNvPr id="16" name="Oval 16"/>
          <p:cNvSpPr>
            <a:spLocks noChangeArrowheads="1"/>
          </p:cNvSpPr>
          <p:nvPr/>
        </p:nvSpPr>
        <p:spPr bwMode="auto">
          <a:xfrm>
            <a:off x="939800" y="5022850"/>
            <a:ext cx="355600" cy="33655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72000" anchor="ctr"/>
          <a:lstStyle>
            <a:lvl1pPr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eaLnBrk="1" hangingPunct="1"/>
            <a:r>
              <a:rPr lang="en-US" altLang="ko-KR" sz="1600" b="1">
                <a:effectLst>
                  <a:outerShdw blurRad="38100" dist="38100" dir="2700000" algn="tl">
                    <a:srgbClr val="C0C0C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</a:p>
        </p:txBody>
      </p:sp>
      <p:sp>
        <p:nvSpPr>
          <p:cNvPr id="17" name="Oval 17"/>
          <p:cNvSpPr>
            <a:spLocks noChangeArrowheads="1"/>
          </p:cNvSpPr>
          <p:nvPr/>
        </p:nvSpPr>
        <p:spPr bwMode="auto">
          <a:xfrm>
            <a:off x="2138363" y="5024438"/>
            <a:ext cx="355600" cy="33655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72000" anchor="ctr"/>
          <a:lstStyle>
            <a:lvl1pPr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eaLnBrk="1" hangingPunct="1"/>
            <a:r>
              <a:rPr lang="en-US" altLang="ko-KR" sz="1600" b="1">
                <a:effectLst>
                  <a:outerShdw blurRad="38100" dist="38100" dir="2700000" algn="tl">
                    <a:srgbClr val="C0C0C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r>
          </a:p>
        </p:txBody>
      </p:sp>
      <p:grpSp>
        <p:nvGrpSpPr>
          <p:cNvPr id="18" name="Group 18"/>
          <p:cNvGrpSpPr>
            <a:grpSpLocks/>
          </p:cNvGrpSpPr>
          <p:nvPr/>
        </p:nvGrpSpPr>
        <p:grpSpPr bwMode="auto">
          <a:xfrm>
            <a:off x="3900488" y="5024438"/>
            <a:ext cx="1004887" cy="996950"/>
            <a:chOff x="2457" y="2972"/>
            <a:chExt cx="633" cy="628"/>
          </a:xfrm>
        </p:grpSpPr>
        <p:sp>
          <p:nvSpPr>
            <p:cNvPr id="19" name="Line 19"/>
            <p:cNvSpPr>
              <a:spLocks noChangeShapeType="1"/>
            </p:cNvSpPr>
            <p:nvPr/>
          </p:nvSpPr>
          <p:spPr bwMode="auto">
            <a:xfrm flipV="1">
              <a:off x="2569" y="3183"/>
              <a:ext cx="227" cy="22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0" name="Line 20"/>
            <p:cNvSpPr>
              <a:spLocks noChangeShapeType="1"/>
            </p:cNvSpPr>
            <p:nvPr/>
          </p:nvSpPr>
          <p:spPr bwMode="auto">
            <a:xfrm flipH="1" flipV="1">
              <a:off x="2791" y="3183"/>
              <a:ext cx="186" cy="23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" name="Oval 21"/>
            <p:cNvSpPr>
              <a:spLocks noChangeArrowheads="1"/>
            </p:cNvSpPr>
            <p:nvPr/>
          </p:nvSpPr>
          <p:spPr bwMode="auto">
            <a:xfrm>
              <a:off x="2457" y="3388"/>
              <a:ext cx="224" cy="212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lIns="72000" anchor="ctr"/>
            <a:lstStyle/>
            <a:p>
              <a:pPr algn="ctr">
                <a:defRPr/>
              </a:pPr>
              <a:r>
                <a:rPr lang="en-US" altLang="ko-KR" sz="16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맑은 고딕" pitchFamily="50" charset="-127"/>
                  <a:ea typeface="맑은 고딕" pitchFamily="50" charset="-127"/>
                </a:rPr>
                <a:t>11</a:t>
              </a:r>
            </a:p>
          </p:txBody>
        </p:sp>
        <p:sp>
          <p:nvSpPr>
            <p:cNvPr id="22" name="Oval 22"/>
            <p:cNvSpPr>
              <a:spLocks noChangeArrowheads="1"/>
            </p:cNvSpPr>
            <p:nvPr/>
          </p:nvSpPr>
          <p:spPr bwMode="auto">
            <a:xfrm>
              <a:off x="2866" y="3381"/>
              <a:ext cx="224" cy="212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lIns="72000" anchor="ctr"/>
            <a:lstStyle/>
            <a:p>
              <a:pPr algn="ctr">
                <a:defRPr/>
              </a:pPr>
              <a:r>
                <a:rPr lang="en-US" altLang="ko-KR" sz="16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맑은 고딕" pitchFamily="50" charset="-127"/>
                  <a:ea typeface="맑은 고딕" pitchFamily="50" charset="-127"/>
                </a:rPr>
                <a:t>16</a:t>
              </a:r>
            </a:p>
          </p:txBody>
        </p:sp>
        <p:sp>
          <p:nvSpPr>
            <p:cNvPr id="23" name="Oval 23"/>
            <p:cNvSpPr>
              <a:spLocks noChangeArrowheads="1"/>
            </p:cNvSpPr>
            <p:nvPr/>
          </p:nvSpPr>
          <p:spPr bwMode="auto">
            <a:xfrm>
              <a:off x="2679" y="2972"/>
              <a:ext cx="224" cy="212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lIns="72000" anchor="ctr"/>
            <a:lstStyle/>
            <a:p>
              <a:pPr algn="ctr">
                <a:defRPr/>
              </a:pPr>
              <a:r>
                <a:rPr lang="en-US" altLang="ko-KR" sz="16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맑은 고딕" pitchFamily="50" charset="-127"/>
                  <a:ea typeface="맑은 고딕" pitchFamily="50" charset="-127"/>
                </a:rPr>
                <a:t>14</a:t>
              </a:r>
            </a:p>
          </p:txBody>
        </p:sp>
      </p:grpSp>
      <p:grpSp>
        <p:nvGrpSpPr>
          <p:cNvPr id="24" name="Group 24"/>
          <p:cNvGrpSpPr>
            <a:grpSpLocks/>
          </p:cNvGrpSpPr>
          <p:nvPr/>
        </p:nvGrpSpPr>
        <p:grpSpPr bwMode="auto">
          <a:xfrm>
            <a:off x="2311400" y="2997200"/>
            <a:ext cx="965200" cy="538163"/>
            <a:chOff x="1456" y="1695"/>
            <a:chExt cx="608" cy="339"/>
          </a:xfrm>
        </p:grpSpPr>
        <p:sp>
          <p:nvSpPr>
            <p:cNvPr id="25" name="AutoShape 25"/>
            <p:cNvSpPr>
              <a:spLocks noChangeArrowheads="1"/>
            </p:cNvSpPr>
            <p:nvPr/>
          </p:nvSpPr>
          <p:spPr bwMode="auto">
            <a:xfrm>
              <a:off x="1688" y="1898"/>
              <a:ext cx="136" cy="136"/>
            </a:xfrm>
            <a:prstGeom prst="downArrow">
              <a:avLst>
                <a:gd name="adj1" fmla="val 40657"/>
                <a:gd name="adj2" fmla="val 53676"/>
              </a:avLst>
            </a:prstGeom>
            <a:solidFill>
              <a:srgbClr val="FF66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eaVert"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9pPr>
            </a:lstStyle>
            <a:p>
              <a:pPr eaLnBrk="1" hangingPunct="1"/>
              <a:endParaRPr lang="ko-KR" altLang="en-US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6" name="Text Box 26"/>
            <p:cNvSpPr txBox="1">
              <a:spLocks noChangeArrowheads="1"/>
            </p:cNvSpPr>
            <p:nvPr/>
          </p:nvSpPr>
          <p:spPr bwMode="auto">
            <a:xfrm>
              <a:off x="1456" y="1695"/>
              <a:ext cx="608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9pPr>
            </a:lstStyle>
            <a:p>
              <a:pPr eaLnBrk="1" hangingPunct="1"/>
              <a:r>
                <a:rPr lang="ko-KR" altLang="en-US" sz="1400" b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탐색시작 </a:t>
              </a:r>
            </a:p>
          </p:txBody>
        </p:sp>
      </p:grpSp>
      <p:sp>
        <p:nvSpPr>
          <p:cNvPr id="27" name="Text Box 27"/>
          <p:cNvSpPr txBox="1">
            <a:spLocks noChangeArrowheads="1"/>
          </p:cNvSpPr>
          <p:nvPr/>
        </p:nvSpPr>
        <p:spPr bwMode="auto">
          <a:xfrm>
            <a:off x="2941638" y="3578225"/>
            <a:ext cx="1052512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 sz="1400" b="1">
                <a:solidFill>
                  <a:srgbClr val="0000CC"/>
                </a:solidFill>
                <a:latin typeface="맑은 고딕" pitchFamily="50" charset="-127"/>
                <a:ea typeface="맑은 고딕" pitchFamily="50" charset="-127"/>
              </a:rPr>
              <a:t>① </a:t>
            </a:r>
            <a:r>
              <a:rPr lang="en-US" altLang="ko-KR" sz="1400" b="1"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맑은 고딕" pitchFamily="50" charset="-127"/>
                <a:ea typeface="맑은 고딕" pitchFamily="50" charset="-127"/>
              </a:rPr>
              <a:t>10</a:t>
            </a:r>
            <a:r>
              <a:rPr lang="en-US" altLang="ko-KR" sz="1400" b="1">
                <a:solidFill>
                  <a:srgbClr val="0000CC"/>
                </a:solidFill>
                <a:latin typeface="맑은 고딕" pitchFamily="50" charset="-127"/>
                <a:ea typeface="맑은 고딕" pitchFamily="50" charset="-127"/>
              </a:rPr>
              <a:t> &gt; </a:t>
            </a:r>
            <a:r>
              <a:rPr lang="en-US" altLang="ko-KR" sz="1400">
                <a:solidFill>
                  <a:srgbClr val="0000CC"/>
                </a:solidFill>
                <a:latin typeface="맑은 고딕" pitchFamily="50" charset="-127"/>
                <a:ea typeface="맑은 고딕" pitchFamily="50" charset="-127"/>
              </a:rPr>
              <a:t>8</a:t>
            </a:r>
            <a:r>
              <a:rPr lang="en-US" altLang="ko-KR" sz="1400" b="1">
                <a:latin typeface="맑은 고딕" pitchFamily="50" charset="-127"/>
                <a:ea typeface="맑은 고딕" pitchFamily="50" charset="-127"/>
              </a:rPr>
              <a:t> </a:t>
            </a:r>
          </a:p>
        </p:txBody>
      </p:sp>
      <p:sp>
        <p:nvSpPr>
          <p:cNvPr id="28" name="Line 28"/>
          <p:cNvSpPr>
            <a:spLocks noChangeShapeType="1"/>
          </p:cNvSpPr>
          <p:nvPr/>
        </p:nvSpPr>
        <p:spPr bwMode="auto">
          <a:xfrm>
            <a:off x="2928938" y="3946525"/>
            <a:ext cx="744537" cy="371475"/>
          </a:xfrm>
          <a:prstGeom prst="line">
            <a:avLst/>
          </a:prstGeom>
          <a:noFill/>
          <a:ln w="12700">
            <a:solidFill>
              <a:srgbClr val="0000CC"/>
            </a:solidFill>
            <a:round/>
            <a:headEnd/>
            <a:tailEnd type="arrow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9" name="Text Box 29"/>
          <p:cNvSpPr txBox="1">
            <a:spLocks noChangeArrowheads="1"/>
          </p:cNvSpPr>
          <p:nvPr/>
        </p:nvSpPr>
        <p:spPr bwMode="auto">
          <a:xfrm>
            <a:off x="3970338" y="4314825"/>
            <a:ext cx="1150937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 sz="1400" b="1">
                <a:solidFill>
                  <a:srgbClr val="0000CC"/>
                </a:solidFill>
                <a:latin typeface="맑은 고딕" pitchFamily="50" charset="-127"/>
                <a:ea typeface="맑은 고딕" pitchFamily="50" charset="-127"/>
              </a:rPr>
              <a:t>② </a:t>
            </a:r>
            <a:r>
              <a:rPr lang="en-US" altLang="ko-KR" sz="1400" b="1"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맑은 고딕" pitchFamily="50" charset="-127"/>
                <a:ea typeface="맑은 고딕" pitchFamily="50" charset="-127"/>
              </a:rPr>
              <a:t>10</a:t>
            </a:r>
            <a:r>
              <a:rPr lang="en-US" altLang="ko-KR" sz="1400" b="1">
                <a:solidFill>
                  <a:srgbClr val="0000CC"/>
                </a:solidFill>
                <a:latin typeface="맑은 고딕" pitchFamily="50" charset="-127"/>
                <a:ea typeface="맑은 고딕" pitchFamily="50" charset="-127"/>
              </a:rPr>
              <a:t> = </a:t>
            </a:r>
            <a:r>
              <a:rPr lang="en-US" altLang="ko-KR" sz="1400">
                <a:solidFill>
                  <a:srgbClr val="0000CC"/>
                </a:solidFill>
                <a:latin typeface="맑은 고딕" pitchFamily="50" charset="-127"/>
                <a:ea typeface="맑은 고딕" pitchFamily="50" charset="-127"/>
              </a:rPr>
              <a:t>10 </a:t>
            </a:r>
            <a:endParaRPr lang="en-US" altLang="ko-KR" sz="1400" b="1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0" name="Line 30"/>
          <p:cNvSpPr>
            <a:spLocks noChangeShapeType="1"/>
          </p:cNvSpPr>
          <p:nvPr/>
        </p:nvSpPr>
        <p:spPr bwMode="auto">
          <a:xfrm flipV="1">
            <a:off x="1958975" y="5359400"/>
            <a:ext cx="360363" cy="36036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31" name="Oval 31"/>
          <p:cNvSpPr>
            <a:spLocks noChangeArrowheads="1"/>
          </p:cNvSpPr>
          <p:nvPr/>
        </p:nvSpPr>
        <p:spPr bwMode="auto">
          <a:xfrm>
            <a:off x="1781175" y="5684838"/>
            <a:ext cx="355600" cy="33655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72000" anchor="ctr"/>
          <a:lstStyle>
            <a:lvl1pPr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eaLnBrk="1" hangingPunct="1"/>
            <a:r>
              <a:rPr lang="en-US" altLang="ko-KR" sz="1600" b="1">
                <a:effectLst>
                  <a:outerShdw blurRad="38100" dist="38100" dir="2700000" algn="tl">
                    <a:srgbClr val="C0C0C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</a:p>
        </p:txBody>
      </p:sp>
      <p:sp>
        <p:nvSpPr>
          <p:cNvPr id="32" name="Text Box 32"/>
          <p:cNvSpPr txBox="1">
            <a:spLocks noChangeArrowheads="1"/>
          </p:cNvSpPr>
          <p:nvPr/>
        </p:nvSpPr>
        <p:spPr bwMode="auto">
          <a:xfrm>
            <a:off x="6156325" y="3492500"/>
            <a:ext cx="27019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eaLnBrk="1" hangingPunct="1"/>
            <a:r>
              <a:rPr lang="en-US" altLang="ko-KR" sz="1800" b="1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1800" b="1">
                <a:latin typeface="맑은 고딕" panose="020B0503020000020004" pitchFamily="50" charset="-127"/>
                <a:ea typeface="맑은 고딕" panose="020B0503020000020004" pitchFamily="50" charset="-127"/>
              </a:rPr>
              <a:t>단계</a:t>
            </a:r>
            <a:r>
              <a:rPr lang="en-US" altLang="ko-KR" sz="1800" b="1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800" b="1">
                <a:latin typeface="맑은 고딕" panose="020B0503020000020004" pitchFamily="50" charset="-127"/>
                <a:ea typeface="맑은 고딕" panose="020B0503020000020004" pitchFamily="50" charset="-127"/>
              </a:rPr>
              <a:t>삭제할 노드 </a:t>
            </a:r>
            <a:r>
              <a:rPr lang="ko-KR" altLang="en-US" sz="1800" b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탐색</a:t>
            </a:r>
          </a:p>
        </p:txBody>
      </p:sp>
      <p:grpSp>
        <p:nvGrpSpPr>
          <p:cNvPr id="33" name="Group 33"/>
          <p:cNvGrpSpPr>
            <a:grpSpLocks/>
          </p:cNvGrpSpPr>
          <p:nvPr/>
        </p:nvGrpSpPr>
        <p:grpSpPr bwMode="auto">
          <a:xfrm>
            <a:off x="4052888" y="4484688"/>
            <a:ext cx="1498600" cy="596900"/>
            <a:chOff x="3470" y="1207"/>
            <a:chExt cx="944" cy="376"/>
          </a:xfrm>
        </p:grpSpPr>
        <p:sp>
          <p:nvSpPr>
            <p:cNvPr id="34" name="Freeform 34"/>
            <p:cNvSpPr>
              <a:spLocks/>
            </p:cNvSpPr>
            <p:nvPr/>
          </p:nvSpPr>
          <p:spPr bwMode="auto">
            <a:xfrm>
              <a:off x="3470" y="1207"/>
              <a:ext cx="325" cy="318"/>
            </a:xfrm>
            <a:custGeom>
              <a:avLst/>
              <a:gdLst>
                <a:gd name="T0" fmla="*/ 317 w 325"/>
                <a:gd name="T1" fmla="*/ 696 h 272"/>
                <a:gd name="T2" fmla="*/ 317 w 325"/>
                <a:gd name="T3" fmla="*/ 579 h 272"/>
                <a:gd name="T4" fmla="*/ 272 w 325"/>
                <a:gd name="T5" fmla="*/ 233 h 272"/>
                <a:gd name="T6" fmla="*/ 0 w 325"/>
                <a:gd name="T7" fmla="*/ 0 h 27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25"/>
                <a:gd name="T13" fmla="*/ 0 h 272"/>
                <a:gd name="T14" fmla="*/ 325 w 325"/>
                <a:gd name="T15" fmla="*/ 272 h 27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25" h="272">
                  <a:moveTo>
                    <a:pt x="317" y="272"/>
                  </a:moveTo>
                  <a:cubicBezTo>
                    <a:pt x="320" y="264"/>
                    <a:pt x="324" y="257"/>
                    <a:pt x="317" y="227"/>
                  </a:cubicBezTo>
                  <a:cubicBezTo>
                    <a:pt x="310" y="197"/>
                    <a:pt x="325" y="129"/>
                    <a:pt x="272" y="91"/>
                  </a:cubicBezTo>
                  <a:cubicBezTo>
                    <a:pt x="219" y="53"/>
                    <a:pt x="109" y="26"/>
                    <a:pt x="0" y="0"/>
                  </a:cubicBezTo>
                </a:path>
              </a:pathLst>
            </a:custGeom>
            <a:noFill/>
            <a:ln w="12700">
              <a:solidFill>
                <a:srgbClr val="FF0000"/>
              </a:solidFill>
              <a:round/>
              <a:headEnd/>
              <a:tailEnd type="arrow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5" name="Text Box 35"/>
            <p:cNvSpPr txBox="1">
              <a:spLocks noChangeArrowheads="1"/>
            </p:cNvSpPr>
            <p:nvPr/>
          </p:nvSpPr>
          <p:spPr bwMode="auto">
            <a:xfrm>
              <a:off x="3696" y="1389"/>
              <a:ext cx="718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rIns="0">
              <a:spAutoFit/>
            </a:bodyPr>
            <a:lstStyle>
              <a:lvl1pPr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9pPr>
            </a:lstStyle>
            <a:p>
              <a:pPr eaLnBrk="1" hangingPunct="1"/>
              <a:r>
                <a:rPr lang="ko-KR" altLang="en-US" sz="1400" b="1">
                  <a:solidFill>
                    <a:srgbClr val="0000CC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자식노드 이동</a:t>
              </a:r>
              <a:endParaRPr lang="ko-KR" altLang="en-US" sz="1400" b="1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36" name="Text Box 36"/>
          <p:cNvSpPr txBox="1">
            <a:spLocks noChangeArrowheads="1"/>
          </p:cNvSpPr>
          <p:nvPr/>
        </p:nvSpPr>
        <p:spPr bwMode="auto">
          <a:xfrm>
            <a:off x="6156325" y="3873500"/>
            <a:ext cx="27019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eaLnBrk="1" hangingPunct="1"/>
            <a:r>
              <a:rPr lang="en-US" altLang="ko-KR" sz="1800" b="1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1800" b="1">
                <a:latin typeface="맑은 고딕" panose="020B0503020000020004" pitchFamily="50" charset="-127"/>
                <a:ea typeface="맑은 고딕" panose="020B0503020000020004" pitchFamily="50" charset="-127"/>
              </a:rPr>
              <a:t>단계</a:t>
            </a:r>
            <a:r>
              <a:rPr lang="en-US" altLang="ko-KR" sz="1800" b="1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800" b="1">
                <a:latin typeface="맑은 고딕" panose="020B0503020000020004" pitchFamily="50" charset="-127"/>
                <a:ea typeface="맑은 고딕" panose="020B0503020000020004" pitchFamily="50" charset="-127"/>
              </a:rPr>
              <a:t>탐색한 노드 </a:t>
            </a:r>
            <a:r>
              <a:rPr lang="ko-KR" altLang="en-US" sz="1800" b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삭제</a:t>
            </a:r>
          </a:p>
        </p:txBody>
      </p:sp>
      <p:sp>
        <p:nvSpPr>
          <p:cNvPr id="37" name="Text Box 37"/>
          <p:cNvSpPr txBox="1">
            <a:spLocks noChangeArrowheads="1"/>
          </p:cNvSpPr>
          <p:nvPr/>
        </p:nvSpPr>
        <p:spPr bwMode="auto">
          <a:xfrm>
            <a:off x="6165850" y="4217988"/>
            <a:ext cx="18446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eaLnBrk="1" hangingPunct="1"/>
            <a:r>
              <a:rPr lang="en-US" altLang="ko-KR" sz="1800" b="1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 sz="1800" b="1">
                <a:latin typeface="맑은 고딕" panose="020B0503020000020004" pitchFamily="50" charset="-127"/>
                <a:ea typeface="맑은 고딕" panose="020B0503020000020004" pitchFamily="50" charset="-127"/>
              </a:rPr>
              <a:t>단계</a:t>
            </a:r>
            <a:r>
              <a:rPr lang="en-US" altLang="ko-KR" sz="1800" b="1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800" b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후속처리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35" presetClass="emph" presetSubtype="0" repeatCount="2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3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3" presetClass="exit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000"/>
                            </p:stCondLst>
                            <p:childTnLst>
                              <p:par>
                                <p:cTn id="51" presetID="2" presetClass="exit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2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500"/>
                            </p:stCondLst>
                            <p:childTnLst>
                              <p:par>
                                <p:cTn id="70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61111E-6 1.21387E-6 L -0.06718 -0.10012 " pathEditMode="relative" rAng="0" ptsTypes="AA">
                                      <p:cBhvr>
                                        <p:cTn id="71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368" y="-501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9" grpId="0" animBg="1"/>
      <p:bldP spid="9" grpId="1" animBg="1"/>
      <p:bldP spid="15" grpId="0" animBg="1"/>
      <p:bldP spid="27" grpId="0"/>
      <p:bldP spid="27" grpId="1"/>
      <p:bldP spid="28" grpId="0" animBg="1"/>
      <p:bldP spid="28" grpId="1" animBg="1"/>
      <p:bldP spid="29" grpId="0"/>
      <p:bldP spid="29" grpId="1"/>
      <p:bldP spid="32" grpId="0"/>
      <p:bldP spid="36" grpId="0"/>
      <p:bldP spid="37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/>
          <p:cNvPicPr>
            <a:picLocks noGrp="1" noChangeAspect="1" noChangeArrowheads="1"/>
          </p:cNvPicPr>
          <p:nvPr>
            <p:ph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676400" y="1784350"/>
            <a:ext cx="5791200" cy="401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7587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5. </a:t>
            </a:r>
            <a:r>
              <a:rPr lang="ko-KR" altLang="en-US"/>
              <a:t>이진 탐색 트리</a:t>
            </a:r>
            <a:endParaRPr lang="ko-KR" altLang="en-US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내용 개체 틀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lvl="2"/>
            <a:r>
              <a:rPr lang="ko-KR" altLang="en-US"/>
              <a:t>노드 </a:t>
            </a:r>
            <a:r>
              <a:rPr lang="en-US" altLang="ko-KR"/>
              <a:t>10</a:t>
            </a:r>
            <a:r>
              <a:rPr lang="ko-KR" altLang="en-US"/>
              <a:t>을 삭제하는 경우에 대한 단순 연결 리스트 표현</a:t>
            </a:r>
          </a:p>
          <a:p>
            <a:pPr lvl="2"/>
            <a:endParaRPr lang="ko-KR" altLang="en-US"/>
          </a:p>
        </p:txBody>
      </p:sp>
      <p:sp>
        <p:nvSpPr>
          <p:cNvPr id="68611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5. </a:t>
            </a:r>
            <a:r>
              <a:rPr lang="ko-KR" altLang="en-US"/>
              <a:t>이진 탐색 트리</a:t>
            </a:r>
            <a:endParaRPr lang="ko-KR" alt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070260" y="1438902"/>
            <a:ext cx="7100967" cy="50053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내용 개체 틀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lvl="1" eaLnBrk="1" hangingPunct="1">
              <a:defRPr/>
            </a:pPr>
            <a:r>
              <a:rPr lang="ko-KR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삭제할 </a:t>
            </a:r>
            <a:r>
              <a:rPr lang="ko-KR" altLang="en-US" dirty="0" err="1">
                <a:effectLst>
                  <a:outerShdw blurRad="38100" dist="38100" dir="2700000" algn="tl">
                    <a:srgbClr val="C0C0C0"/>
                  </a:outerShdw>
                </a:effectLst>
              </a:rPr>
              <a:t>노드가</a:t>
            </a:r>
            <a:r>
              <a:rPr lang="ko-KR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자식 </a:t>
            </a:r>
            <a:r>
              <a:rPr lang="ko-KR" altLang="en-US" dirty="0" err="1">
                <a:effectLst>
                  <a:outerShdw blurRad="38100" dist="38100" dir="2700000" algn="tl">
                    <a:srgbClr val="C0C0C0"/>
                  </a:outerShdw>
                </a:effectLst>
              </a:rPr>
              <a:t>노드를</a:t>
            </a:r>
            <a:r>
              <a:rPr lang="ko-KR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두 개 가진 경우</a:t>
            </a:r>
            <a:r>
              <a:rPr lang="en-US" altLang="ko-KR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(</a:t>
            </a:r>
            <a:r>
              <a:rPr lang="ko-KR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차수 </a:t>
            </a:r>
            <a:r>
              <a:rPr lang="en-US" altLang="ko-KR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= 2)</a:t>
            </a:r>
            <a:r>
              <a:rPr lang="ko-KR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의 삭제 연산</a:t>
            </a:r>
            <a:endParaRPr lang="en-US" altLang="ko-KR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lvl="2" eaLnBrk="1" hangingPunct="1">
              <a:defRPr/>
            </a:pPr>
            <a:r>
              <a:rPr lang="ko-KR" altLang="en-US" dirty="0" err="1"/>
              <a:t>노드를</a:t>
            </a:r>
            <a:r>
              <a:rPr lang="ko-KR" altLang="en-US" dirty="0"/>
              <a:t> 삭제하면</a:t>
            </a:r>
            <a:r>
              <a:rPr lang="en-US" altLang="ko-KR" dirty="0"/>
              <a:t>, </a:t>
            </a:r>
            <a:r>
              <a:rPr lang="ko-KR" altLang="en-US" dirty="0"/>
              <a:t>자식 </a:t>
            </a:r>
            <a:r>
              <a:rPr lang="ko-KR" altLang="en-US" dirty="0" err="1"/>
              <a:t>노드들은</a:t>
            </a:r>
            <a:r>
              <a:rPr lang="ko-KR" altLang="en-US" dirty="0"/>
              <a:t> </a:t>
            </a:r>
            <a:r>
              <a:rPr lang="ko-KR" altLang="en-US" dirty="0" err="1"/>
              <a:t>트리에서</a:t>
            </a:r>
            <a:r>
              <a:rPr lang="ko-KR" altLang="en-US" dirty="0"/>
              <a:t> 연결이 끊어져서 고아가 됨</a:t>
            </a:r>
            <a:endParaRPr lang="en-US" altLang="ko-KR" dirty="0"/>
          </a:p>
          <a:p>
            <a:pPr lvl="2" eaLnBrk="1" hangingPunct="1">
              <a:defRPr/>
            </a:pPr>
            <a:r>
              <a:rPr lang="ko-KR" altLang="en-US" dirty="0"/>
              <a:t>후속 처리 </a:t>
            </a:r>
            <a:r>
              <a:rPr lang="en-US" altLang="ko-KR" dirty="0"/>
              <a:t>: </a:t>
            </a:r>
            <a:r>
              <a:rPr lang="ko-KR" altLang="en-US" dirty="0"/>
              <a:t>삭제한 </a:t>
            </a:r>
            <a:r>
              <a:rPr lang="ko-KR" altLang="en-US" dirty="0" err="1"/>
              <a:t>노드의</a:t>
            </a:r>
            <a:r>
              <a:rPr lang="ko-KR" altLang="en-US" dirty="0"/>
              <a:t> 자리를 자손 </a:t>
            </a:r>
            <a:r>
              <a:rPr lang="ko-KR" altLang="en-US" dirty="0" err="1"/>
              <a:t>노드들</a:t>
            </a:r>
            <a:r>
              <a:rPr lang="ko-KR" altLang="en-US" dirty="0"/>
              <a:t> 중에서 선택한 후계자에게 물려줌</a:t>
            </a:r>
            <a:endParaRPr lang="en-US" altLang="ko-KR" dirty="0"/>
          </a:p>
          <a:p>
            <a:pPr lvl="4" eaLnBrk="1" hangingPunct="1">
              <a:lnSpc>
                <a:spcPct val="70000"/>
              </a:lnSpc>
              <a:defRPr/>
            </a:pPr>
            <a:endParaRPr lang="en-US" altLang="ko-KR" dirty="0"/>
          </a:p>
          <a:p>
            <a:pPr lvl="2" eaLnBrk="1" hangingPunct="1">
              <a:defRPr/>
            </a:pPr>
            <a:r>
              <a:rPr lang="ko-KR" altLang="en-US" dirty="0"/>
              <a:t>후계자 선택 방법</a:t>
            </a:r>
            <a:endParaRPr lang="en-US" altLang="ko-KR" dirty="0"/>
          </a:p>
          <a:p>
            <a:pPr lvl="3" eaLnBrk="1" hangingPunct="1">
              <a:defRPr/>
            </a:pPr>
            <a:r>
              <a:rPr lang="ko-KR" altLang="en-US" dirty="0"/>
              <a:t>왼쪽 서브 트리에서 가장 큰 자손 노드 선택 </a:t>
            </a:r>
            <a:r>
              <a:rPr lang="en-US" altLang="ko-KR" dirty="0"/>
              <a:t>:  </a:t>
            </a:r>
            <a:r>
              <a:rPr lang="ko-KR" altLang="en-US" dirty="0"/>
              <a:t>왼쪽 서브 트리의 오른쪽 링크를 따라 계속 이동하여 오른쪽 링크 필드가 </a:t>
            </a:r>
            <a:r>
              <a:rPr lang="en-US" altLang="ko-KR" dirty="0"/>
              <a:t>NULL</a:t>
            </a:r>
            <a:r>
              <a:rPr lang="ko-KR" altLang="en-US" dirty="0"/>
              <a:t>인 </a:t>
            </a:r>
            <a:r>
              <a:rPr lang="ko-KR" altLang="en-US" dirty="0" err="1"/>
              <a:t>노드</a:t>
            </a:r>
            <a:r>
              <a:rPr lang="ko-KR" altLang="en-US" dirty="0"/>
              <a:t> 즉</a:t>
            </a:r>
            <a:r>
              <a:rPr lang="en-US" altLang="ko-KR" dirty="0"/>
              <a:t>, </a:t>
            </a:r>
            <a:r>
              <a:rPr lang="ko-KR" altLang="en-US" dirty="0"/>
              <a:t>가장 오른쪽 </a:t>
            </a:r>
            <a:r>
              <a:rPr lang="ko-KR" altLang="en-US" dirty="0" err="1"/>
              <a:t>노드가</a:t>
            </a:r>
            <a:r>
              <a:rPr lang="ko-KR" altLang="en-US" dirty="0"/>
              <a:t> 후계자가 됨</a:t>
            </a:r>
            <a:endParaRPr lang="en-US" altLang="ko-KR" dirty="0"/>
          </a:p>
          <a:p>
            <a:pPr lvl="3" eaLnBrk="1" hangingPunct="1">
              <a:defRPr/>
            </a:pPr>
            <a:r>
              <a:rPr lang="ko-KR" altLang="en-US" dirty="0"/>
              <a:t>오른쪽 서브 트리에서 가장 작은 자손 노드 선택 </a:t>
            </a:r>
            <a:r>
              <a:rPr lang="en-US" altLang="ko-KR" dirty="0"/>
              <a:t>: </a:t>
            </a:r>
            <a:r>
              <a:rPr lang="ko-KR" altLang="en-US" dirty="0"/>
              <a:t>오른쪽 서브 트리에서 왼쪽 링크를 따라 계속 이동하여 왼쪽 링크 필드가 </a:t>
            </a:r>
            <a:r>
              <a:rPr lang="en-US" altLang="ko-KR" dirty="0"/>
              <a:t>NULL</a:t>
            </a:r>
            <a:r>
              <a:rPr lang="ko-KR" altLang="en-US" dirty="0"/>
              <a:t>인 </a:t>
            </a:r>
            <a:r>
              <a:rPr lang="ko-KR" altLang="en-US" dirty="0" err="1"/>
              <a:t>노드</a:t>
            </a:r>
            <a:r>
              <a:rPr lang="ko-KR" altLang="en-US" dirty="0"/>
              <a:t> 즉</a:t>
            </a:r>
            <a:r>
              <a:rPr lang="en-US" altLang="ko-KR" dirty="0"/>
              <a:t>, </a:t>
            </a:r>
            <a:r>
              <a:rPr lang="ko-KR" altLang="en-US" dirty="0"/>
              <a:t>가장 왼쪽에 있는 </a:t>
            </a:r>
            <a:r>
              <a:rPr lang="ko-KR" altLang="en-US" dirty="0" err="1"/>
              <a:t>노드가</a:t>
            </a:r>
            <a:r>
              <a:rPr lang="ko-KR" altLang="en-US" dirty="0"/>
              <a:t> 후계자가 됨</a:t>
            </a:r>
          </a:p>
          <a:p>
            <a:pPr lvl="1">
              <a:defRPr/>
            </a:pPr>
            <a:endParaRPr lang="ko-KR" altLang="en-US" dirty="0"/>
          </a:p>
        </p:txBody>
      </p:sp>
      <p:sp>
        <p:nvSpPr>
          <p:cNvPr id="69635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5. </a:t>
            </a:r>
            <a:r>
              <a:rPr lang="ko-KR" altLang="en-US"/>
              <a:t>이진 탐색 트리</a:t>
            </a:r>
            <a:endParaRPr lang="ko-KR" altLang="en-US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내용 개체 틀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lvl="2"/>
            <a:r>
              <a:rPr lang="ko-KR" altLang="en-US" dirty="0"/>
              <a:t>삭제한 </a:t>
            </a:r>
            <a:r>
              <a:rPr lang="ko-KR" altLang="en-US" dirty="0" err="1"/>
              <a:t>노드의</a:t>
            </a:r>
            <a:r>
              <a:rPr lang="ko-KR" altLang="en-US" dirty="0"/>
              <a:t> 자리를 물려받을 수 있는 자손 </a:t>
            </a:r>
            <a:r>
              <a:rPr lang="ko-KR" altLang="en-US" dirty="0" err="1"/>
              <a:t>노드</a:t>
            </a:r>
            <a:endParaRPr lang="ko-KR" altLang="en-US" sz="1600" dirty="0"/>
          </a:p>
          <a:p>
            <a:pPr lvl="2"/>
            <a:endParaRPr lang="ko-KR" altLang="en-US" dirty="0"/>
          </a:p>
        </p:txBody>
      </p:sp>
      <p:sp>
        <p:nvSpPr>
          <p:cNvPr id="70659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5. </a:t>
            </a:r>
            <a:r>
              <a:rPr lang="ko-KR" altLang="en-US"/>
              <a:t>이진 탐색 트리</a:t>
            </a:r>
            <a:endParaRPr lang="ko-KR" alt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886591" y="1504540"/>
            <a:ext cx="6133682" cy="38385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내용 개체 틀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lvl="2"/>
            <a:r>
              <a:rPr lang="ko-KR" altLang="en-US" dirty="0" err="1"/>
              <a:t>노드</a:t>
            </a:r>
            <a:r>
              <a:rPr lang="ko-KR" altLang="en-US" dirty="0"/>
              <a:t> </a:t>
            </a:r>
            <a:r>
              <a:rPr lang="en-US" altLang="ko-KR" dirty="0"/>
              <a:t>8</a:t>
            </a:r>
            <a:r>
              <a:rPr lang="ko-KR" altLang="en-US" dirty="0"/>
              <a:t>을 삭제하는 경우</a:t>
            </a:r>
            <a:endParaRPr lang="ko-KR" altLang="en-US" sz="1600" dirty="0"/>
          </a:p>
          <a:p>
            <a:pPr lvl="2"/>
            <a:endParaRPr lang="ko-KR" altLang="en-US" dirty="0"/>
          </a:p>
        </p:txBody>
      </p:sp>
      <p:sp>
        <p:nvSpPr>
          <p:cNvPr id="7168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5. </a:t>
            </a:r>
            <a:r>
              <a:rPr lang="ko-KR" altLang="en-US"/>
              <a:t>이진 탐색 트리</a:t>
            </a:r>
            <a:endParaRPr lang="ko-KR" alt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115616" y="1412776"/>
            <a:ext cx="6768752" cy="52876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내용 개체 틀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lvl="2" eaLnBrk="1" hangingPunct="1"/>
            <a:r>
              <a:rPr lang="ko-KR" altLang="en-US" dirty="0" err="1"/>
              <a:t>노드</a:t>
            </a:r>
            <a:r>
              <a:rPr lang="ko-KR" altLang="en-US" dirty="0"/>
              <a:t> </a:t>
            </a:r>
            <a:r>
              <a:rPr lang="en-US" altLang="ko-KR" dirty="0"/>
              <a:t>5</a:t>
            </a:r>
            <a:r>
              <a:rPr lang="ko-KR" altLang="en-US" dirty="0"/>
              <a:t>를 후계자로 선택한 경우</a:t>
            </a:r>
          </a:p>
          <a:p>
            <a:pPr lvl="3" eaLnBrk="1" hangingPunct="1">
              <a:buFont typeface="Wingdings" panose="05000000000000000000" pitchFamily="2" charset="2"/>
              <a:buNone/>
            </a:pPr>
            <a:r>
              <a:rPr lang="ko-KR" altLang="en-US" dirty="0"/>
              <a:t>① 후계자 </a:t>
            </a:r>
            <a:r>
              <a:rPr lang="ko-KR" altLang="en-US" dirty="0" err="1"/>
              <a:t>노드</a:t>
            </a:r>
            <a:r>
              <a:rPr lang="ko-KR" altLang="en-US" dirty="0"/>
              <a:t> </a:t>
            </a:r>
            <a:r>
              <a:rPr lang="en-US" altLang="ko-KR" dirty="0"/>
              <a:t>5</a:t>
            </a:r>
            <a:r>
              <a:rPr lang="ko-KR" altLang="en-US" dirty="0"/>
              <a:t>를 원래 자리에서 삭제하여</a:t>
            </a:r>
            <a:r>
              <a:rPr lang="en-US" altLang="ko-KR" dirty="0"/>
              <a:t>, </a:t>
            </a:r>
            <a:r>
              <a:rPr lang="ko-KR" altLang="en-US" dirty="0"/>
              <a:t>삭제 노드 </a:t>
            </a:r>
            <a:r>
              <a:rPr lang="en-US" altLang="ko-KR" dirty="0"/>
              <a:t>8</a:t>
            </a:r>
            <a:r>
              <a:rPr lang="ko-KR" altLang="en-US" dirty="0"/>
              <a:t>의 자리를 물려줌</a:t>
            </a:r>
            <a:endParaRPr lang="en-US" altLang="ko-KR" dirty="0"/>
          </a:p>
          <a:p>
            <a:pPr lvl="3"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ko-KR" dirty="0"/>
              <a:t>② </a:t>
            </a:r>
            <a:r>
              <a:rPr lang="ko-KR" altLang="en-US" dirty="0"/>
              <a:t>후계자 </a:t>
            </a:r>
            <a:r>
              <a:rPr lang="ko-KR" altLang="en-US" dirty="0" err="1"/>
              <a:t>노드</a:t>
            </a:r>
            <a:r>
              <a:rPr lang="ko-KR" altLang="en-US" dirty="0"/>
              <a:t> </a:t>
            </a:r>
            <a:r>
              <a:rPr lang="en-US" altLang="ko-KR" dirty="0"/>
              <a:t>5</a:t>
            </a:r>
            <a:r>
              <a:rPr lang="ko-KR" altLang="en-US" dirty="0"/>
              <a:t>의 원래 자리는 자식 노드 </a:t>
            </a:r>
            <a:r>
              <a:rPr lang="en-US" altLang="ko-KR" dirty="0"/>
              <a:t>4</a:t>
            </a:r>
            <a:r>
              <a:rPr lang="ko-KR" altLang="en-US" dirty="0"/>
              <a:t>에게 물려주어 이진 탐색 </a:t>
            </a:r>
            <a:r>
              <a:rPr lang="ko-KR" altLang="en-US" dirty="0" err="1"/>
              <a:t>트리를</a:t>
            </a:r>
            <a:r>
              <a:rPr lang="ko-KR" altLang="en-US" dirty="0"/>
              <a:t> 재구성</a:t>
            </a:r>
            <a:r>
              <a:rPr lang="en-US" altLang="ko-KR" dirty="0"/>
              <a:t> (</a:t>
            </a:r>
            <a:r>
              <a:rPr lang="ko-KR" altLang="en-US" dirty="0"/>
              <a:t>자식 노드가 하나인 노드 삭제 연산의 후속 처리 수행</a:t>
            </a:r>
            <a:r>
              <a:rPr lang="en-US" altLang="ko-KR" dirty="0"/>
              <a:t>)</a:t>
            </a:r>
          </a:p>
          <a:p>
            <a:pPr lvl="2" eaLnBrk="1" hangingPunct="1">
              <a:lnSpc>
                <a:spcPct val="240000"/>
              </a:lnSpc>
            </a:pPr>
            <a:r>
              <a:rPr lang="ko-KR" altLang="en-US" dirty="0" err="1"/>
              <a:t>노드</a:t>
            </a:r>
            <a:r>
              <a:rPr lang="ko-KR" altLang="en-US" dirty="0"/>
              <a:t> </a:t>
            </a:r>
            <a:r>
              <a:rPr lang="en-US" altLang="ko-KR" dirty="0"/>
              <a:t>10</a:t>
            </a:r>
            <a:r>
              <a:rPr lang="ko-KR" altLang="en-US" dirty="0"/>
              <a:t>을 후계자로 선택한 경우</a:t>
            </a:r>
          </a:p>
          <a:p>
            <a:pPr lvl="3" eaLnBrk="1" hangingPunct="1">
              <a:buFont typeface="Wingdings" panose="05000000000000000000" pitchFamily="2" charset="2"/>
              <a:buNone/>
            </a:pPr>
            <a:r>
              <a:rPr lang="ko-KR" altLang="en-US" dirty="0"/>
              <a:t>① 후계자 </a:t>
            </a:r>
            <a:r>
              <a:rPr lang="ko-KR" altLang="en-US" dirty="0" err="1"/>
              <a:t>노드</a:t>
            </a:r>
            <a:r>
              <a:rPr lang="ko-KR" altLang="en-US" dirty="0"/>
              <a:t> </a:t>
            </a:r>
            <a:r>
              <a:rPr lang="en-US" altLang="ko-KR" dirty="0"/>
              <a:t>10</a:t>
            </a:r>
            <a:r>
              <a:rPr lang="ko-KR" altLang="en-US" dirty="0"/>
              <a:t>을 원래 자리에서 삭제하여</a:t>
            </a:r>
            <a:r>
              <a:rPr lang="en-US" altLang="ko-KR" dirty="0"/>
              <a:t>, </a:t>
            </a:r>
            <a:r>
              <a:rPr lang="ko-KR" altLang="en-US" dirty="0"/>
              <a:t>삭제 노드 </a:t>
            </a:r>
            <a:r>
              <a:rPr lang="en-US" altLang="ko-KR" dirty="0"/>
              <a:t>8</a:t>
            </a:r>
            <a:r>
              <a:rPr lang="ko-KR" altLang="en-US" dirty="0"/>
              <a:t>의 자리를 물려줌</a:t>
            </a:r>
            <a:endParaRPr lang="en-US" altLang="ko-KR" dirty="0"/>
          </a:p>
          <a:p>
            <a:pPr lvl="3"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ko-KR" dirty="0"/>
              <a:t>② </a:t>
            </a:r>
            <a:r>
              <a:rPr lang="ko-KR" altLang="en-US" dirty="0"/>
              <a:t>후계자 </a:t>
            </a:r>
            <a:r>
              <a:rPr lang="ko-KR" altLang="en-US" dirty="0" err="1"/>
              <a:t>노드</a:t>
            </a:r>
            <a:r>
              <a:rPr lang="ko-KR" altLang="en-US" dirty="0"/>
              <a:t> </a:t>
            </a:r>
            <a:r>
              <a:rPr lang="en-US" altLang="ko-KR" dirty="0"/>
              <a:t>10</a:t>
            </a:r>
            <a:r>
              <a:rPr lang="ko-KR" altLang="en-US" dirty="0"/>
              <a:t>의 원래 자리는 자식 노드 </a:t>
            </a:r>
            <a:r>
              <a:rPr lang="en-US" altLang="ko-KR" dirty="0"/>
              <a:t>14</a:t>
            </a:r>
            <a:r>
              <a:rPr lang="ko-KR" altLang="en-US" dirty="0"/>
              <a:t>에게 물려주어 이진 탐색 </a:t>
            </a:r>
            <a:r>
              <a:rPr lang="ko-KR" altLang="en-US" dirty="0" err="1"/>
              <a:t>트리를</a:t>
            </a:r>
            <a:r>
              <a:rPr lang="ko-KR" altLang="en-US" dirty="0"/>
              <a:t> 재구성</a:t>
            </a:r>
            <a:r>
              <a:rPr lang="en-US" altLang="ko-KR" dirty="0"/>
              <a:t>(</a:t>
            </a:r>
            <a:r>
              <a:rPr lang="ko-KR" altLang="en-US" dirty="0"/>
              <a:t>자식 노드가 하나인 노드 삭제 연산의 후속 처리 수행</a:t>
            </a:r>
            <a:r>
              <a:rPr lang="en-US" altLang="ko-KR" dirty="0"/>
              <a:t>)</a:t>
            </a:r>
          </a:p>
          <a:p>
            <a:pPr lvl="2"/>
            <a:endParaRPr lang="ko-KR" altLang="en-US" dirty="0"/>
          </a:p>
        </p:txBody>
      </p:sp>
      <p:sp>
        <p:nvSpPr>
          <p:cNvPr id="72707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5. </a:t>
            </a:r>
            <a:r>
              <a:rPr lang="ko-KR" altLang="en-US"/>
              <a:t>이진 탐색 트리</a:t>
            </a:r>
            <a:endParaRPr lang="ko-KR" altLang="en-US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내용 개체 틀 1"/>
          <p:cNvSpPr>
            <a:spLocks noGrp="1"/>
          </p:cNvSpPr>
          <p:nvPr>
            <p:ph sz="quarter" idx="10"/>
          </p:nvPr>
        </p:nvSpPr>
        <p:spPr>
          <a:xfrm>
            <a:off x="228600" y="931863"/>
            <a:ext cx="8686800" cy="5715000"/>
          </a:xfrm>
        </p:spPr>
        <p:txBody>
          <a:bodyPr/>
          <a:lstStyle/>
          <a:p>
            <a:pPr lvl="2"/>
            <a:r>
              <a:rPr lang="ko-KR" altLang="en-US"/>
              <a:t>노드 </a:t>
            </a:r>
            <a:r>
              <a:rPr lang="en-US" altLang="ko-KR"/>
              <a:t>5</a:t>
            </a:r>
            <a:r>
              <a:rPr lang="ko-KR" altLang="en-US"/>
              <a:t>를 후계자로 선택한 경우</a:t>
            </a:r>
          </a:p>
          <a:p>
            <a:pPr lvl="2"/>
            <a:endParaRPr lang="ko-KR" altLang="en-US"/>
          </a:p>
        </p:txBody>
      </p:sp>
      <p:sp>
        <p:nvSpPr>
          <p:cNvPr id="73731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5. </a:t>
            </a:r>
            <a:r>
              <a:rPr lang="ko-KR" altLang="en-US"/>
              <a:t>이진 탐색 트리</a:t>
            </a:r>
          </a:p>
        </p:txBody>
      </p:sp>
      <p:grpSp>
        <p:nvGrpSpPr>
          <p:cNvPr id="73732" name="Group 2"/>
          <p:cNvGrpSpPr>
            <a:grpSpLocks/>
          </p:cNvGrpSpPr>
          <p:nvPr/>
        </p:nvGrpSpPr>
        <p:grpSpPr bwMode="auto">
          <a:xfrm>
            <a:off x="2401888" y="3621088"/>
            <a:ext cx="1050925" cy="431800"/>
            <a:chOff x="3168" y="1117"/>
            <a:chExt cx="662" cy="272"/>
          </a:xfrm>
        </p:grpSpPr>
        <p:sp>
          <p:nvSpPr>
            <p:cNvPr id="73756" name="Line 3"/>
            <p:cNvSpPr>
              <a:spLocks noChangeShapeType="1"/>
            </p:cNvSpPr>
            <p:nvPr/>
          </p:nvSpPr>
          <p:spPr bwMode="auto">
            <a:xfrm flipV="1">
              <a:off x="3168" y="1117"/>
              <a:ext cx="363" cy="2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3757" name="Line 4"/>
            <p:cNvSpPr>
              <a:spLocks noChangeShapeType="1"/>
            </p:cNvSpPr>
            <p:nvPr/>
          </p:nvSpPr>
          <p:spPr bwMode="auto">
            <a:xfrm>
              <a:off x="3544" y="1117"/>
              <a:ext cx="286" cy="2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7" name="Line 5"/>
          <p:cNvSpPr>
            <a:spLocks noChangeShapeType="1"/>
          </p:cNvSpPr>
          <p:nvPr/>
        </p:nvSpPr>
        <p:spPr bwMode="auto">
          <a:xfrm flipV="1">
            <a:off x="3138488" y="4340225"/>
            <a:ext cx="360362" cy="36036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8" name="Oval 6"/>
          <p:cNvSpPr>
            <a:spLocks noChangeArrowheads="1"/>
          </p:cNvSpPr>
          <p:nvPr/>
        </p:nvSpPr>
        <p:spPr bwMode="auto">
          <a:xfrm>
            <a:off x="3346450" y="4005263"/>
            <a:ext cx="355600" cy="33655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72000" anchor="ctr"/>
          <a:lstStyle/>
          <a:p>
            <a:pPr>
              <a:defRPr/>
            </a:pPr>
            <a:endParaRPr lang="ko-KR" altLang="ko-KR" b="1">
              <a:effectLst>
                <a:outerShdw blurRad="38100" dist="38100" dir="2700000" algn="tl">
                  <a:srgbClr val="C0C0C0"/>
                </a:outerShdw>
              </a:effectLst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3735" name="Line 9"/>
          <p:cNvSpPr>
            <a:spLocks noChangeShapeType="1"/>
          </p:cNvSpPr>
          <p:nvPr/>
        </p:nvSpPr>
        <p:spPr bwMode="auto">
          <a:xfrm>
            <a:off x="5057775" y="3621088"/>
            <a:ext cx="454025" cy="431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grpSp>
        <p:nvGrpSpPr>
          <p:cNvPr id="73736" name="Group 10"/>
          <p:cNvGrpSpPr>
            <a:grpSpLocks/>
          </p:cNvGrpSpPr>
          <p:nvPr/>
        </p:nvGrpSpPr>
        <p:grpSpPr bwMode="auto">
          <a:xfrm>
            <a:off x="3076575" y="2925763"/>
            <a:ext cx="1873250" cy="504825"/>
            <a:chOff x="1791" y="416"/>
            <a:chExt cx="1433" cy="318"/>
          </a:xfrm>
        </p:grpSpPr>
        <p:sp>
          <p:nvSpPr>
            <p:cNvPr id="73754" name="Line 11"/>
            <p:cNvSpPr>
              <a:spLocks noChangeShapeType="1"/>
            </p:cNvSpPr>
            <p:nvPr/>
          </p:nvSpPr>
          <p:spPr bwMode="auto">
            <a:xfrm flipV="1">
              <a:off x="1791" y="416"/>
              <a:ext cx="707" cy="29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3755" name="Line 12"/>
            <p:cNvSpPr>
              <a:spLocks noChangeShapeType="1"/>
            </p:cNvSpPr>
            <p:nvPr/>
          </p:nvSpPr>
          <p:spPr bwMode="auto">
            <a:xfrm>
              <a:off x="2498" y="416"/>
              <a:ext cx="726" cy="31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13" name="Oval 13"/>
          <p:cNvSpPr>
            <a:spLocks noChangeArrowheads="1"/>
          </p:cNvSpPr>
          <p:nvPr/>
        </p:nvSpPr>
        <p:spPr bwMode="auto">
          <a:xfrm>
            <a:off x="3817938" y="2574925"/>
            <a:ext cx="355600" cy="336550"/>
          </a:xfrm>
          <a:prstGeom prst="ellipse">
            <a:avLst/>
          </a:prstGeom>
          <a:solidFill>
            <a:schemeClr val="bg1"/>
          </a:solidFill>
          <a:ln w="3175">
            <a:solidFill>
              <a:schemeClr val="tx1"/>
            </a:solidFill>
            <a:prstDash val="dash"/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72000" anchor="ctr"/>
          <a:lstStyle/>
          <a:p>
            <a:pPr>
              <a:defRPr/>
            </a:pPr>
            <a:endParaRPr lang="ko-KR" altLang="ko-KR" sz="1600" b="1">
              <a:effectLst>
                <a:outerShdw blurRad="38100" dist="38100" dir="2700000" algn="tl">
                  <a:srgbClr val="C0C0C0"/>
                </a:outerShdw>
              </a:effectLst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4" name="Oval 14"/>
          <p:cNvSpPr>
            <a:spLocks noChangeArrowheads="1"/>
          </p:cNvSpPr>
          <p:nvPr/>
        </p:nvSpPr>
        <p:spPr bwMode="auto">
          <a:xfrm>
            <a:off x="2824163" y="3305175"/>
            <a:ext cx="355600" cy="33655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72000" anchor="ctr"/>
          <a:lstStyle>
            <a:lvl1pPr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eaLnBrk="1" hangingPunct="1"/>
            <a:r>
              <a:rPr lang="en-US" altLang="ko-KR" sz="1600" b="1">
                <a:effectLst>
                  <a:outerShdw blurRad="38100" dist="38100" dir="2700000" algn="tl">
                    <a:srgbClr val="C0C0C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</a:p>
        </p:txBody>
      </p:sp>
      <p:sp>
        <p:nvSpPr>
          <p:cNvPr id="15" name="Oval 15"/>
          <p:cNvSpPr>
            <a:spLocks noChangeArrowheads="1"/>
          </p:cNvSpPr>
          <p:nvPr/>
        </p:nvSpPr>
        <p:spPr bwMode="auto">
          <a:xfrm>
            <a:off x="4851400" y="3319463"/>
            <a:ext cx="355600" cy="33655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72000" anchor="ctr"/>
          <a:lstStyle/>
          <a:p>
            <a:pPr algn="ctr">
              <a:defRPr/>
            </a:pPr>
            <a:r>
              <a:rPr lang="en-US" altLang="ko-KR" sz="16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맑은 고딕" pitchFamily="50" charset="-127"/>
                <a:ea typeface="맑은 고딕" pitchFamily="50" charset="-127"/>
              </a:rPr>
              <a:t>10</a:t>
            </a:r>
          </a:p>
        </p:txBody>
      </p:sp>
      <p:sp>
        <p:nvSpPr>
          <p:cNvPr id="16" name="Oval 16"/>
          <p:cNvSpPr>
            <a:spLocks noChangeArrowheads="1"/>
          </p:cNvSpPr>
          <p:nvPr/>
        </p:nvSpPr>
        <p:spPr bwMode="auto">
          <a:xfrm>
            <a:off x="2144713" y="4005263"/>
            <a:ext cx="355600" cy="33655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72000" anchor="ctr"/>
          <a:lstStyle>
            <a:lvl1pPr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eaLnBrk="1" hangingPunct="1"/>
            <a:r>
              <a:rPr lang="en-US" altLang="ko-KR" sz="1600" b="1">
                <a:effectLst>
                  <a:outerShdw blurRad="38100" dist="38100" dir="2700000" algn="tl">
                    <a:srgbClr val="C0C0C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</a:p>
        </p:txBody>
      </p:sp>
      <p:sp>
        <p:nvSpPr>
          <p:cNvPr id="73741" name="Line 17"/>
          <p:cNvSpPr>
            <a:spLocks noChangeShapeType="1"/>
          </p:cNvSpPr>
          <p:nvPr/>
        </p:nvSpPr>
        <p:spPr bwMode="auto">
          <a:xfrm flipV="1">
            <a:off x="5283200" y="4341813"/>
            <a:ext cx="360363" cy="36036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73742" name="Line 18"/>
          <p:cNvSpPr>
            <a:spLocks noChangeShapeType="1"/>
          </p:cNvSpPr>
          <p:nvPr/>
        </p:nvSpPr>
        <p:spPr bwMode="auto">
          <a:xfrm flipH="1" flipV="1">
            <a:off x="5635625" y="4341813"/>
            <a:ext cx="295275" cy="37306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9" name="Oval 19"/>
          <p:cNvSpPr>
            <a:spLocks noChangeArrowheads="1"/>
          </p:cNvSpPr>
          <p:nvPr/>
        </p:nvSpPr>
        <p:spPr bwMode="auto">
          <a:xfrm>
            <a:off x="5105400" y="4667250"/>
            <a:ext cx="355600" cy="33655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72000" anchor="ctr"/>
          <a:lstStyle/>
          <a:p>
            <a:pPr algn="ctr">
              <a:defRPr/>
            </a:pPr>
            <a:r>
              <a:rPr lang="en-US" altLang="ko-KR" sz="16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맑은 고딕" pitchFamily="50" charset="-127"/>
                <a:ea typeface="맑은 고딕" pitchFamily="50" charset="-127"/>
              </a:rPr>
              <a:t>11</a:t>
            </a:r>
          </a:p>
        </p:txBody>
      </p:sp>
      <p:sp>
        <p:nvSpPr>
          <p:cNvPr id="20" name="Oval 20"/>
          <p:cNvSpPr>
            <a:spLocks noChangeArrowheads="1"/>
          </p:cNvSpPr>
          <p:nvPr/>
        </p:nvSpPr>
        <p:spPr bwMode="auto">
          <a:xfrm>
            <a:off x="5754688" y="4656138"/>
            <a:ext cx="355600" cy="33655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72000" anchor="ctr"/>
          <a:lstStyle/>
          <a:p>
            <a:pPr algn="ctr">
              <a:defRPr/>
            </a:pPr>
            <a:r>
              <a:rPr lang="en-US" altLang="ko-KR" sz="16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맑은 고딕" pitchFamily="50" charset="-127"/>
                <a:ea typeface="맑은 고딕" pitchFamily="50" charset="-127"/>
              </a:rPr>
              <a:t>16</a:t>
            </a:r>
          </a:p>
        </p:txBody>
      </p:sp>
      <p:sp>
        <p:nvSpPr>
          <p:cNvPr id="21" name="Oval 21"/>
          <p:cNvSpPr>
            <a:spLocks noChangeArrowheads="1"/>
          </p:cNvSpPr>
          <p:nvPr/>
        </p:nvSpPr>
        <p:spPr bwMode="auto">
          <a:xfrm>
            <a:off x="5457825" y="4006850"/>
            <a:ext cx="355600" cy="33655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72000" anchor="ctr"/>
          <a:lstStyle/>
          <a:p>
            <a:pPr algn="ctr">
              <a:defRPr/>
            </a:pPr>
            <a:r>
              <a:rPr lang="en-US" altLang="ko-KR" sz="16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맑은 고딕" pitchFamily="50" charset="-127"/>
                <a:ea typeface="맑은 고딕" pitchFamily="50" charset="-127"/>
              </a:rPr>
              <a:t>14</a:t>
            </a:r>
          </a:p>
        </p:txBody>
      </p:sp>
      <p:sp>
        <p:nvSpPr>
          <p:cNvPr id="22" name="Text Box 22"/>
          <p:cNvSpPr txBox="1">
            <a:spLocks noChangeArrowheads="1"/>
          </p:cNvSpPr>
          <p:nvPr/>
        </p:nvSpPr>
        <p:spPr bwMode="auto">
          <a:xfrm>
            <a:off x="3513138" y="2268538"/>
            <a:ext cx="9652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eaLnBrk="1" hangingPunct="1"/>
            <a:r>
              <a:rPr lang="ko-KR" altLang="en-US" sz="1400" b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노드 삭제</a:t>
            </a:r>
            <a:endParaRPr lang="ko-KR" altLang="en-US" sz="1400" b="1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3" name="Oval 23"/>
          <p:cNvSpPr>
            <a:spLocks noChangeArrowheads="1"/>
          </p:cNvSpPr>
          <p:nvPr/>
        </p:nvSpPr>
        <p:spPr bwMode="auto">
          <a:xfrm>
            <a:off x="2960688" y="4665663"/>
            <a:ext cx="355600" cy="33655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72000" anchor="ctr"/>
          <a:lstStyle>
            <a:lvl1pPr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eaLnBrk="1" hangingPunct="1"/>
            <a:r>
              <a:rPr lang="en-US" altLang="ko-KR" sz="1600" b="1">
                <a:effectLst>
                  <a:outerShdw blurRad="38100" dist="38100" dir="2700000" algn="tl">
                    <a:srgbClr val="C0C0C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</a:p>
        </p:txBody>
      </p:sp>
      <p:sp>
        <p:nvSpPr>
          <p:cNvPr id="73748" name="Freeform 24"/>
          <p:cNvSpPr>
            <a:spLocks/>
          </p:cNvSpPr>
          <p:nvPr/>
        </p:nvSpPr>
        <p:spPr bwMode="auto">
          <a:xfrm>
            <a:off x="1835150" y="3068638"/>
            <a:ext cx="2232025" cy="2160587"/>
          </a:xfrm>
          <a:custGeom>
            <a:avLst/>
            <a:gdLst>
              <a:gd name="T0" fmla="*/ 2147483647 w 1572"/>
              <a:gd name="T1" fmla="*/ 2147483647 h 1384"/>
              <a:gd name="T2" fmla="*/ 2147483647 w 1572"/>
              <a:gd name="T3" fmla="*/ 2147483647 h 1384"/>
              <a:gd name="T4" fmla="*/ 2147483647 w 1572"/>
              <a:gd name="T5" fmla="*/ 2147483647 h 1384"/>
              <a:gd name="T6" fmla="*/ 2147483647 w 1572"/>
              <a:gd name="T7" fmla="*/ 2147483647 h 1384"/>
              <a:gd name="T8" fmla="*/ 2147483647 w 1572"/>
              <a:gd name="T9" fmla="*/ 2147483647 h 1384"/>
              <a:gd name="T10" fmla="*/ 2147483647 w 1572"/>
              <a:gd name="T11" fmla="*/ 2147483647 h 1384"/>
              <a:gd name="T12" fmla="*/ 2147483647 w 1572"/>
              <a:gd name="T13" fmla="*/ 0 h 138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572"/>
              <a:gd name="T22" fmla="*/ 0 h 1384"/>
              <a:gd name="T23" fmla="*/ 1572 w 1572"/>
              <a:gd name="T24" fmla="*/ 1384 h 138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572" h="1384">
                <a:moveTo>
                  <a:pt x="854" y="46"/>
                </a:moveTo>
                <a:cubicBezTo>
                  <a:pt x="778" y="76"/>
                  <a:pt x="703" y="106"/>
                  <a:pt x="582" y="227"/>
                </a:cubicBezTo>
                <a:cubicBezTo>
                  <a:pt x="461" y="348"/>
                  <a:pt x="211" y="612"/>
                  <a:pt x="128" y="771"/>
                </a:cubicBezTo>
                <a:cubicBezTo>
                  <a:pt x="45" y="930"/>
                  <a:pt x="0" y="1104"/>
                  <a:pt x="83" y="1180"/>
                </a:cubicBezTo>
                <a:cubicBezTo>
                  <a:pt x="166" y="1256"/>
                  <a:pt x="385" y="1225"/>
                  <a:pt x="627" y="1225"/>
                </a:cubicBezTo>
                <a:cubicBezTo>
                  <a:pt x="869" y="1225"/>
                  <a:pt x="1496" y="1384"/>
                  <a:pt x="1534" y="1180"/>
                </a:cubicBezTo>
                <a:cubicBezTo>
                  <a:pt x="1572" y="976"/>
                  <a:pt x="1213" y="488"/>
                  <a:pt x="854" y="0"/>
                </a:cubicBezTo>
              </a:path>
            </a:pathLst>
          </a:custGeom>
          <a:noFill/>
          <a:ln w="3175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5" name="Oval 26"/>
          <p:cNvSpPr>
            <a:spLocks noChangeArrowheads="1"/>
          </p:cNvSpPr>
          <p:nvPr/>
        </p:nvSpPr>
        <p:spPr bwMode="auto">
          <a:xfrm>
            <a:off x="3822700" y="2579688"/>
            <a:ext cx="355600" cy="336550"/>
          </a:xfrm>
          <a:prstGeom prst="ellipse">
            <a:avLst/>
          </a:prstGeom>
          <a:solidFill>
            <a:srgbClr val="FFFF00"/>
          </a:solidFill>
          <a:ln w="3175">
            <a:solidFill>
              <a:schemeClr val="tx1"/>
            </a:solidFill>
            <a:prstDash val="dash"/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72000" anchor="ctr"/>
          <a:lstStyle/>
          <a:p>
            <a:pPr>
              <a:defRPr/>
            </a:pPr>
            <a:r>
              <a:rPr lang="en-US" altLang="ko-KR" sz="1600" b="1">
                <a:effectLst>
                  <a:outerShdw blurRad="38100" dist="38100" dir="2700000" algn="tl">
                    <a:srgbClr val="FFFFFF"/>
                  </a:outerShdw>
                </a:effectLst>
                <a:latin typeface="맑은 고딕" pitchFamily="50" charset="-127"/>
                <a:ea typeface="맑은 고딕" pitchFamily="50" charset="-127"/>
              </a:rPr>
              <a:t>8</a:t>
            </a:r>
            <a:r>
              <a:rPr lang="en-US" altLang="ko-KR" sz="500" b="1">
                <a:effectLst>
                  <a:outerShdw blurRad="38100" dist="38100" dir="2700000" algn="tl">
                    <a:srgbClr val="FFFFFF"/>
                  </a:outerShdw>
                </a:effectLst>
                <a:latin typeface="맑은 고딕" pitchFamily="50" charset="-127"/>
                <a:ea typeface="맑은 고딕" pitchFamily="50" charset="-127"/>
              </a:rPr>
              <a:t> </a:t>
            </a:r>
          </a:p>
        </p:txBody>
      </p:sp>
      <p:sp>
        <p:nvSpPr>
          <p:cNvPr id="26" name="Oval 27"/>
          <p:cNvSpPr>
            <a:spLocks noChangeArrowheads="1"/>
          </p:cNvSpPr>
          <p:nvPr/>
        </p:nvSpPr>
        <p:spPr bwMode="auto">
          <a:xfrm>
            <a:off x="3346450" y="4019550"/>
            <a:ext cx="355600" cy="336550"/>
          </a:xfrm>
          <a:prstGeom prst="ellipse">
            <a:avLst/>
          </a:prstGeom>
          <a:solidFill>
            <a:srgbClr val="FF9933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72000" anchor="ctr"/>
          <a:lstStyle>
            <a:lvl1pPr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eaLnBrk="1" hangingPunct="1"/>
            <a:r>
              <a:rPr lang="en-US" altLang="ko-KR" b="1">
                <a:effectLst>
                  <a:outerShdw blurRad="38100" dist="38100" dir="2700000" algn="tl">
                    <a:srgbClr val="FFFFFF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r>
          </a:p>
        </p:txBody>
      </p:sp>
      <p:sp>
        <p:nvSpPr>
          <p:cNvPr id="27" name="Text Box 28"/>
          <p:cNvSpPr txBox="1">
            <a:spLocks noChangeArrowheads="1"/>
          </p:cNvSpPr>
          <p:nvPr/>
        </p:nvSpPr>
        <p:spPr bwMode="auto">
          <a:xfrm>
            <a:off x="5507038" y="1474788"/>
            <a:ext cx="1733550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eaLnBrk="1" hangingPunct="1"/>
            <a:r>
              <a:rPr lang="en-US" altLang="ko-KR" sz="1600" b="1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1600" b="1">
                <a:latin typeface="맑은 고딕" panose="020B0503020000020004" pitchFamily="50" charset="-127"/>
                <a:ea typeface="맑은 고딕" panose="020B0503020000020004" pitchFamily="50" charset="-127"/>
              </a:rPr>
              <a:t>단계</a:t>
            </a:r>
            <a:r>
              <a:rPr lang="en-US" altLang="ko-KR" sz="1600" b="1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600" b="1">
                <a:latin typeface="맑은 고딕" panose="020B0503020000020004" pitchFamily="50" charset="-127"/>
                <a:ea typeface="맑은 고딕" panose="020B0503020000020004" pitchFamily="50" charset="-127"/>
              </a:rPr>
              <a:t>노드 </a:t>
            </a:r>
            <a:r>
              <a:rPr lang="ko-KR" altLang="en-US" sz="1600" b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삭제</a:t>
            </a:r>
          </a:p>
        </p:txBody>
      </p:sp>
      <p:sp>
        <p:nvSpPr>
          <p:cNvPr id="28" name="Text Box 29"/>
          <p:cNvSpPr txBox="1">
            <a:spLocks noChangeArrowheads="1"/>
          </p:cNvSpPr>
          <p:nvPr/>
        </p:nvSpPr>
        <p:spPr bwMode="auto">
          <a:xfrm>
            <a:off x="5507038" y="1855788"/>
            <a:ext cx="2903537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eaLnBrk="1" hangingPunct="1"/>
            <a:r>
              <a:rPr lang="en-US" altLang="ko-KR" sz="1600" b="1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1600" b="1">
                <a:latin typeface="맑은 고딕" panose="020B0503020000020004" pitchFamily="50" charset="-127"/>
                <a:ea typeface="맑은 고딕" panose="020B0503020000020004" pitchFamily="50" charset="-127"/>
              </a:rPr>
              <a:t>단계</a:t>
            </a:r>
            <a:r>
              <a:rPr lang="en-US" altLang="ko-KR" sz="1600" b="1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600" b="1">
                <a:latin typeface="맑은 고딕" panose="020B0503020000020004" pitchFamily="50" charset="-127"/>
                <a:ea typeface="맑은 고딕" panose="020B0503020000020004" pitchFamily="50" charset="-127"/>
              </a:rPr>
              <a:t>삭제한 노드의 자리를 </a:t>
            </a:r>
          </a:p>
          <a:p>
            <a:pPr eaLnBrk="1" hangingPunct="1"/>
            <a:r>
              <a:rPr lang="ko-KR" altLang="en-US" sz="1600" b="1">
                <a:latin typeface="맑은 고딕" panose="020B0503020000020004" pitchFamily="50" charset="-127"/>
                <a:ea typeface="맑은 고딕" panose="020B0503020000020004" pitchFamily="50" charset="-127"/>
              </a:rPr>
              <a:t>          </a:t>
            </a:r>
            <a:r>
              <a:rPr lang="ko-KR" altLang="en-US" sz="1600" b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후계자에게 물려주기</a:t>
            </a:r>
          </a:p>
        </p:txBody>
      </p:sp>
      <p:sp>
        <p:nvSpPr>
          <p:cNvPr id="29" name="Text Box 30"/>
          <p:cNvSpPr txBox="1">
            <a:spLocks noChangeArrowheads="1"/>
          </p:cNvSpPr>
          <p:nvPr/>
        </p:nvSpPr>
        <p:spPr bwMode="auto">
          <a:xfrm>
            <a:off x="5516563" y="2487613"/>
            <a:ext cx="3241593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eaLnBrk="1" hangingPunct="1"/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단계</a:t>
            </a:r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6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후계자노드의</a:t>
            </a: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600" b="1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원래 자리를</a:t>
            </a:r>
          </a:p>
          <a:p>
            <a:pPr eaLnBrk="1" hangingPunct="1"/>
            <a:r>
              <a:rPr lang="ko-KR" altLang="en-US" sz="1600" b="1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자식 노드에게 물려주기</a:t>
            </a:r>
          </a:p>
        </p:txBody>
      </p:sp>
    </p:spTree>
    <p:extLst>
      <p:ext uri="{BB962C8B-B14F-4D97-AF65-F5344CB8AC3E}">
        <p14:creationId xmlns:p14="http://schemas.microsoft.com/office/powerpoint/2010/main" val="2415900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" presetClass="exit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35" presetClass="emph" presetSubtype="0" repeatCount="3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6" presetID="0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2222E-6 -1.84971E-6 L 0.05173 -0.21341 " pathEditMode="relative" rAng="0" ptsTypes="AA">
                                      <p:cBhvr>
                                        <p:cTn id="27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587" y="-1068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4" presetID="9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347 0.00671 L 0.04218 -0.0941 " pathEditMode="relative" rAng="0" ptsTypes="AA">
                                      <p:cBhvr>
                                        <p:cTn id="38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274" y="-504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22" grpId="0"/>
      <p:bldP spid="23" grpId="0" animBg="1"/>
      <p:bldP spid="25" grpId="0" animBg="1"/>
      <p:bldP spid="26" grpId="0" animBg="1"/>
      <p:bldP spid="27" grpId="0"/>
      <p:bldP spid="28" grpId="0"/>
      <p:bldP spid="29" grpId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내용 개체 틀 1"/>
          <p:cNvSpPr>
            <a:spLocks noGrp="1"/>
          </p:cNvSpPr>
          <p:nvPr>
            <p:ph sz="quarter" idx="10"/>
          </p:nvPr>
        </p:nvSpPr>
        <p:spPr>
          <a:xfrm>
            <a:off x="228600" y="931863"/>
            <a:ext cx="8686800" cy="5715000"/>
          </a:xfrm>
        </p:spPr>
        <p:txBody>
          <a:bodyPr/>
          <a:lstStyle/>
          <a:p>
            <a:pPr lvl="2"/>
            <a:r>
              <a:rPr lang="ko-KR" altLang="en-US"/>
              <a:t>노드 </a:t>
            </a:r>
            <a:r>
              <a:rPr lang="en-US" altLang="ko-KR"/>
              <a:t>8</a:t>
            </a:r>
            <a:r>
              <a:rPr lang="ko-KR" altLang="en-US"/>
              <a:t>을 후계자로 선택한 경우</a:t>
            </a:r>
          </a:p>
          <a:p>
            <a:pPr lvl="2"/>
            <a:endParaRPr lang="ko-KR" altLang="en-US"/>
          </a:p>
        </p:txBody>
      </p:sp>
      <p:sp>
        <p:nvSpPr>
          <p:cNvPr id="74755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5. </a:t>
            </a:r>
            <a:r>
              <a:rPr lang="ko-KR" altLang="en-US"/>
              <a:t>이진 탐색 트리</a:t>
            </a:r>
          </a:p>
        </p:txBody>
      </p:sp>
      <p:sp>
        <p:nvSpPr>
          <p:cNvPr id="4" name="Line 2"/>
          <p:cNvSpPr>
            <a:spLocks noChangeShapeType="1"/>
          </p:cNvSpPr>
          <p:nvPr/>
        </p:nvSpPr>
        <p:spPr bwMode="auto">
          <a:xfrm>
            <a:off x="4748213" y="3489325"/>
            <a:ext cx="454025" cy="431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grpSp>
        <p:nvGrpSpPr>
          <p:cNvPr id="74757" name="Group 3"/>
          <p:cNvGrpSpPr>
            <a:grpSpLocks/>
          </p:cNvGrpSpPr>
          <p:nvPr/>
        </p:nvGrpSpPr>
        <p:grpSpPr bwMode="auto">
          <a:xfrm>
            <a:off x="2767013" y="2794000"/>
            <a:ext cx="1873250" cy="504825"/>
            <a:chOff x="1791" y="416"/>
            <a:chExt cx="1433" cy="318"/>
          </a:xfrm>
        </p:grpSpPr>
        <p:sp>
          <p:nvSpPr>
            <p:cNvPr id="74781" name="Line 4"/>
            <p:cNvSpPr>
              <a:spLocks noChangeShapeType="1"/>
            </p:cNvSpPr>
            <p:nvPr/>
          </p:nvSpPr>
          <p:spPr bwMode="auto">
            <a:xfrm flipV="1">
              <a:off x="1791" y="416"/>
              <a:ext cx="707" cy="29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4782" name="Line 5"/>
            <p:cNvSpPr>
              <a:spLocks noChangeShapeType="1"/>
            </p:cNvSpPr>
            <p:nvPr/>
          </p:nvSpPr>
          <p:spPr bwMode="auto">
            <a:xfrm>
              <a:off x="2498" y="416"/>
              <a:ext cx="726" cy="31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8" name="Oval 6"/>
          <p:cNvSpPr>
            <a:spLocks noChangeArrowheads="1"/>
          </p:cNvSpPr>
          <p:nvPr/>
        </p:nvSpPr>
        <p:spPr bwMode="auto">
          <a:xfrm>
            <a:off x="4521200" y="3167063"/>
            <a:ext cx="396875" cy="388937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72000" anchor="ctr"/>
          <a:lstStyle/>
          <a:p>
            <a:pPr>
              <a:defRPr/>
            </a:pPr>
            <a:endParaRPr lang="ko-KR" altLang="ko-KR" sz="1800" b="1">
              <a:effectLst>
                <a:outerShdw blurRad="38100" dist="38100" dir="2700000" algn="tl">
                  <a:srgbClr val="C0C0C0"/>
                </a:outerShdw>
              </a:effectLst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74759" name="Group 7"/>
          <p:cNvGrpSpPr>
            <a:grpSpLocks/>
          </p:cNvGrpSpPr>
          <p:nvPr/>
        </p:nvGrpSpPr>
        <p:grpSpPr bwMode="auto">
          <a:xfrm>
            <a:off x="2092325" y="3489325"/>
            <a:ext cx="1050925" cy="431800"/>
            <a:chOff x="3168" y="1117"/>
            <a:chExt cx="662" cy="272"/>
          </a:xfrm>
        </p:grpSpPr>
        <p:sp>
          <p:nvSpPr>
            <p:cNvPr id="74779" name="Line 8"/>
            <p:cNvSpPr>
              <a:spLocks noChangeShapeType="1"/>
            </p:cNvSpPr>
            <p:nvPr/>
          </p:nvSpPr>
          <p:spPr bwMode="auto">
            <a:xfrm flipV="1">
              <a:off x="3168" y="1117"/>
              <a:ext cx="363" cy="2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4780" name="Line 9"/>
            <p:cNvSpPr>
              <a:spLocks noChangeShapeType="1"/>
            </p:cNvSpPr>
            <p:nvPr/>
          </p:nvSpPr>
          <p:spPr bwMode="auto">
            <a:xfrm>
              <a:off x="3544" y="1117"/>
              <a:ext cx="286" cy="2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12" name="Oval 10"/>
          <p:cNvSpPr>
            <a:spLocks noChangeArrowheads="1"/>
          </p:cNvSpPr>
          <p:nvPr/>
        </p:nvSpPr>
        <p:spPr bwMode="auto">
          <a:xfrm>
            <a:off x="2514600" y="3173413"/>
            <a:ext cx="355600" cy="33655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72000" anchor="ctr"/>
          <a:lstStyle>
            <a:lvl1pPr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eaLnBrk="1" hangingPunct="1"/>
            <a:r>
              <a:rPr lang="en-US" altLang="ko-KR" sz="1600" b="1">
                <a:effectLst>
                  <a:outerShdw blurRad="38100" dist="38100" dir="2700000" algn="tl">
                    <a:srgbClr val="C0C0C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</a:p>
        </p:txBody>
      </p:sp>
      <p:sp>
        <p:nvSpPr>
          <p:cNvPr id="13" name="Oval 11"/>
          <p:cNvSpPr>
            <a:spLocks noChangeArrowheads="1"/>
          </p:cNvSpPr>
          <p:nvPr/>
        </p:nvSpPr>
        <p:spPr bwMode="auto">
          <a:xfrm>
            <a:off x="1835150" y="3873500"/>
            <a:ext cx="355600" cy="33655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72000" anchor="ctr"/>
          <a:lstStyle>
            <a:lvl1pPr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eaLnBrk="1" hangingPunct="1"/>
            <a:r>
              <a:rPr lang="en-US" altLang="ko-KR" sz="1600" b="1">
                <a:effectLst>
                  <a:outerShdw blurRad="38100" dist="38100" dir="2700000" algn="tl">
                    <a:srgbClr val="C0C0C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</a:p>
        </p:txBody>
      </p:sp>
      <p:sp>
        <p:nvSpPr>
          <p:cNvPr id="14" name="Oval 12"/>
          <p:cNvSpPr>
            <a:spLocks noChangeArrowheads="1"/>
          </p:cNvSpPr>
          <p:nvPr/>
        </p:nvSpPr>
        <p:spPr bwMode="auto">
          <a:xfrm>
            <a:off x="3033713" y="3875088"/>
            <a:ext cx="355600" cy="33655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72000" anchor="ctr"/>
          <a:lstStyle>
            <a:lvl1pPr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eaLnBrk="1" hangingPunct="1"/>
            <a:r>
              <a:rPr lang="en-US" altLang="ko-KR" sz="1600" b="1">
                <a:effectLst>
                  <a:outerShdw blurRad="38100" dist="38100" dir="2700000" algn="tl">
                    <a:srgbClr val="C0C0C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r>
          </a:p>
        </p:txBody>
      </p:sp>
      <p:grpSp>
        <p:nvGrpSpPr>
          <p:cNvPr id="5" name="Group 13"/>
          <p:cNvGrpSpPr>
            <a:grpSpLocks/>
          </p:cNvGrpSpPr>
          <p:nvPr/>
        </p:nvGrpSpPr>
        <p:grpSpPr bwMode="auto">
          <a:xfrm>
            <a:off x="4795838" y="3875088"/>
            <a:ext cx="1004887" cy="996950"/>
            <a:chOff x="3483" y="2152"/>
            <a:chExt cx="633" cy="628"/>
          </a:xfrm>
        </p:grpSpPr>
        <p:sp>
          <p:nvSpPr>
            <p:cNvPr id="74774" name="Line 14"/>
            <p:cNvSpPr>
              <a:spLocks noChangeShapeType="1"/>
            </p:cNvSpPr>
            <p:nvPr/>
          </p:nvSpPr>
          <p:spPr bwMode="auto">
            <a:xfrm flipV="1">
              <a:off x="3595" y="2363"/>
              <a:ext cx="227" cy="22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4775" name="Line 15"/>
            <p:cNvSpPr>
              <a:spLocks noChangeShapeType="1"/>
            </p:cNvSpPr>
            <p:nvPr/>
          </p:nvSpPr>
          <p:spPr bwMode="auto">
            <a:xfrm flipH="1" flipV="1">
              <a:off x="3817" y="2363"/>
              <a:ext cx="186" cy="23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8" name="Oval 16"/>
            <p:cNvSpPr>
              <a:spLocks noChangeArrowheads="1"/>
            </p:cNvSpPr>
            <p:nvPr/>
          </p:nvSpPr>
          <p:spPr bwMode="auto">
            <a:xfrm>
              <a:off x="3483" y="2568"/>
              <a:ext cx="224" cy="212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lIns="72000" anchor="ctr"/>
            <a:lstStyle/>
            <a:p>
              <a:pPr algn="ctr">
                <a:defRPr/>
              </a:pPr>
              <a:r>
                <a:rPr lang="en-US" altLang="ko-KR" sz="16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맑은 고딕" pitchFamily="50" charset="-127"/>
                  <a:ea typeface="맑은 고딕" pitchFamily="50" charset="-127"/>
                </a:rPr>
                <a:t>11</a:t>
              </a:r>
            </a:p>
          </p:txBody>
        </p:sp>
        <p:sp>
          <p:nvSpPr>
            <p:cNvPr id="19" name="Oval 17"/>
            <p:cNvSpPr>
              <a:spLocks noChangeArrowheads="1"/>
            </p:cNvSpPr>
            <p:nvPr/>
          </p:nvSpPr>
          <p:spPr bwMode="auto">
            <a:xfrm>
              <a:off x="3892" y="2561"/>
              <a:ext cx="224" cy="212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lIns="72000" anchor="ctr"/>
            <a:lstStyle/>
            <a:p>
              <a:pPr algn="ctr">
                <a:defRPr/>
              </a:pPr>
              <a:r>
                <a:rPr lang="en-US" altLang="ko-KR" sz="16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맑은 고딕" pitchFamily="50" charset="-127"/>
                  <a:ea typeface="맑은 고딕" pitchFamily="50" charset="-127"/>
                </a:rPr>
                <a:t>16</a:t>
              </a:r>
            </a:p>
          </p:txBody>
        </p:sp>
        <p:sp>
          <p:nvSpPr>
            <p:cNvPr id="20" name="Oval 18"/>
            <p:cNvSpPr>
              <a:spLocks noChangeArrowheads="1"/>
            </p:cNvSpPr>
            <p:nvPr/>
          </p:nvSpPr>
          <p:spPr bwMode="auto">
            <a:xfrm>
              <a:off x="3705" y="2152"/>
              <a:ext cx="224" cy="21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lIns="72000" anchor="ctr"/>
            <a:lstStyle/>
            <a:p>
              <a:pPr algn="ctr">
                <a:defRPr/>
              </a:pPr>
              <a:r>
                <a:rPr lang="en-US" altLang="ko-KR" sz="16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맑은 고딕" pitchFamily="50" charset="-127"/>
                  <a:ea typeface="맑은 고딕" pitchFamily="50" charset="-127"/>
                </a:rPr>
                <a:t>14</a:t>
              </a:r>
            </a:p>
          </p:txBody>
        </p:sp>
      </p:grpSp>
      <p:sp>
        <p:nvSpPr>
          <p:cNvPr id="74764" name="Line 19"/>
          <p:cNvSpPr>
            <a:spLocks noChangeShapeType="1"/>
          </p:cNvSpPr>
          <p:nvPr/>
        </p:nvSpPr>
        <p:spPr bwMode="auto">
          <a:xfrm flipV="1">
            <a:off x="2828925" y="4208463"/>
            <a:ext cx="360363" cy="36036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2" name="Oval 20"/>
          <p:cNvSpPr>
            <a:spLocks noChangeArrowheads="1"/>
          </p:cNvSpPr>
          <p:nvPr/>
        </p:nvSpPr>
        <p:spPr bwMode="auto">
          <a:xfrm>
            <a:off x="2651125" y="4533900"/>
            <a:ext cx="355600" cy="33655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72000" anchor="ctr"/>
          <a:lstStyle>
            <a:lvl1pPr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eaLnBrk="1" hangingPunct="1"/>
            <a:r>
              <a:rPr lang="en-US" altLang="ko-KR" sz="1600" b="1">
                <a:effectLst>
                  <a:outerShdw blurRad="38100" dist="38100" dir="2700000" algn="tl">
                    <a:srgbClr val="C0C0C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</a:p>
        </p:txBody>
      </p:sp>
      <p:sp>
        <p:nvSpPr>
          <p:cNvPr id="74766" name="Freeform 21"/>
          <p:cNvSpPr>
            <a:spLocks/>
          </p:cNvSpPr>
          <p:nvPr/>
        </p:nvSpPr>
        <p:spPr bwMode="auto">
          <a:xfrm rot="596157">
            <a:off x="4159250" y="3124200"/>
            <a:ext cx="2027238" cy="1871663"/>
          </a:xfrm>
          <a:custGeom>
            <a:avLst/>
            <a:gdLst>
              <a:gd name="T0" fmla="*/ 2147483647 w 1482"/>
              <a:gd name="T1" fmla="*/ 2147483647 h 1634"/>
              <a:gd name="T2" fmla="*/ 2147483647 w 1482"/>
              <a:gd name="T3" fmla="*/ 2147483647 h 1634"/>
              <a:gd name="T4" fmla="*/ 2147483647 w 1482"/>
              <a:gd name="T5" fmla="*/ 2147483647 h 1634"/>
              <a:gd name="T6" fmla="*/ 2147483647 w 1482"/>
              <a:gd name="T7" fmla="*/ 2147483647 h 1634"/>
              <a:gd name="T8" fmla="*/ 2147483647 w 1482"/>
              <a:gd name="T9" fmla="*/ 2147483647 h 1634"/>
              <a:gd name="T10" fmla="*/ 2147483647 w 1482"/>
              <a:gd name="T11" fmla="*/ 2147483647 h 1634"/>
              <a:gd name="T12" fmla="*/ 2147483647 w 1482"/>
              <a:gd name="T13" fmla="*/ 2147483647 h 1634"/>
              <a:gd name="T14" fmla="*/ 2147483647 w 1482"/>
              <a:gd name="T15" fmla="*/ 2147483647 h 1634"/>
              <a:gd name="T16" fmla="*/ 2147483647 w 1482"/>
              <a:gd name="T17" fmla="*/ 2147483647 h 1634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1482"/>
              <a:gd name="T28" fmla="*/ 0 h 1634"/>
              <a:gd name="T29" fmla="*/ 1482 w 1482"/>
              <a:gd name="T30" fmla="*/ 1634 h 1634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1482" h="1634">
                <a:moveTo>
                  <a:pt x="158" y="129"/>
                </a:moveTo>
                <a:cubicBezTo>
                  <a:pt x="165" y="64"/>
                  <a:pt x="173" y="0"/>
                  <a:pt x="158" y="174"/>
                </a:cubicBezTo>
                <a:cubicBezTo>
                  <a:pt x="143" y="348"/>
                  <a:pt x="83" y="953"/>
                  <a:pt x="68" y="1172"/>
                </a:cubicBezTo>
                <a:cubicBezTo>
                  <a:pt x="53" y="1391"/>
                  <a:pt x="0" y="1413"/>
                  <a:pt x="68" y="1489"/>
                </a:cubicBezTo>
                <a:cubicBezTo>
                  <a:pt x="136" y="1565"/>
                  <a:pt x="264" y="1618"/>
                  <a:pt x="476" y="1626"/>
                </a:cubicBezTo>
                <a:cubicBezTo>
                  <a:pt x="688" y="1634"/>
                  <a:pt x="1194" y="1603"/>
                  <a:pt x="1338" y="1535"/>
                </a:cubicBezTo>
                <a:cubicBezTo>
                  <a:pt x="1482" y="1467"/>
                  <a:pt x="1459" y="1436"/>
                  <a:pt x="1338" y="1217"/>
                </a:cubicBezTo>
                <a:cubicBezTo>
                  <a:pt x="1217" y="998"/>
                  <a:pt x="808" y="408"/>
                  <a:pt x="612" y="219"/>
                </a:cubicBezTo>
                <a:cubicBezTo>
                  <a:pt x="416" y="30"/>
                  <a:pt x="287" y="56"/>
                  <a:pt x="158" y="83"/>
                </a:cubicBezTo>
              </a:path>
            </a:pathLst>
          </a:custGeom>
          <a:noFill/>
          <a:ln w="3175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4" name="Oval 24"/>
          <p:cNvSpPr>
            <a:spLocks noChangeArrowheads="1"/>
          </p:cNvSpPr>
          <p:nvPr/>
        </p:nvSpPr>
        <p:spPr bwMode="auto">
          <a:xfrm>
            <a:off x="3517900" y="2457450"/>
            <a:ext cx="355600" cy="336550"/>
          </a:xfrm>
          <a:prstGeom prst="ellipse">
            <a:avLst/>
          </a:prstGeom>
          <a:solidFill>
            <a:schemeClr val="bg1"/>
          </a:solidFill>
          <a:ln w="3175">
            <a:solidFill>
              <a:schemeClr val="tx1"/>
            </a:solidFill>
            <a:prstDash val="dash"/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72000" anchor="ctr"/>
          <a:lstStyle/>
          <a:p>
            <a:pPr>
              <a:defRPr/>
            </a:pPr>
            <a:endParaRPr lang="ko-KR" altLang="ko-KR" sz="1600" b="1">
              <a:effectLst>
                <a:outerShdw blurRad="38100" dist="38100" dir="2700000" algn="tl">
                  <a:srgbClr val="C0C0C0"/>
                </a:outerShdw>
              </a:effectLst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5" name="Text Box 25"/>
          <p:cNvSpPr txBox="1">
            <a:spLocks noChangeArrowheads="1"/>
          </p:cNvSpPr>
          <p:nvPr/>
        </p:nvSpPr>
        <p:spPr bwMode="auto">
          <a:xfrm>
            <a:off x="3213100" y="2151063"/>
            <a:ext cx="9652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eaLnBrk="1" hangingPunct="1"/>
            <a:r>
              <a:rPr lang="ko-KR" altLang="en-US" sz="1400" b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노드 삭제</a:t>
            </a:r>
            <a:endParaRPr lang="ko-KR" altLang="en-US" sz="1400" b="1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" name="Oval 27"/>
          <p:cNvSpPr>
            <a:spLocks noChangeArrowheads="1"/>
          </p:cNvSpPr>
          <p:nvPr/>
        </p:nvSpPr>
        <p:spPr bwMode="auto">
          <a:xfrm>
            <a:off x="3522663" y="2462213"/>
            <a:ext cx="355600" cy="336550"/>
          </a:xfrm>
          <a:prstGeom prst="ellipse">
            <a:avLst/>
          </a:prstGeom>
          <a:solidFill>
            <a:srgbClr val="FFFF00"/>
          </a:solidFill>
          <a:ln w="3175">
            <a:solidFill>
              <a:schemeClr val="tx1"/>
            </a:solidFill>
            <a:prstDash val="dash"/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72000" anchor="ctr"/>
          <a:lstStyle/>
          <a:p>
            <a:pPr>
              <a:defRPr/>
            </a:pPr>
            <a:r>
              <a:rPr lang="en-US" altLang="ko-KR" sz="1600" b="1">
                <a:effectLst>
                  <a:outerShdw blurRad="38100" dist="38100" dir="2700000" algn="tl">
                    <a:srgbClr val="FFFFFF"/>
                  </a:outerShdw>
                </a:effectLst>
                <a:latin typeface="맑은 고딕" pitchFamily="50" charset="-127"/>
                <a:ea typeface="맑은 고딕" pitchFamily="50" charset="-127"/>
              </a:rPr>
              <a:t>8</a:t>
            </a:r>
            <a:r>
              <a:rPr lang="en-US" altLang="ko-KR" sz="500" b="1">
                <a:effectLst>
                  <a:outerShdw blurRad="38100" dist="38100" dir="2700000" algn="tl">
                    <a:srgbClr val="FFFFFF"/>
                  </a:outerShdw>
                </a:effectLst>
                <a:latin typeface="맑은 고딕" pitchFamily="50" charset="-127"/>
                <a:ea typeface="맑은 고딕" pitchFamily="50" charset="-127"/>
              </a:rPr>
              <a:t> </a:t>
            </a:r>
          </a:p>
        </p:txBody>
      </p:sp>
      <p:sp>
        <p:nvSpPr>
          <p:cNvPr id="27" name="Oval 28"/>
          <p:cNvSpPr>
            <a:spLocks noChangeArrowheads="1"/>
          </p:cNvSpPr>
          <p:nvPr/>
        </p:nvSpPr>
        <p:spPr bwMode="auto">
          <a:xfrm>
            <a:off x="4541838" y="3187700"/>
            <a:ext cx="355600" cy="336550"/>
          </a:xfrm>
          <a:prstGeom prst="ellipse">
            <a:avLst/>
          </a:prstGeom>
          <a:solidFill>
            <a:srgbClr val="FF9933"/>
          </a:solidFill>
          <a:ln w="12700">
            <a:solidFill>
              <a:schemeClr val="tx1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72000" anchor="ctr"/>
          <a:lstStyle/>
          <a:p>
            <a:pPr algn="ctr">
              <a:defRPr/>
            </a:pPr>
            <a:r>
              <a:rPr lang="en-US" altLang="ko-KR" sz="18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맑은 고딕" pitchFamily="50" charset="-127"/>
                <a:ea typeface="맑은 고딕" pitchFamily="50" charset="-127"/>
              </a:rPr>
              <a:t>10</a:t>
            </a:r>
          </a:p>
        </p:txBody>
      </p:sp>
      <p:sp>
        <p:nvSpPr>
          <p:cNvPr id="28" name="Text Box 29"/>
          <p:cNvSpPr txBox="1">
            <a:spLocks noChangeArrowheads="1"/>
          </p:cNvSpPr>
          <p:nvPr/>
        </p:nvSpPr>
        <p:spPr bwMode="auto">
          <a:xfrm>
            <a:off x="5207000" y="1357313"/>
            <a:ext cx="1733550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eaLnBrk="1" hangingPunct="1"/>
            <a:r>
              <a:rPr lang="en-US" altLang="ko-KR" sz="1600" b="1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1600" b="1">
                <a:latin typeface="맑은 고딕" panose="020B0503020000020004" pitchFamily="50" charset="-127"/>
                <a:ea typeface="맑은 고딕" panose="020B0503020000020004" pitchFamily="50" charset="-127"/>
              </a:rPr>
              <a:t>단계</a:t>
            </a:r>
            <a:r>
              <a:rPr lang="en-US" altLang="ko-KR" sz="1600" b="1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600" b="1">
                <a:latin typeface="맑은 고딕" panose="020B0503020000020004" pitchFamily="50" charset="-127"/>
                <a:ea typeface="맑은 고딕" panose="020B0503020000020004" pitchFamily="50" charset="-127"/>
              </a:rPr>
              <a:t>노드 </a:t>
            </a:r>
            <a:r>
              <a:rPr lang="ko-KR" altLang="en-US" sz="1600" b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삭제</a:t>
            </a:r>
          </a:p>
        </p:txBody>
      </p:sp>
      <p:sp>
        <p:nvSpPr>
          <p:cNvPr id="29" name="Text Box 30"/>
          <p:cNvSpPr txBox="1">
            <a:spLocks noChangeArrowheads="1"/>
          </p:cNvSpPr>
          <p:nvPr/>
        </p:nvSpPr>
        <p:spPr bwMode="auto">
          <a:xfrm>
            <a:off x="5207000" y="1738313"/>
            <a:ext cx="2903538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eaLnBrk="1" hangingPunct="1"/>
            <a:r>
              <a:rPr lang="en-US" altLang="ko-KR" sz="1600" b="1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1600" b="1">
                <a:latin typeface="맑은 고딕" panose="020B0503020000020004" pitchFamily="50" charset="-127"/>
                <a:ea typeface="맑은 고딕" panose="020B0503020000020004" pitchFamily="50" charset="-127"/>
              </a:rPr>
              <a:t>단계</a:t>
            </a:r>
            <a:r>
              <a:rPr lang="en-US" altLang="ko-KR" sz="1600" b="1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600" b="1">
                <a:latin typeface="맑은 고딕" panose="020B0503020000020004" pitchFamily="50" charset="-127"/>
                <a:ea typeface="맑은 고딕" panose="020B0503020000020004" pitchFamily="50" charset="-127"/>
              </a:rPr>
              <a:t>삭제한 노드의 자리를 </a:t>
            </a:r>
          </a:p>
          <a:p>
            <a:pPr eaLnBrk="1" hangingPunct="1"/>
            <a:r>
              <a:rPr lang="ko-KR" altLang="en-US" sz="1600" b="1">
                <a:latin typeface="맑은 고딕" panose="020B0503020000020004" pitchFamily="50" charset="-127"/>
                <a:ea typeface="맑은 고딕" panose="020B0503020000020004" pitchFamily="50" charset="-127"/>
              </a:rPr>
              <a:t>          </a:t>
            </a:r>
            <a:r>
              <a:rPr lang="ko-KR" altLang="en-US" sz="1600" b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후계자에게 물려주기</a:t>
            </a:r>
          </a:p>
        </p:txBody>
      </p:sp>
      <p:sp>
        <p:nvSpPr>
          <p:cNvPr id="30" name="Text Box 31"/>
          <p:cNvSpPr txBox="1">
            <a:spLocks noChangeArrowheads="1"/>
          </p:cNvSpPr>
          <p:nvPr/>
        </p:nvSpPr>
        <p:spPr bwMode="auto">
          <a:xfrm>
            <a:off x="5216525" y="2370138"/>
            <a:ext cx="3241593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eaLnBrk="1" hangingPunct="1"/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단계</a:t>
            </a:r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6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후계자노드의</a:t>
            </a: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600" b="1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원래 자리를</a:t>
            </a:r>
          </a:p>
          <a:p>
            <a:pPr eaLnBrk="1" hangingPunct="1"/>
            <a:r>
              <a:rPr lang="ko-KR" altLang="en-US" sz="1600" b="1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자식 노드에게 물려주기</a:t>
            </a:r>
          </a:p>
        </p:txBody>
      </p:sp>
    </p:spTree>
    <p:extLst>
      <p:ext uri="{BB962C8B-B14F-4D97-AF65-F5344CB8AC3E}">
        <p14:creationId xmlns:p14="http://schemas.microsoft.com/office/powerpoint/2010/main" val="4172706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" presetClass="exit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7" presetID="35" presetClass="emph" presetSubtype="0" repeatCount="3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30" presetID="0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6 4.68208E-6 L -0.11319 -0.10474 " pathEditMode="relative" rAng="0" ptsTypes="AA">
                                      <p:cBhvr>
                                        <p:cTn id="31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660" y="-524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8" presetID="9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2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38889E-6 -3.4104E-6 L -0.06545 -0.09919 " pathEditMode="relative" rAng="0" ptsTypes="AA">
                                      <p:cBhvr>
                                        <p:cTn id="43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281" y="-497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8" grpId="0" animBg="1"/>
      <p:bldP spid="8" grpId="1" animBg="1"/>
      <p:bldP spid="25" grpId="0"/>
      <p:bldP spid="26" grpId="0" animBg="1"/>
      <p:bldP spid="27" grpId="0" animBg="1"/>
      <p:bldP spid="28" grpId="0"/>
      <p:bldP spid="29" grpId="0"/>
      <p:bldP spid="30" grpId="0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내용 개체 틀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lvl="1"/>
            <a:r>
              <a:rPr lang="ko-KR" altLang="en-US" dirty="0"/>
              <a:t>이진 탐색 </a:t>
            </a:r>
            <a:r>
              <a:rPr lang="ko-KR" altLang="en-US" dirty="0" err="1"/>
              <a:t>트리의</a:t>
            </a:r>
            <a:r>
              <a:rPr lang="ko-KR" altLang="en-US" dirty="0"/>
              <a:t> </a:t>
            </a:r>
            <a:r>
              <a:rPr lang="ko-KR" altLang="en-US" dirty="0" err="1"/>
              <a:t>노드</a:t>
            </a:r>
            <a:r>
              <a:rPr lang="ko-KR" altLang="en-US" dirty="0"/>
              <a:t> 삭제</a:t>
            </a:r>
          </a:p>
        </p:txBody>
      </p:sp>
      <p:sp>
        <p:nvSpPr>
          <p:cNvPr id="75779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5. </a:t>
            </a:r>
            <a:r>
              <a:rPr lang="ko-KR" altLang="en-US"/>
              <a:t>이진 탐색 트리</a:t>
            </a:r>
            <a:endParaRPr lang="ko-KR" altLang="en-US" dirty="0"/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971600" y="1322329"/>
            <a:ext cx="5184576" cy="53994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내용 개체 틀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lvl="1" eaLnBrk="1" hangingPunct="1"/>
            <a:r>
              <a:rPr lang="en-US" altLang="ko-KR" dirty="0"/>
              <a:t>[</a:t>
            </a:r>
            <a:r>
              <a:rPr lang="ko-KR" altLang="en-US" dirty="0"/>
              <a:t>예제 </a:t>
            </a:r>
            <a:r>
              <a:rPr lang="en-US" altLang="ko-KR" dirty="0"/>
              <a:t>7-4] </a:t>
            </a:r>
            <a:r>
              <a:rPr lang="ko-KR" altLang="en-US" dirty="0"/>
              <a:t>이진 탐색 트리 구현하기 </a:t>
            </a:r>
            <a:r>
              <a:rPr lang="en-US" altLang="ko-KR" dirty="0"/>
              <a:t>: </a:t>
            </a:r>
            <a:r>
              <a:rPr lang="ko-KR" altLang="en-US" dirty="0">
                <a:solidFill>
                  <a:srgbClr val="0070C0"/>
                </a:solidFill>
              </a:rPr>
              <a:t>교재 </a:t>
            </a:r>
            <a:r>
              <a:rPr lang="en-US" altLang="ko-KR" dirty="0">
                <a:solidFill>
                  <a:srgbClr val="0070C0"/>
                </a:solidFill>
              </a:rPr>
              <a:t>375p</a:t>
            </a:r>
            <a:endParaRPr lang="ko-KR" altLang="en-US" dirty="0">
              <a:solidFill>
                <a:srgbClr val="0070C0"/>
              </a:solidFill>
            </a:endParaRPr>
          </a:p>
          <a:p>
            <a:pPr lvl="1" eaLnBrk="1" hangingPunct="1"/>
            <a:r>
              <a:rPr lang="ko-KR" altLang="en-US" dirty="0"/>
              <a:t>실행 결과</a:t>
            </a:r>
            <a:endParaRPr lang="en-US" altLang="ko-KR" dirty="0"/>
          </a:p>
        </p:txBody>
      </p:sp>
      <p:sp>
        <p:nvSpPr>
          <p:cNvPr id="27651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5. </a:t>
            </a:r>
            <a:r>
              <a:rPr lang="ko-KR" altLang="en-US"/>
              <a:t>이진 탐색 트리</a:t>
            </a:r>
            <a:endParaRPr lang="ko-KR" altLang="en-US" dirty="0"/>
          </a:p>
        </p:txBody>
      </p:sp>
      <p:pic>
        <p:nvPicPr>
          <p:cNvPr id="5" name="그림 4" descr="테이블이(가) 표시된 사진&#10;&#10;자동 생성된 설명">
            <a:extLst>
              <a:ext uri="{FF2B5EF4-FFF2-40B4-BE49-F238E27FC236}">
                <a16:creationId xmlns:a16="http://schemas.microsoft.com/office/drawing/2014/main" id="{D0B60E60-CD18-44F4-AD68-C3642B95D3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5736" y="1340767"/>
            <a:ext cx="5184576" cy="5434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4980236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내용 개체 틀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 dirty="0"/>
              <a:t>AVL </a:t>
            </a:r>
            <a:r>
              <a:rPr lang="ko-KR" altLang="en-US" dirty="0" err="1"/>
              <a:t>트리의</a:t>
            </a:r>
            <a:r>
              <a:rPr lang="ko-KR" altLang="en-US" dirty="0"/>
              <a:t> 개념과 유형</a:t>
            </a:r>
            <a:endParaRPr lang="en-US" altLang="ko-KR" dirty="0"/>
          </a:p>
          <a:p>
            <a:pPr lvl="1">
              <a:defRPr/>
            </a:pPr>
            <a:r>
              <a:rPr lang="en-US" altLang="ko-KR" dirty="0"/>
              <a:t>AVL </a:t>
            </a:r>
            <a:r>
              <a:rPr lang="ko-KR" altLang="en-US" dirty="0"/>
              <a:t>트리</a:t>
            </a:r>
            <a:r>
              <a:rPr lang="en-US" altLang="ko-KR" baseline="30000" dirty="0"/>
              <a:t>Adelson-</a:t>
            </a:r>
            <a:r>
              <a:rPr lang="en-US" altLang="ko-KR" baseline="30000" dirty="0" err="1"/>
              <a:t>Velskii</a:t>
            </a:r>
            <a:r>
              <a:rPr lang="en-US" altLang="ko-KR" baseline="30000" dirty="0"/>
              <a:t>, Landis Tree</a:t>
            </a:r>
            <a:r>
              <a:rPr lang="ko-KR" altLang="en-US" dirty="0"/>
              <a:t>는 대표적인 균형 이진 탐색 트리</a:t>
            </a:r>
            <a:endParaRPr lang="en-US" altLang="ko-KR" dirty="0"/>
          </a:p>
          <a:p>
            <a:pPr lvl="2">
              <a:defRPr/>
            </a:pPr>
            <a:r>
              <a:rPr lang="ko-KR" altLang="en-US" dirty="0"/>
              <a:t>각 </a:t>
            </a:r>
            <a:r>
              <a:rPr lang="ko-KR" altLang="en-US" dirty="0" err="1"/>
              <a:t>노드에서</a:t>
            </a:r>
            <a:r>
              <a:rPr lang="ko-KR" altLang="en-US" dirty="0"/>
              <a:t> 왼쪽 서브 </a:t>
            </a:r>
            <a:r>
              <a:rPr lang="ko-KR" altLang="en-US" dirty="0" err="1"/>
              <a:t>트리의</a:t>
            </a:r>
            <a:r>
              <a:rPr lang="ko-KR" altLang="en-US" dirty="0"/>
              <a:t> 높이 </a:t>
            </a:r>
            <a:r>
              <a:rPr lang="en-US" altLang="ko-KR" dirty="0" err="1"/>
              <a:t>hL</a:t>
            </a:r>
            <a:r>
              <a:rPr lang="en-US" altLang="ko-KR" baseline="30000" dirty="0" err="1"/>
              <a:t>height</a:t>
            </a:r>
            <a:r>
              <a:rPr lang="en-US" altLang="ko-KR" baseline="30000" dirty="0"/>
              <a:t> of Left subtree</a:t>
            </a:r>
            <a:r>
              <a:rPr lang="ko-KR" altLang="en-US" dirty="0"/>
              <a:t>과 오른쪽 서브 트리</a:t>
            </a:r>
          </a:p>
          <a:p>
            <a:pPr marL="627062" lvl="2" indent="0">
              <a:buNone/>
              <a:defRPr/>
            </a:pPr>
            <a:r>
              <a:rPr lang="ko-KR" altLang="en-US" dirty="0"/>
              <a:t>  의 높이 </a:t>
            </a:r>
            <a:r>
              <a:rPr lang="en-US" altLang="ko-KR" dirty="0" err="1"/>
              <a:t>hR</a:t>
            </a:r>
            <a:r>
              <a:rPr lang="en-US" altLang="ko-KR" baseline="30000" dirty="0" err="1"/>
              <a:t>height</a:t>
            </a:r>
            <a:r>
              <a:rPr lang="en-US" altLang="ko-KR" baseline="30000" dirty="0"/>
              <a:t> of Right subtree</a:t>
            </a:r>
            <a:r>
              <a:rPr lang="ko-KR" altLang="en-US" dirty="0"/>
              <a:t>의 차이가 </a:t>
            </a:r>
            <a:r>
              <a:rPr lang="en-US" altLang="ko-KR" dirty="0"/>
              <a:t>1 </a:t>
            </a:r>
            <a:r>
              <a:rPr lang="ko-KR" altLang="en-US" dirty="0"/>
              <a:t>이하인 트리</a:t>
            </a:r>
            <a:endParaRPr lang="en-US" altLang="ko-KR" dirty="0"/>
          </a:p>
          <a:p>
            <a:pPr lvl="2">
              <a:defRPr/>
            </a:pPr>
            <a:r>
              <a:rPr lang="ko-KR" altLang="en-US" dirty="0"/>
              <a:t>특징</a:t>
            </a:r>
            <a:endParaRPr lang="en-US" altLang="ko-KR" dirty="0"/>
          </a:p>
          <a:p>
            <a:pPr lvl="3">
              <a:defRPr/>
            </a:pPr>
            <a:r>
              <a:rPr lang="ko-KR" altLang="en-US" dirty="0"/>
              <a:t>왼쪽 서브 트리 </a:t>
            </a:r>
            <a:r>
              <a:rPr lang="en-US" altLang="ko-KR" dirty="0"/>
              <a:t>&lt; </a:t>
            </a:r>
            <a:r>
              <a:rPr lang="ko-KR" altLang="en-US" dirty="0"/>
              <a:t>부모 </a:t>
            </a:r>
            <a:r>
              <a:rPr lang="ko-KR" altLang="en-US" dirty="0" err="1"/>
              <a:t>노드</a:t>
            </a:r>
            <a:r>
              <a:rPr lang="ko-KR" altLang="en-US" dirty="0"/>
              <a:t> </a:t>
            </a:r>
            <a:r>
              <a:rPr lang="en-US" altLang="ko-KR" dirty="0"/>
              <a:t>&lt; </a:t>
            </a:r>
            <a:r>
              <a:rPr lang="ko-KR" altLang="en-US" dirty="0"/>
              <a:t>오른쪽 서브 </a:t>
            </a:r>
            <a:r>
              <a:rPr lang="ko-KR" altLang="en-US" dirty="0" err="1"/>
              <a:t>트리의</a:t>
            </a:r>
            <a:r>
              <a:rPr lang="ko-KR" altLang="en-US" dirty="0"/>
              <a:t> 크기 관계를 </a:t>
            </a:r>
            <a:r>
              <a:rPr lang="ko-KR" altLang="en-US" dirty="0" err="1"/>
              <a:t>갖음</a:t>
            </a:r>
            <a:endParaRPr lang="en-US" altLang="ko-KR" dirty="0"/>
          </a:p>
          <a:p>
            <a:pPr lvl="3">
              <a:defRPr/>
            </a:pPr>
            <a:r>
              <a:rPr lang="ko-KR" altLang="en-US" dirty="0"/>
              <a:t>각 </a:t>
            </a:r>
            <a:r>
              <a:rPr lang="ko-KR" altLang="en-US" dirty="0" err="1"/>
              <a:t>노드의</a:t>
            </a:r>
            <a:r>
              <a:rPr lang="ko-KR" altLang="en-US" dirty="0"/>
              <a:t> 왼쪽 서브 트리 높이와 오른쪽 서브 트리 높이의 차이</a:t>
            </a:r>
            <a:r>
              <a:rPr lang="en-US" altLang="ko-KR" dirty="0"/>
              <a:t>(</a:t>
            </a:r>
            <a:r>
              <a:rPr lang="en-US" altLang="ko-KR" dirty="0" err="1"/>
              <a:t>hL-hR</a:t>
            </a:r>
            <a:r>
              <a:rPr lang="en-US" altLang="ko-KR" dirty="0"/>
              <a:t>)</a:t>
            </a:r>
            <a:r>
              <a:rPr lang="ko-KR" altLang="en-US" dirty="0"/>
              <a:t>를 </a:t>
            </a:r>
            <a:r>
              <a:rPr lang="ko-KR" altLang="en-US" dirty="0" err="1"/>
              <a:t>노드의</a:t>
            </a:r>
            <a:r>
              <a:rPr lang="ko-KR" altLang="en-US" dirty="0"/>
              <a:t> 균형 인수</a:t>
            </a:r>
            <a:r>
              <a:rPr lang="en-US" altLang="ko-KR" dirty="0"/>
              <a:t>(</a:t>
            </a:r>
            <a:r>
              <a:rPr lang="en-US" altLang="ko-KR" dirty="0" err="1"/>
              <a:t>BF,Balance</a:t>
            </a:r>
            <a:r>
              <a:rPr lang="en-US" altLang="ko-KR" dirty="0"/>
              <a:t> Factor )</a:t>
            </a:r>
            <a:r>
              <a:rPr lang="ko-KR" altLang="en-US" dirty="0"/>
              <a:t>라 함</a:t>
            </a:r>
          </a:p>
          <a:p>
            <a:pPr lvl="3">
              <a:defRPr/>
            </a:pPr>
            <a:r>
              <a:rPr lang="ko-KR" altLang="en-US" dirty="0"/>
              <a:t>각 </a:t>
            </a:r>
            <a:r>
              <a:rPr lang="ko-KR" altLang="en-US" dirty="0" err="1"/>
              <a:t>노드의</a:t>
            </a:r>
            <a:r>
              <a:rPr lang="ko-KR" altLang="en-US" dirty="0"/>
              <a:t> 균형 인수로 </a:t>
            </a:r>
            <a:r>
              <a:rPr lang="en-US" altLang="ko-KR" dirty="0"/>
              <a:t>{-1, 0, +1} </a:t>
            </a:r>
            <a:r>
              <a:rPr lang="ko-KR" altLang="en-US" dirty="0"/>
              <a:t>값만 가지게 함으로써 왼쪽 서브 </a:t>
            </a:r>
            <a:r>
              <a:rPr lang="ko-KR" altLang="en-US" dirty="0" err="1"/>
              <a:t>트리와</a:t>
            </a:r>
            <a:r>
              <a:rPr lang="ko-KR" altLang="en-US" dirty="0"/>
              <a:t> 오른쪽 서브 </a:t>
            </a:r>
            <a:r>
              <a:rPr lang="ko-KR" altLang="en-US" dirty="0" err="1"/>
              <a:t>트리의</a:t>
            </a:r>
            <a:r>
              <a:rPr lang="ko-KR" altLang="en-US" dirty="0"/>
              <a:t> 균형을 항상 유지함</a:t>
            </a:r>
          </a:p>
        </p:txBody>
      </p:sp>
      <p:sp>
        <p:nvSpPr>
          <p:cNvPr id="84995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6. </a:t>
            </a:r>
            <a:r>
              <a:rPr lang="ko-KR" altLang="en-US"/>
              <a:t>균형 이진 탐색 트리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72587258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내용 개체 틀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lvl="2">
              <a:defRPr/>
            </a:pPr>
            <a:r>
              <a:rPr lang="ko-KR" altLang="en-US" dirty="0"/>
              <a:t>균형 인수 </a:t>
            </a:r>
            <a:r>
              <a:rPr lang="en-US" altLang="ko-KR" dirty="0"/>
              <a:t>BF</a:t>
            </a:r>
            <a:r>
              <a:rPr lang="ko-KR" altLang="en-US" dirty="0"/>
              <a:t>는 각 </a:t>
            </a:r>
            <a:r>
              <a:rPr lang="ko-KR" altLang="en-US" dirty="0" err="1"/>
              <a:t>노드에서</a:t>
            </a:r>
            <a:r>
              <a:rPr lang="ko-KR" altLang="en-US" dirty="0"/>
              <a:t> 왼쪽 서브 </a:t>
            </a:r>
            <a:r>
              <a:rPr lang="ko-KR" altLang="en-US" dirty="0" err="1"/>
              <a:t>트리의</a:t>
            </a:r>
            <a:r>
              <a:rPr lang="ko-KR" altLang="en-US" dirty="0"/>
              <a:t> 높이 </a:t>
            </a:r>
            <a:r>
              <a:rPr lang="en-US" altLang="ko-KR" dirty="0" err="1"/>
              <a:t>hL</a:t>
            </a:r>
            <a:r>
              <a:rPr lang="ko-KR" altLang="en-US" dirty="0"/>
              <a:t>과 오른쪽 서브 트리</a:t>
            </a:r>
            <a:endParaRPr lang="en-US" altLang="ko-KR" dirty="0"/>
          </a:p>
          <a:p>
            <a:pPr marL="627062" lvl="2" indent="0">
              <a:buNone/>
              <a:defRPr/>
            </a:pPr>
            <a:r>
              <a:rPr lang="ko-KR" altLang="en-US" dirty="0"/>
              <a:t>  의 높이</a:t>
            </a:r>
            <a:r>
              <a:rPr lang="en-US" altLang="ko-KR" dirty="0" err="1"/>
              <a:t>hR</a:t>
            </a:r>
            <a:r>
              <a:rPr lang="ko-KR" altLang="en-US" dirty="0"/>
              <a:t>의 차이</a:t>
            </a:r>
            <a:endParaRPr lang="en-US" altLang="ko-KR" dirty="0"/>
          </a:p>
          <a:p>
            <a:pPr lvl="2">
              <a:defRPr/>
            </a:pPr>
            <a:endParaRPr lang="en-US" altLang="ko-KR" dirty="0"/>
          </a:p>
          <a:p>
            <a:pPr lvl="2">
              <a:defRPr/>
            </a:pPr>
            <a:endParaRPr lang="ko-KR" altLang="en-US" dirty="0"/>
          </a:p>
        </p:txBody>
      </p:sp>
      <p:sp>
        <p:nvSpPr>
          <p:cNvPr id="84995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6. </a:t>
            </a:r>
            <a:r>
              <a:rPr lang="ko-KR" altLang="en-US"/>
              <a:t>균형 이진 탐색 트리</a:t>
            </a:r>
            <a:endParaRPr lang="ko-KR" altLang="en-US" dirty="0"/>
          </a:p>
        </p:txBody>
      </p:sp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912522" y="1975454"/>
            <a:ext cx="7849333" cy="41044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28813664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내용 개체 틀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lvl="2">
              <a:defRPr/>
            </a:pPr>
            <a:r>
              <a:rPr lang="en-US" altLang="ko-KR" dirty="0"/>
              <a:t>AVL </a:t>
            </a:r>
            <a:r>
              <a:rPr lang="ko-KR" altLang="en-US" dirty="0" err="1"/>
              <a:t>트리의</a:t>
            </a:r>
            <a:r>
              <a:rPr lang="ko-KR" altLang="en-US" dirty="0"/>
              <a:t> 예</a:t>
            </a:r>
            <a:endParaRPr lang="en-US" altLang="ko-KR" dirty="0"/>
          </a:p>
          <a:p>
            <a:pPr lvl="2">
              <a:defRPr/>
            </a:pPr>
            <a:endParaRPr lang="en-US" altLang="ko-KR" dirty="0"/>
          </a:p>
          <a:p>
            <a:pPr lvl="2">
              <a:defRPr/>
            </a:pPr>
            <a:endParaRPr lang="en-US" altLang="ko-KR" dirty="0"/>
          </a:p>
          <a:p>
            <a:pPr lvl="2">
              <a:defRPr/>
            </a:pPr>
            <a:endParaRPr lang="en-US" altLang="ko-KR" dirty="0"/>
          </a:p>
          <a:p>
            <a:pPr lvl="2">
              <a:defRPr/>
            </a:pPr>
            <a:endParaRPr lang="en-US" altLang="ko-KR" dirty="0"/>
          </a:p>
          <a:p>
            <a:pPr lvl="2">
              <a:defRPr/>
            </a:pPr>
            <a:endParaRPr lang="en-US" altLang="ko-KR" dirty="0"/>
          </a:p>
          <a:p>
            <a:pPr lvl="2">
              <a:defRPr/>
            </a:pPr>
            <a:endParaRPr lang="en-US" altLang="ko-KR" dirty="0"/>
          </a:p>
          <a:p>
            <a:pPr lvl="2">
              <a:defRPr/>
            </a:pPr>
            <a:endParaRPr lang="en-US" altLang="ko-KR" dirty="0"/>
          </a:p>
          <a:p>
            <a:pPr lvl="2">
              <a:defRPr/>
            </a:pPr>
            <a:endParaRPr lang="en-US" altLang="ko-KR" dirty="0"/>
          </a:p>
          <a:p>
            <a:pPr lvl="3">
              <a:defRPr/>
            </a:pPr>
            <a:endParaRPr lang="en-US" altLang="ko-KR" dirty="0"/>
          </a:p>
          <a:p>
            <a:pPr lvl="3">
              <a:defRPr/>
            </a:pPr>
            <a:r>
              <a:rPr lang="ko-KR" altLang="en-US" dirty="0"/>
              <a:t>모든 </a:t>
            </a:r>
            <a:r>
              <a:rPr lang="ko-KR" altLang="en-US" dirty="0" err="1"/>
              <a:t>노드가</a:t>
            </a:r>
            <a:r>
              <a:rPr lang="ko-KR" altLang="en-US" dirty="0"/>
              <a:t> 균형 인수로 </a:t>
            </a:r>
            <a:r>
              <a:rPr lang="en-US" altLang="ko-KR" dirty="0"/>
              <a:t>{-1, 0, 1} </a:t>
            </a:r>
            <a:r>
              <a:rPr lang="ko-KR" altLang="en-US" dirty="0"/>
              <a:t>값을 가지므로 </a:t>
            </a:r>
            <a:r>
              <a:rPr lang="en-US" altLang="ko-KR" dirty="0"/>
              <a:t>AVL </a:t>
            </a:r>
            <a:r>
              <a:rPr lang="ko-KR" altLang="en-US" dirty="0" err="1"/>
              <a:t>트리임</a:t>
            </a:r>
            <a:endParaRPr lang="en-US" altLang="ko-KR" dirty="0"/>
          </a:p>
          <a:p>
            <a:pPr lvl="2">
              <a:defRPr/>
            </a:pPr>
            <a:endParaRPr lang="en-US" altLang="ko-KR" dirty="0"/>
          </a:p>
          <a:p>
            <a:pPr lvl="2">
              <a:defRPr/>
            </a:pPr>
            <a:endParaRPr lang="ko-KR" altLang="en-US" dirty="0"/>
          </a:p>
        </p:txBody>
      </p:sp>
      <p:sp>
        <p:nvSpPr>
          <p:cNvPr id="84995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6. </a:t>
            </a:r>
            <a:r>
              <a:rPr lang="ko-KR" altLang="en-US"/>
              <a:t>균형 이진 탐색 트리</a:t>
            </a:r>
            <a:endParaRPr lang="ko-KR" altLang="en-US" dirty="0"/>
          </a:p>
        </p:txBody>
      </p:sp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683568" y="1700808"/>
            <a:ext cx="8075526" cy="22955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29487628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내용 개체 틀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lvl="2">
              <a:defRPr/>
            </a:pPr>
            <a:r>
              <a:rPr lang="ko-KR" altLang="en-US" dirty="0"/>
              <a:t>비</a:t>
            </a:r>
            <a:r>
              <a:rPr lang="en-US" altLang="ko-KR" dirty="0"/>
              <a:t>AVL </a:t>
            </a:r>
            <a:r>
              <a:rPr lang="ko-KR" altLang="en-US" dirty="0" err="1"/>
              <a:t>트리의</a:t>
            </a:r>
            <a:r>
              <a:rPr lang="ko-KR" altLang="en-US" dirty="0"/>
              <a:t> 예</a:t>
            </a:r>
            <a:endParaRPr lang="en-US" altLang="ko-KR" dirty="0"/>
          </a:p>
          <a:p>
            <a:pPr lvl="2">
              <a:defRPr/>
            </a:pPr>
            <a:endParaRPr lang="en-US" altLang="ko-KR" dirty="0"/>
          </a:p>
          <a:p>
            <a:pPr lvl="2">
              <a:defRPr/>
            </a:pPr>
            <a:endParaRPr lang="en-US" altLang="ko-KR" dirty="0"/>
          </a:p>
          <a:p>
            <a:pPr lvl="2">
              <a:defRPr/>
            </a:pPr>
            <a:endParaRPr lang="en-US" altLang="ko-KR" dirty="0"/>
          </a:p>
          <a:p>
            <a:pPr lvl="2">
              <a:defRPr/>
            </a:pPr>
            <a:endParaRPr lang="en-US" altLang="ko-KR" dirty="0"/>
          </a:p>
          <a:p>
            <a:pPr lvl="2">
              <a:defRPr/>
            </a:pPr>
            <a:endParaRPr lang="en-US" altLang="ko-KR" dirty="0"/>
          </a:p>
          <a:p>
            <a:pPr lvl="2">
              <a:defRPr/>
            </a:pPr>
            <a:endParaRPr lang="en-US" altLang="ko-KR" dirty="0"/>
          </a:p>
          <a:p>
            <a:pPr lvl="2">
              <a:defRPr/>
            </a:pPr>
            <a:endParaRPr lang="en-US" altLang="ko-KR" dirty="0"/>
          </a:p>
          <a:p>
            <a:pPr marL="895350" lvl="3" indent="0">
              <a:buNone/>
              <a:defRPr/>
            </a:pPr>
            <a:endParaRPr lang="en-US" altLang="ko-KR" dirty="0"/>
          </a:p>
          <a:p>
            <a:pPr lvl="3">
              <a:defRPr/>
            </a:pPr>
            <a:r>
              <a:rPr lang="ko-KR" altLang="en-US" dirty="0" err="1"/>
              <a:t>노드들이</a:t>
            </a:r>
            <a:r>
              <a:rPr lang="ko-KR" altLang="en-US" dirty="0"/>
              <a:t> 균형 인수로 </a:t>
            </a:r>
            <a:r>
              <a:rPr lang="en-US" altLang="ko-KR" dirty="0"/>
              <a:t>{-1, 0, 1} </a:t>
            </a:r>
            <a:r>
              <a:rPr lang="ko-KR" altLang="en-US" dirty="0"/>
              <a:t>외의 값을 가지므로 균형이 깨져 한 방향으로 치</a:t>
            </a:r>
            <a:endParaRPr lang="en-US" altLang="ko-KR" dirty="0"/>
          </a:p>
          <a:p>
            <a:pPr marL="895350" lvl="3" indent="0">
              <a:buNone/>
              <a:defRPr/>
            </a:pPr>
            <a:r>
              <a:rPr lang="en-US" altLang="ko-KR" dirty="0"/>
              <a:t>  </a:t>
            </a:r>
            <a:r>
              <a:rPr lang="ko-KR" altLang="en-US" dirty="0" err="1"/>
              <a:t>우친</a:t>
            </a:r>
            <a:r>
              <a:rPr lang="ko-KR" altLang="en-US" dirty="0"/>
              <a:t> 비</a:t>
            </a:r>
            <a:r>
              <a:rPr lang="en-US" altLang="ko-KR" dirty="0"/>
              <a:t>AVL </a:t>
            </a:r>
            <a:r>
              <a:rPr lang="ko-KR" altLang="en-US" dirty="0" err="1"/>
              <a:t>트리임</a:t>
            </a:r>
            <a:endParaRPr lang="en-US" altLang="ko-KR" dirty="0"/>
          </a:p>
          <a:p>
            <a:pPr marL="895350" lvl="3" indent="0">
              <a:buNone/>
              <a:defRPr/>
            </a:pPr>
            <a:r>
              <a:rPr lang="en-US" altLang="ko-KR" dirty="0"/>
              <a:t>  (</a:t>
            </a:r>
            <a:r>
              <a:rPr lang="ko-KR" altLang="en-US" dirty="0"/>
              <a:t>균형이 깨진 </a:t>
            </a:r>
            <a:r>
              <a:rPr lang="ko-KR" altLang="en-US" dirty="0" err="1"/>
              <a:t>노드의</a:t>
            </a:r>
            <a:r>
              <a:rPr lang="ko-KR" altLang="en-US" dirty="0"/>
              <a:t> 균형 인수가 </a:t>
            </a:r>
            <a:r>
              <a:rPr lang="en-US" altLang="ko-KR" dirty="0"/>
              <a:t>+</a:t>
            </a:r>
            <a:r>
              <a:rPr lang="ko-KR" altLang="en-US" dirty="0"/>
              <a:t>이면 왼쪽 서브 </a:t>
            </a:r>
            <a:r>
              <a:rPr lang="ko-KR" altLang="en-US" dirty="0" err="1"/>
              <a:t>트리에</a:t>
            </a:r>
            <a:r>
              <a:rPr lang="ko-KR" altLang="en-US" dirty="0"/>
              <a:t> 문제가 있는 것이고</a:t>
            </a:r>
            <a:r>
              <a:rPr lang="en-US" altLang="ko-KR" dirty="0"/>
              <a:t>, </a:t>
            </a:r>
          </a:p>
          <a:p>
            <a:pPr marL="895350" lvl="3" indent="0">
              <a:buNone/>
              <a:defRPr/>
            </a:pPr>
            <a:r>
              <a:rPr lang="en-US" altLang="ko-KR" dirty="0"/>
              <a:t>   </a:t>
            </a:r>
            <a:r>
              <a:rPr lang="ko-KR" altLang="en-US" dirty="0"/>
              <a:t>균형 인수가 </a:t>
            </a:r>
            <a:r>
              <a:rPr lang="en-US" altLang="ko-KR" dirty="0"/>
              <a:t>–</a:t>
            </a:r>
            <a:r>
              <a:rPr lang="ko-KR" altLang="en-US" dirty="0"/>
              <a:t>이면 오른쪽 서브 </a:t>
            </a:r>
            <a:r>
              <a:rPr lang="ko-KR" altLang="en-US" dirty="0" err="1"/>
              <a:t>트리에</a:t>
            </a:r>
            <a:r>
              <a:rPr lang="ko-KR" altLang="en-US" dirty="0"/>
              <a:t> 문제가 있음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84995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6. </a:t>
            </a:r>
            <a:r>
              <a:rPr lang="ko-KR" altLang="en-US"/>
              <a:t>균형 이진 탐색 트리</a:t>
            </a:r>
            <a:endParaRPr lang="ko-KR" altLang="en-US" dirty="0"/>
          </a:p>
        </p:txBody>
      </p:sp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089747" y="1530343"/>
            <a:ext cx="7402924" cy="24022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51405492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내용 개체 틀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lvl="1">
              <a:defRPr/>
            </a:pPr>
            <a:r>
              <a:rPr lang="en-US" altLang="ko-KR" dirty="0"/>
              <a:t>AVL </a:t>
            </a:r>
            <a:r>
              <a:rPr lang="ko-KR" altLang="en-US" dirty="0" err="1"/>
              <a:t>트리에서</a:t>
            </a:r>
            <a:r>
              <a:rPr lang="ko-KR" altLang="en-US" dirty="0"/>
              <a:t> 발생하는 불균형</a:t>
            </a:r>
            <a:endParaRPr lang="en-US" altLang="ko-KR" dirty="0"/>
          </a:p>
          <a:p>
            <a:pPr lvl="2">
              <a:defRPr/>
            </a:pPr>
            <a:r>
              <a:rPr lang="en-US" altLang="ko-KR" dirty="0"/>
              <a:t>LL </a:t>
            </a:r>
            <a:r>
              <a:rPr lang="ko-KR" altLang="en-US" dirty="0"/>
              <a:t>유형</a:t>
            </a:r>
            <a:r>
              <a:rPr lang="en-US" altLang="ko-KR" dirty="0"/>
              <a:t>(Left-Left </a:t>
            </a:r>
            <a:r>
              <a:rPr lang="ko-KR" altLang="en-US" dirty="0"/>
              <a:t>유형</a:t>
            </a:r>
            <a:r>
              <a:rPr lang="en-US" altLang="ko-KR" dirty="0"/>
              <a:t>)</a:t>
            </a:r>
          </a:p>
          <a:p>
            <a:pPr lvl="3">
              <a:defRPr/>
            </a:pPr>
            <a:r>
              <a:rPr lang="en-US" altLang="ko-KR" dirty="0"/>
              <a:t>(a)</a:t>
            </a:r>
            <a:r>
              <a:rPr lang="ko-KR" altLang="en-US" dirty="0"/>
              <a:t>는 </a:t>
            </a:r>
            <a:r>
              <a:rPr lang="ko-KR" altLang="en-US" dirty="0" err="1"/>
              <a:t>노드</a:t>
            </a:r>
            <a:r>
              <a:rPr lang="ko-KR" altLang="en-US" dirty="0"/>
              <a:t> </a:t>
            </a:r>
            <a:r>
              <a:rPr lang="en-US" altLang="ko-KR" dirty="0"/>
              <a:t>50</a:t>
            </a:r>
            <a:r>
              <a:rPr lang="ko-KR" altLang="en-US" dirty="0"/>
              <a:t>의 균형 인수가 </a:t>
            </a:r>
            <a:r>
              <a:rPr lang="en-US" altLang="ko-KR" dirty="0"/>
              <a:t>+2</a:t>
            </a:r>
            <a:r>
              <a:rPr lang="ko-KR" altLang="en-US" dirty="0"/>
              <a:t>로 균형이 깨진 </a:t>
            </a:r>
            <a:r>
              <a:rPr lang="ko-KR" altLang="en-US" dirty="0" err="1"/>
              <a:t>노드인데</a:t>
            </a:r>
            <a:r>
              <a:rPr lang="ko-KR" altLang="en-US" dirty="0"/>
              <a:t> 균형 인수가 </a:t>
            </a:r>
            <a:r>
              <a:rPr lang="en-US" altLang="ko-KR" dirty="0"/>
              <a:t>+</a:t>
            </a:r>
            <a:r>
              <a:rPr lang="ko-KR" altLang="en-US" dirty="0"/>
              <a:t>이므로 왼쪽서브 </a:t>
            </a:r>
            <a:r>
              <a:rPr lang="ko-KR" altLang="en-US" dirty="0" err="1"/>
              <a:t>트리가</a:t>
            </a:r>
            <a:r>
              <a:rPr lang="ko-KR" altLang="en-US" dirty="0"/>
              <a:t> 문제</a:t>
            </a:r>
            <a:r>
              <a:rPr lang="en-US" altLang="ko-KR" dirty="0"/>
              <a:t>. </a:t>
            </a:r>
            <a:r>
              <a:rPr lang="ko-KR" altLang="en-US" dirty="0"/>
              <a:t>그리고 </a:t>
            </a:r>
            <a:r>
              <a:rPr lang="ko-KR" altLang="en-US" dirty="0" err="1"/>
              <a:t>노드</a:t>
            </a:r>
            <a:r>
              <a:rPr lang="ko-KR" altLang="en-US" dirty="0"/>
              <a:t> </a:t>
            </a:r>
            <a:r>
              <a:rPr lang="en-US" altLang="ko-KR" dirty="0"/>
              <a:t>50</a:t>
            </a:r>
            <a:r>
              <a:rPr lang="ko-KR" altLang="en-US" dirty="0"/>
              <a:t>의 왼쪽</a:t>
            </a:r>
            <a:r>
              <a:rPr lang="en-US" altLang="ko-KR" dirty="0"/>
              <a:t>(L) </a:t>
            </a:r>
            <a:r>
              <a:rPr lang="ko-KR" altLang="en-US" dirty="0"/>
              <a:t>자식인 </a:t>
            </a:r>
            <a:r>
              <a:rPr lang="ko-KR" altLang="en-US" dirty="0" err="1"/>
              <a:t>노드</a:t>
            </a:r>
            <a:r>
              <a:rPr lang="ko-KR" altLang="en-US" dirty="0"/>
              <a:t> </a:t>
            </a:r>
            <a:r>
              <a:rPr lang="en-US" altLang="ko-KR" dirty="0"/>
              <a:t>20</a:t>
            </a:r>
            <a:r>
              <a:rPr lang="ko-KR" altLang="en-US" dirty="0"/>
              <a:t>의 균형 인수가 </a:t>
            </a:r>
            <a:r>
              <a:rPr lang="en-US" altLang="ko-KR" dirty="0"/>
              <a:t>+</a:t>
            </a:r>
            <a:r>
              <a:rPr lang="ko-KR" altLang="en-US" dirty="0"/>
              <a:t>이므로 </a:t>
            </a:r>
            <a:r>
              <a:rPr lang="ko-KR" altLang="en-US" dirty="0" err="1"/>
              <a:t>노드</a:t>
            </a:r>
            <a:r>
              <a:rPr lang="ko-KR" altLang="en-US" dirty="0"/>
              <a:t> </a:t>
            </a:r>
            <a:r>
              <a:rPr lang="en-US" altLang="ko-KR" dirty="0"/>
              <a:t>20</a:t>
            </a:r>
            <a:r>
              <a:rPr lang="ko-KR" altLang="en-US" dirty="0"/>
              <a:t>의 왼쪽</a:t>
            </a:r>
            <a:r>
              <a:rPr lang="en-US" altLang="ko-KR" dirty="0"/>
              <a:t>(L) </a:t>
            </a:r>
            <a:r>
              <a:rPr lang="ko-KR" altLang="en-US" dirty="0"/>
              <a:t>자식 </a:t>
            </a:r>
            <a:r>
              <a:rPr lang="ko-KR" altLang="en-US" dirty="0" err="1"/>
              <a:t>노드가</a:t>
            </a:r>
            <a:r>
              <a:rPr lang="ko-KR" altLang="en-US" dirty="0"/>
              <a:t> 불균형과 관련 있음</a:t>
            </a:r>
            <a:r>
              <a:rPr lang="en-US" altLang="ko-KR" dirty="0"/>
              <a:t>. </a:t>
            </a:r>
            <a:r>
              <a:rPr lang="ko-KR" altLang="en-US" dirty="0"/>
              <a:t>따라서 </a:t>
            </a:r>
            <a:r>
              <a:rPr lang="ko-KR" altLang="en-US" dirty="0" err="1"/>
              <a:t>노드</a:t>
            </a:r>
            <a:r>
              <a:rPr lang="ko-KR" altLang="en-US" dirty="0"/>
              <a:t> </a:t>
            </a:r>
            <a:r>
              <a:rPr lang="en-US" altLang="ko-KR" dirty="0"/>
              <a:t>50</a:t>
            </a:r>
            <a:r>
              <a:rPr lang="ko-KR" altLang="en-US" dirty="0"/>
              <a:t>이 불균형 </a:t>
            </a:r>
            <a:r>
              <a:rPr lang="ko-KR" altLang="en-US" dirty="0" err="1"/>
              <a:t>노드가</a:t>
            </a:r>
            <a:r>
              <a:rPr lang="ko-KR" altLang="en-US" dirty="0"/>
              <a:t> 된 이유는 </a:t>
            </a:r>
            <a:r>
              <a:rPr lang="ko-KR" altLang="en-US" dirty="0" err="1"/>
              <a:t>노드</a:t>
            </a:r>
            <a:r>
              <a:rPr lang="ko-KR" altLang="en-US" dirty="0"/>
              <a:t> </a:t>
            </a:r>
            <a:r>
              <a:rPr lang="en-US" altLang="ko-KR" dirty="0"/>
              <a:t>50</a:t>
            </a:r>
            <a:r>
              <a:rPr lang="ko-KR" altLang="en-US" dirty="0"/>
              <a:t>이 왼쪽</a:t>
            </a:r>
            <a:r>
              <a:rPr lang="en-US" altLang="ko-KR" dirty="0"/>
              <a:t>(L) </a:t>
            </a:r>
            <a:r>
              <a:rPr lang="ko-KR" altLang="en-US" dirty="0"/>
              <a:t>자식 </a:t>
            </a:r>
            <a:r>
              <a:rPr lang="ko-KR" altLang="en-US" dirty="0" err="1"/>
              <a:t>노드와</a:t>
            </a:r>
            <a:r>
              <a:rPr lang="ko-KR" altLang="en-US" dirty="0"/>
              <a:t> 자식의 왼쪽</a:t>
            </a:r>
            <a:r>
              <a:rPr lang="en-US" altLang="ko-KR" dirty="0"/>
              <a:t>(L) </a:t>
            </a:r>
            <a:r>
              <a:rPr lang="ko-KR" altLang="en-US" dirty="0"/>
              <a:t>자식 </a:t>
            </a:r>
            <a:r>
              <a:rPr lang="ko-KR" altLang="en-US" dirty="0" err="1"/>
              <a:t>노드를</a:t>
            </a:r>
            <a:r>
              <a:rPr lang="ko-KR" altLang="en-US" dirty="0"/>
              <a:t> 가짐으로써 왼쪽으로 치우쳤기 때문임</a:t>
            </a:r>
            <a:r>
              <a:rPr lang="en-US" altLang="ko-KR" dirty="0"/>
              <a:t>.</a:t>
            </a:r>
          </a:p>
          <a:p>
            <a:pPr lvl="2">
              <a:defRPr/>
            </a:pPr>
            <a:r>
              <a:rPr lang="en-US" altLang="ko-KR" dirty="0"/>
              <a:t>RR </a:t>
            </a:r>
            <a:r>
              <a:rPr lang="ko-KR" altLang="en-US" dirty="0"/>
              <a:t>유형</a:t>
            </a:r>
            <a:r>
              <a:rPr lang="en-US" altLang="ko-KR" dirty="0"/>
              <a:t>(Right-Right </a:t>
            </a:r>
            <a:r>
              <a:rPr lang="ko-KR" altLang="en-US" dirty="0"/>
              <a:t>유형</a:t>
            </a:r>
            <a:r>
              <a:rPr lang="en-US" altLang="ko-KR" dirty="0"/>
              <a:t>)</a:t>
            </a:r>
          </a:p>
          <a:p>
            <a:pPr lvl="3">
              <a:defRPr/>
            </a:pPr>
            <a:r>
              <a:rPr lang="en-US" altLang="ko-KR" dirty="0"/>
              <a:t>(b)</a:t>
            </a:r>
            <a:r>
              <a:rPr lang="ko-KR" altLang="en-US" dirty="0"/>
              <a:t>는 </a:t>
            </a:r>
            <a:r>
              <a:rPr lang="ko-KR" altLang="en-US" dirty="0" err="1"/>
              <a:t>노드</a:t>
            </a:r>
            <a:r>
              <a:rPr lang="ko-KR" altLang="en-US" dirty="0"/>
              <a:t> </a:t>
            </a:r>
            <a:r>
              <a:rPr lang="en-US" altLang="ko-KR" dirty="0"/>
              <a:t>50</a:t>
            </a:r>
            <a:r>
              <a:rPr lang="ko-KR" altLang="en-US" dirty="0"/>
              <a:t>의 균형 인수가 </a:t>
            </a:r>
            <a:r>
              <a:rPr lang="en-US" altLang="ko-KR" dirty="0"/>
              <a:t>-2</a:t>
            </a:r>
            <a:r>
              <a:rPr lang="ko-KR" altLang="en-US" dirty="0"/>
              <a:t>로 균형이 깨진 </a:t>
            </a:r>
            <a:r>
              <a:rPr lang="ko-KR" altLang="en-US" dirty="0" err="1"/>
              <a:t>노드인데</a:t>
            </a:r>
            <a:r>
              <a:rPr lang="ko-KR" altLang="en-US" dirty="0"/>
              <a:t> 균형 인수가 </a:t>
            </a:r>
            <a:r>
              <a:rPr lang="en-US" altLang="ko-KR" dirty="0"/>
              <a:t>-</a:t>
            </a:r>
            <a:r>
              <a:rPr lang="ko-KR" altLang="en-US" dirty="0"/>
              <a:t>이므로 오른쪽 서브 </a:t>
            </a:r>
            <a:r>
              <a:rPr lang="ko-KR" altLang="en-US" dirty="0" err="1"/>
              <a:t>트리에</a:t>
            </a:r>
            <a:r>
              <a:rPr lang="ko-KR" altLang="en-US" dirty="0"/>
              <a:t> 문제임</a:t>
            </a:r>
            <a:r>
              <a:rPr lang="en-US" altLang="ko-KR" dirty="0"/>
              <a:t>. </a:t>
            </a:r>
            <a:r>
              <a:rPr lang="ko-KR" altLang="en-US" dirty="0"/>
              <a:t>그리고 </a:t>
            </a:r>
            <a:r>
              <a:rPr lang="ko-KR" altLang="en-US" dirty="0" err="1"/>
              <a:t>노드</a:t>
            </a:r>
            <a:r>
              <a:rPr lang="ko-KR" altLang="en-US" dirty="0"/>
              <a:t> </a:t>
            </a:r>
            <a:r>
              <a:rPr lang="en-US" altLang="ko-KR" dirty="0"/>
              <a:t>50</a:t>
            </a:r>
            <a:r>
              <a:rPr lang="ko-KR" altLang="en-US" dirty="0"/>
              <a:t>의 오른쪽</a:t>
            </a:r>
            <a:r>
              <a:rPr lang="en-US" altLang="ko-KR" dirty="0"/>
              <a:t>(R) </a:t>
            </a:r>
            <a:r>
              <a:rPr lang="ko-KR" altLang="en-US" dirty="0"/>
              <a:t>자식인 </a:t>
            </a:r>
            <a:r>
              <a:rPr lang="ko-KR" altLang="en-US" dirty="0" err="1"/>
              <a:t>노드</a:t>
            </a:r>
            <a:r>
              <a:rPr lang="ko-KR" altLang="en-US" dirty="0"/>
              <a:t> </a:t>
            </a:r>
            <a:r>
              <a:rPr lang="en-US" altLang="ko-KR" dirty="0"/>
              <a:t>55</a:t>
            </a:r>
            <a:r>
              <a:rPr lang="ko-KR" altLang="en-US" dirty="0"/>
              <a:t>의 균형 인수가 </a:t>
            </a:r>
            <a:r>
              <a:rPr lang="en-US" altLang="ko-KR" dirty="0"/>
              <a:t>-</a:t>
            </a:r>
            <a:r>
              <a:rPr lang="ko-KR" altLang="en-US" dirty="0"/>
              <a:t>이므로 </a:t>
            </a:r>
            <a:r>
              <a:rPr lang="ko-KR" altLang="en-US" dirty="0" err="1"/>
              <a:t>노드</a:t>
            </a:r>
            <a:r>
              <a:rPr lang="ko-KR" altLang="en-US" dirty="0"/>
              <a:t> </a:t>
            </a:r>
            <a:r>
              <a:rPr lang="en-US" altLang="ko-KR" dirty="0"/>
              <a:t>55</a:t>
            </a:r>
            <a:r>
              <a:rPr lang="ko-KR" altLang="en-US" dirty="0"/>
              <a:t>의 오른쪽</a:t>
            </a:r>
            <a:r>
              <a:rPr lang="en-US" altLang="ko-KR" dirty="0"/>
              <a:t>(R) </a:t>
            </a:r>
            <a:r>
              <a:rPr lang="ko-KR" altLang="en-US" dirty="0"/>
              <a:t>자식 </a:t>
            </a:r>
            <a:r>
              <a:rPr lang="ko-KR" altLang="en-US" dirty="0" err="1"/>
              <a:t>노드가</a:t>
            </a:r>
            <a:r>
              <a:rPr lang="ko-KR" altLang="en-US" dirty="0"/>
              <a:t> 불균형과 관련 있음</a:t>
            </a:r>
            <a:r>
              <a:rPr lang="en-US" altLang="ko-KR" dirty="0"/>
              <a:t>. </a:t>
            </a:r>
            <a:r>
              <a:rPr lang="ko-KR" altLang="en-US" dirty="0"/>
              <a:t>따라서 </a:t>
            </a:r>
            <a:r>
              <a:rPr lang="ko-KR" altLang="en-US" dirty="0" err="1"/>
              <a:t>노드</a:t>
            </a:r>
            <a:r>
              <a:rPr lang="ko-KR" altLang="en-US" dirty="0"/>
              <a:t> </a:t>
            </a:r>
            <a:r>
              <a:rPr lang="en-US" altLang="ko-KR" dirty="0"/>
              <a:t>50</a:t>
            </a:r>
            <a:r>
              <a:rPr lang="ko-KR" altLang="en-US" dirty="0"/>
              <a:t>이 불균형 </a:t>
            </a:r>
            <a:r>
              <a:rPr lang="ko-KR" altLang="en-US" dirty="0" err="1"/>
              <a:t>노드가</a:t>
            </a:r>
            <a:r>
              <a:rPr lang="ko-KR" altLang="en-US" dirty="0"/>
              <a:t> 된 이유는 </a:t>
            </a:r>
            <a:r>
              <a:rPr lang="ko-KR" altLang="en-US" dirty="0" err="1"/>
              <a:t>노드</a:t>
            </a:r>
            <a:r>
              <a:rPr lang="ko-KR" altLang="en-US" dirty="0"/>
              <a:t> </a:t>
            </a:r>
            <a:r>
              <a:rPr lang="en-US" altLang="ko-KR" dirty="0"/>
              <a:t>50</a:t>
            </a:r>
            <a:r>
              <a:rPr lang="ko-KR" altLang="en-US" dirty="0"/>
              <a:t>이 오른쪽</a:t>
            </a:r>
            <a:r>
              <a:rPr lang="en-US" altLang="ko-KR" dirty="0"/>
              <a:t>(R) </a:t>
            </a:r>
            <a:r>
              <a:rPr lang="ko-KR" altLang="en-US" dirty="0"/>
              <a:t>자식 </a:t>
            </a:r>
            <a:r>
              <a:rPr lang="ko-KR" altLang="en-US" dirty="0" err="1"/>
              <a:t>노드와</a:t>
            </a:r>
            <a:r>
              <a:rPr lang="ko-KR" altLang="en-US" dirty="0"/>
              <a:t> 자식의 오른쪽</a:t>
            </a:r>
            <a:r>
              <a:rPr lang="en-US" altLang="ko-KR" dirty="0"/>
              <a:t>(R) </a:t>
            </a:r>
            <a:r>
              <a:rPr lang="ko-KR" altLang="en-US" dirty="0"/>
              <a:t>자식 </a:t>
            </a:r>
            <a:r>
              <a:rPr lang="ko-KR" altLang="en-US" dirty="0" err="1"/>
              <a:t>노드를</a:t>
            </a:r>
            <a:r>
              <a:rPr lang="ko-KR" altLang="en-US" dirty="0"/>
              <a:t> 가짐으로써 오른쪽으로 치우쳤기 때문임</a:t>
            </a:r>
            <a:endParaRPr lang="en-US" altLang="ko-KR" dirty="0"/>
          </a:p>
          <a:p>
            <a:pPr lvl="2">
              <a:defRPr/>
            </a:pPr>
            <a:r>
              <a:rPr lang="en-US" altLang="ko-KR" dirty="0"/>
              <a:t>LR </a:t>
            </a:r>
            <a:r>
              <a:rPr lang="ko-KR" altLang="en-US" dirty="0"/>
              <a:t>유형</a:t>
            </a:r>
            <a:r>
              <a:rPr lang="en-US" altLang="ko-KR" dirty="0"/>
              <a:t>(Left-Right </a:t>
            </a:r>
            <a:r>
              <a:rPr lang="ko-KR" altLang="en-US" dirty="0"/>
              <a:t>유형</a:t>
            </a:r>
            <a:r>
              <a:rPr lang="en-US" altLang="ko-KR" dirty="0"/>
              <a:t>)</a:t>
            </a:r>
          </a:p>
          <a:p>
            <a:pPr lvl="3">
              <a:defRPr/>
            </a:pPr>
            <a:r>
              <a:rPr lang="en-US" altLang="ko-KR" dirty="0"/>
              <a:t>(c)</a:t>
            </a:r>
            <a:r>
              <a:rPr lang="ko-KR" altLang="en-US" dirty="0"/>
              <a:t>는 </a:t>
            </a:r>
            <a:r>
              <a:rPr lang="ko-KR" altLang="en-US" dirty="0" err="1"/>
              <a:t>노드</a:t>
            </a:r>
            <a:r>
              <a:rPr lang="ko-KR" altLang="en-US" dirty="0"/>
              <a:t> </a:t>
            </a:r>
            <a:r>
              <a:rPr lang="en-US" altLang="ko-KR" dirty="0"/>
              <a:t>55</a:t>
            </a:r>
            <a:r>
              <a:rPr lang="ko-KR" altLang="en-US" dirty="0"/>
              <a:t>의 균형 인수가 </a:t>
            </a:r>
            <a:r>
              <a:rPr lang="en-US" altLang="ko-KR" dirty="0"/>
              <a:t>+2</a:t>
            </a:r>
            <a:r>
              <a:rPr lang="ko-KR" altLang="en-US" dirty="0"/>
              <a:t>로 균형이 깨진 </a:t>
            </a:r>
            <a:r>
              <a:rPr lang="ko-KR" altLang="en-US" dirty="0" err="1"/>
              <a:t>노드인데</a:t>
            </a:r>
            <a:r>
              <a:rPr lang="ko-KR" altLang="en-US" dirty="0"/>
              <a:t> 균형 인수가 </a:t>
            </a:r>
            <a:r>
              <a:rPr lang="en-US" altLang="ko-KR" dirty="0"/>
              <a:t>+</a:t>
            </a:r>
            <a:r>
              <a:rPr lang="ko-KR" altLang="en-US" dirty="0"/>
              <a:t>이므로 왼쪽 서브 </a:t>
            </a:r>
            <a:r>
              <a:rPr lang="ko-KR" altLang="en-US" dirty="0" err="1"/>
              <a:t>트리에</a:t>
            </a:r>
            <a:r>
              <a:rPr lang="ko-KR" altLang="en-US" dirty="0"/>
              <a:t> 문제임</a:t>
            </a:r>
            <a:r>
              <a:rPr lang="en-US" altLang="ko-KR" dirty="0"/>
              <a:t>. </a:t>
            </a:r>
            <a:r>
              <a:rPr lang="ko-KR" altLang="en-US" dirty="0"/>
              <a:t>그리고 </a:t>
            </a:r>
            <a:r>
              <a:rPr lang="ko-KR" altLang="en-US" dirty="0" err="1"/>
              <a:t>노드</a:t>
            </a:r>
            <a:r>
              <a:rPr lang="ko-KR" altLang="en-US" dirty="0"/>
              <a:t> </a:t>
            </a:r>
            <a:r>
              <a:rPr lang="en-US" altLang="ko-KR" dirty="0"/>
              <a:t>55</a:t>
            </a:r>
            <a:r>
              <a:rPr lang="ko-KR" altLang="en-US" dirty="0"/>
              <a:t>의 왼쪽</a:t>
            </a:r>
            <a:r>
              <a:rPr lang="en-US" altLang="ko-KR" dirty="0"/>
              <a:t>(L) </a:t>
            </a:r>
            <a:r>
              <a:rPr lang="ko-KR" altLang="en-US" dirty="0"/>
              <a:t>자식인 </a:t>
            </a:r>
            <a:r>
              <a:rPr lang="ko-KR" altLang="en-US" dirty="0" err="1"/>
              <a:t>노드</a:t>
            </a:r>
            <a:r>
              <a:rPr lang="ko-KR" altLang="en-US" dirty="0"/>
              <a:t> </a:t>
            </a:r>
            <a:r>
              <a:rPr lang="en-US" altLang="ko-KR" dirty="0"/>
              <a:t>20</a:t>
            </a:r>
            <a:r>
              <a:rPr lang="ko-KR" altLang="en-US" dirty="0"/>
              <a:t>의 균형 인수는 </a:t>
            </a:r>
            <a:r>
              <a:rPr lang="en-US" altLang="ko-KR" dirty="0"/>
              <a:t>-</a:t>
            </a:r>
            <a:r>
              <a:rPr lang="ko-KR" altLang="en-US" dirty="0"/>
              <a:t>이므로 </a:t>
            </a:r>
            <a:r>
              <a:rPr lang="ko-KR" altLang="en-US" dirty="0" err="1"/>
              <a:t>노드</a:t>
            </a:r>
            <a:r>
              <a:rPr lang="ko-KR" altLang="en-US" dirty="0"/>
              <a:t> </a:t>
            </a:r>
            <a:r>
              <a:rPr lang="en-US" altLang="ko-KR" dirty="0"/>
              <a:t>20</a:t>
            </a:r>
            <a:r>
              <a:rPr lang="ko-KR" altLang="en-US" dirty="0"/>
              <a:t>의 오른쪽</a:t>
            </a:r>
            <a:r>
              <a:rPr lang="en-US" altLang="ko-KR" dirty="0"/>
              <a:t>(R) </a:t>
            </a:r>
            <a:r>
              <a:rPr lang="ko-KR" altLang="en-US" dirty="0"/>
              <a:t>자식 </a:t>
            </a:r>
            <a:r>
              <a:rPr lang="ko-KR" altLang="en-US" dirty="0" err="1"/>
              <a:t>노드가</a:t>
            </a:r>
            <a:r>
              <a:rPr lang="ko-KR" altLang="en-US" dirty="0"/>
              <a:t> 불균형과 관련 있음</a:t>
            </a:r>
            <a:r>
              <a:rPr lang="en-US" altLang="ko-KR" dirty="0"/>
              <a:t>. </a:t>
            </a:r>
            <a:r>
              <a:rPr lang="ko-KR" altLang="en-US" dirty="0"/>
              <a:t>따라서 </a:t>
            </a:r>
            <a:r>
              <a:rPr lang="ko-KR" altLang="en-US" dirty="0" err="1"/>
              <a:t>노드</a:t>
            </a:r>
            <a:r>
              <a:rPr lang="ko-KR" altLang="en-US" dirty="0"/>
              <a:t> </a:t>
            </a:r>
            <a:r>
              <a:rPr lang="en-US" altLang="ko-KR" dirty="0"/>
              <a:t>55</a:t>
            </a:r>
            <a:r>
              <a:rPr lang="ko-KR" altLang="en-US" dirty="0"/>
              <a:t>가 불균형 </a:t>
            </a:r>
            <a:r>
              <a:rPr lang="ko-KR" altLang="en-US" dirty="0" err="1"/>
              <a:t>노드가</a:t>
            </a:r>
            <a:r>
              <a:rPr lang="ko-KR" altLang="en-US" dirty="0"/>
              <a:t> 된 이유는 왼쪽</a:t>
            </a:r>
            <a:r>
              <a:rPr lang="en-US" altLang="ko-KR" dirty="0"/>
              <a:t>(L) </a:t>
            </a:r>
            <a:r>
              <a:rPr lang="ko-KR" altLang="en-US" dirty="0"/>
              <a:t>자식 </a:t>
            </a:r>
            <a:r>
              <a:rPr lang="ko-KR" altLang="en-US" dirty="0" err="1"/>
              <a:t>노드와</a:t>
            </a:r>
            <a:r>
              <a:rPr lang="ko-KR" altLang="en-US" dirty="0"/>
              <a:t> 자식의 오른쪽</a:t>
            </a:r>
            <a:r>
              <a:rPr lang="en-US" altLang="ko-KR" dirty="0"/>
              <a:t>(R) </a:t>
            </a:r>
            <a:r>
              <a:rPr lang="ko-KR" altLang="en-US" dirty="0"/>
              <a:t>자식 </a:t>
            </a:r>
            <a:r>
              <a:rPr lang="ko-KR" altLang="en-US" dirty="0" err="1"/>
              <a:t>노드로</a:t>
            </a:r>
            <a:r>
              <a:rPr lang="ko-KR" altLang="en-US" dirty="0"/>
              <a:t> 인해 왼쪽 서브 </a:t>
            </a:r>
            <a:r>
              <a:rPr lang="ko-KR" altLang="en-US" dirty="0" err="1"/>
              <a:t>트리가</a:t>
            </a:r>
            <a:r>
              <a:rPr lang="ko-KR" altLang="en-US" dirty="0"/>
              <a:t> 치우쳤기 때문임</a:t>
            </a:r>
            <a:endParaRPr lang="en-US" altLang="ko-KR" dirty="0"/>
          </a:p>
          <a:p>
            <a:pPr lvl="2">
              <a:defRPr/>
            </a:pPr>
            <a:endParaRPr lang="en-US" altLang="ko-KR" dirty="0"/>
          </a:p>
          <a:p>
            <a:pPr lvl="2">
              <a:defRPr/>
            </a:pPr>
            <a:endParaRPr lang="en-US" altLang="ko-KR" dirty="0"/>
          </a:p>
          <a:p>
            <a:pPr lvl="2">
              <a:defRPr/>
            </a:pPr>
            <a:endParaRPr lang="en-US" altLang="ko-KR" dirty="0"/>
          </a:p>
          <a:p>
            <a:pPr lvl="2">
              <a:defRPr/>
            </a:pPr>
            <a:endParaRPr lang="en-US" altLang="ko-KR" dirty="0"/>
          </a:p>
          <a:p>
            <a:pPr lvl="2">
              <a:defRPr/>
            </a:pPr>
            <a:endParaRPr lang="en-US" altLang="ko-KR" dirty="0"/>
          </a:p>
          <a:p>
            <a:pPr lvl="3">
              <a:defRPr/>
            </a:pPr>
            <a:endParaRPr lang="en-US" altLang="ko-KR" dirty="0"/>
          </a:p>
        </p:txBody>
      </p:sp>
      <p:sp>
        <p:nvSpPr>
          <p:cNvPr id="84995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6. </a:t>
            </a:r>
            <a:r>
              <a:rPr lang="ko-KR" altLang="en-US"/>
              <a:t>균형 이진 탐색 트리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10678029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내용 개체 틀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lvl="2">
              <a:defRPr/>
            </a:pPr>
            <a:r>
              <a:rPr lang="en-US" altLang="ko-KR" dirty="0"/>
              <a:t>RL </a:t>
            </a:r>
            <a:r>
              <a:rPr lang="ko-KR" altLang="en-US" dirty="0"/>
              <a:t>유형</a:t>
            </a:r>
            <a:r>
              <a:rPr lang="en-US" altLang="ko-KR" dirty="0"/>
              <a:t>(Right-Left </a:t>
            </a:r>
            <a:r>
              <a:rPr lang="ko-KR" altLang="en-US" dirty="0"/>
              <a:t>유형</a:t>
            </a:r>
            <a:r>
              <a:rPr lang="en-US" altLang="ko-KR" dirty="0"/>
              <a:t>)</a:t>
            </a:r>
          </a:p>
          <a:p>
            <a:pPr lvl="3">
              <a:defRPr/>
            </a:pPr>
            <a:r>
              <a:rPr lang="en-US" altLang="ko-KR" dirty="0"/>
              <a:t>(d)</a:t>
            </a:r>
            <a:r>
              <a:rPr lang="ko-KR" altLang="en-US" dirty="0"/>
              <a:t>는 </a:t>
            </a:r>
            <a:r>
              <a:rPr lang="ko-KR" altLang="en-US" dirty="0" err="1"/>
              <a:t>노드</a:t>
            </a:r>
            <a:r>
              <a:rPr lang="ko-KR" altLang="en-US" dirty="0"/>
              <a:t> </a:t>
            </a:r>
            <a:r>
              <a:rPr lang="en-US" altLang="ko-KR" dirty="0"/>
              <a:t>60</a:t>
            </a:r>
            <a:r>
              <a:rPr lang="ko-KR" altLang="en-US" dirty="0"/>
              <a:t>의 균형 인수가 </a:t>
            </a:r>
            <a:r>
              <a:rPr lang="en-US" altLang="ko-KR" dirty="0"/>
              <a:t>-2</a:t>
            </a:r>
            <a:r>
              <a:rPr lang="ko-KR" altLang="en-US" dirty="0"/>
              <a:t>로 균형이 깨진 </a:t>
            </a:r>
            <a:r>
              <a:rPr lang="ko-KR" altLang="en-US" dirty="0" err="1"/>
              <a:t>노드인데</a:t>
            </a:r>
            <a:r>
              <a:rPr lang="ko-KR" altLang="en-US" dirty="0"/>
              <a:t> 균형 인수가 </a:t>
            </a:r>
            <a:r>
              <a:rPr lang="en-US" altLang="ko-KR" dirty="0"/>
              <a:t>-</a:t>
            </a:r>
            <a:r>
              <a:rPr lang="ko-KR" altLang="en-US" dirty="0"/>
              <a:t>이므로 오른쪽 서브 </a:t>
            </a:r>
            <a:r>
              <a:rPr lang="ko-KR" altLang="en-US" dirty="0" err="1"/>
              <a:t>트리에</a:t>
            </a:r>
            <a:r>
              <a:rPr lang="ko-KR" altLang="en-US" dirty="0"/>
              <a:t> 문제임</a:t>
            </a:r>
            <a:r>
              <a:rPr lang="en-US" altLang="ko-KR" dirty="0"/>
              <a:t>. </a:t>
            </a:r>
            <a:r>
              <a:rPr lang="ko-KR" altLang="en-US" dirty="0"/>
              <a:t>그리고 </a:t>
            </a:r>
            <a:r>
              <a:rPr lang="ko-KR" altLang="en-US" dirty="0" err="1"/>
              <a:t>노드</a:t>
            </a:r>
            <a:r>
              <a:rPr lang="ko-KR" altLang="en-US" dirty="0"/>
              <a:t> </a:t>
            </a:r>
            <a:r>
              <a:rPr lang="en-US" altLang="ko-KR" dirty="0"/>
              <a:t>60</a:t>
            </a:r>
            <a:r>
              <a:rPr lang="ko-KR" altLang="en-US" dirty="0"/>
              <a:t>의 오른쪽</a:t>
            </a:r>
            <a:r>
              <a:rPr lang="en-US" altLang="ko-KR" dirty="0"/>
              <a:t>(R) </a:t>
            </a:r>
            <a:r>
              <a:rPr lang="ko-KR" altLang="en-US" dirty="0"/>
              <a:t>자식인 </a:t>
            </a:r>
            <a:r>
              <a:rPr lang="ko-KR" altLang="en-US" dirty="0" err="1"/>
              <a:t>노드</a:t>
            </a:r>
            <a:r>
              <a:rPr lang="ko-KR" altLang="en-US" dirty="0"/>
              <a:t> </a:t>
            </a:r>
            <a:r>
              <a:rPr lang="en-US" altLang="ko-KR" dirty="0"/>
              <a:t>65</a:t>
            </a:r>
            <a:r>
              <a:rPr lang="ko-KR" altLang="en-US" dirty="0"/>
              <a:t>의 균형 인수는 </a:t>
            </a:r>
            <a:r>
              <a:rPr lang="en-US" altLang="ko-KR" dirty="0"/>
              <a:t>+</a:t>
            </a:r>
            <a:r>
              <a:rPr lang="ko-KR" altLang="en-US" dirty="0"/>
              <a:t>이므로 </a:t>
            </a:r>
            <a:r>
              <a:rPr lang="ko-KR" altLang="en-US" dirty="0" err="1"/>
              <a:t>노드</a:t>
            </a:r>
            <a:r>
              <a:rPr lang="ko-KR" altLang="en-US" dirty="0"/>
              <a:t> </a:t>
            </a:r>
            <a:r>
              <a:rPr lang="en-US" altLang="ko-KR" dirty="0"/>
              <a:t>65</a:t>
            </a:r>
            <a:r>
              <a:rPr lang="ko-KR" altLang="en-US" dirty="0"/>
              <a:t>의 왼쪽</a:t>
            </a:r>
            <a:r>
              <a:rPr lang="en-US" altLang="ko-KR" dirty="0"/>
              <a:t>(L) </a:t>
            </a:r>
            <a:r>
              <a:rPr lang="ko-KR" altLang="en-US" dirty="0"/>
              <a:t>자식 </a:t>
            </a:r>
            <a:r>
              <a:rPr lang="ko-KR" altLang="en-US" dirty="0" err="1"/>
              <a:t>노드가</a:t>
            </a:r>
            <a:r>
              <a:rPr lang="ko-KR" altLang="en-US" dirty="0"/>
              <a:t> 불균형과 관련 있음</a:t>
            </a:r>
            <a:r>
              <a:rPr lang="en-US" altLang="ko-KR" dirty="0"/>
              <a:t>. </a:t>
            </a:r>
            <a:r>
              <a:rPr lang="ko-KR" altLang="en-US" dirty="0"/>
              <a:t>따라서 </a:t>
            </a:r>
            <a:r>
              <a:rPr lang="ko-KR" altLang="en-US" dirty="0" err="1"/>
              <a:t>노드</a:t>
            </a:r>
            <a:r>
              <a:rPr lang="ko-KR" altLang="en-US" dirty="0"/>
              <a:t> </a:t>
            </a:r>
            <a:r>
              <a:rPr lang="en-US" altLang="ko-KR" dirty="0"/>
              <a:t>60</a:t>
            </a:r>
            <a:r>
              <a:rPr lang="ko-KR" altLang="en-US" dirty="0"/>
              <a:t>이 불균형 </a:t>
            </a:r>
            <a:r>
              <a:rPr lang="ko-KR" altLang="en-US" dirty="0" err="1"/>
              <a:t>노드가</a:t>
            </a:r>
            <a:r>
              <a:rPr lang="ko-KR" altLang="en-US" dirty="0"/>
              <a:t> 된 이유는 오른쪽</a:t>
            </a:r>
            <a:r>
              <a:rPr lang="en-US" altLang="ko-KR" dirty="0"/>
              <a:t>(R) </a:t>
            </a:r>
            <a:r>
              <a:rPr lang="ko-KR" altLang="en-US" dirty="0"/>
              <a:t>자식 </a:t>
            </a:r>
            <a:r>
              <a:rPr lang="ko-KR" altLang="en-US" dirty="0" err="1"/>
              <a:t>노드와</a:t>
            </a:r>
            <a:r>
              <a:rPr lang="ko-KR" altLang="en-US" dirty="0"/>
              <a:t> 자식의 왼쪽</a:t>
            </a:r>
            <a:r>
              <a:rPr lang="en-US" altLang="ko-KR" dirty="0"/>
              <a:t>(L) </a:t>
            </a:r>
            <a:r>
              <a:rPr lang="ko-KR" altLang="en-US" dirty="0"/>
              <a:t>자식 </a:t>
            </a:r>
            <a:r>
              <a:rPr lang="ko-KR" altLang="en-US" dirty="0" err="1"/>
              <a:t>노드로</a:t>
            </a:r>
            <a:r>
              <a:rPr lang="ko-KR" altLang="en-US" dirty="0"/>
              <a:t> 인해 오른쪽 서브 </a:t>
            </a:r>
            <a:r>
              <a:rPr lang="ko-KR" altLang="en-US" dirty="0" err="1"/>
              <a:t>트리가</a:t>
            </a:r>
            <a:r>
              <a:rPr lang="ko-KR" altLang="en-US" dirty="0"/>
              <a:t> 치우쳤기 때문임</a:t>
            </a:r>
            <a:endParaRPr lang="en-US" altLang="ko-KR" dirty="0"/>
          </a:p>
          <a:p>
            <a:pPr lvl="2">
              <a:defRPr/>
            </a:pPr>
            <a:endParaRPr lang="en-US" altLang="ko-KR" dirty="0"/>
          </a:p>
          <a:p>
            <a:pPr lvl="2">
              <a:defRPr/>
            </a:pPr>
            <a:endParaRPr lang="en-US" altLang="ko-KR" dirty="0"/>
          </a:p>
          <a:p>
            <a:pPr lvl="2">
              <a:defRPr/>
            </a:pPr>
            <a:endParaRPr lang="en-US" altLang="ko-KR" dirty="0"/>
          </a:p>
          <a:p>
            <a:pPr lvl="2">
              <a:defRPr/>
            </a:pPr>
            <a:endParaRPr lang="en-US" altLang="ko-KR" dirty="0"/>
          </a:p>
          <a:p>
            <a:pPr lvl="3">
              <a:defRPr/>
            </a:pPr>
            <a:endParaRPr lang="en-US" altLang="ko-KR" dirty="0"/>
          </a:p>
        </p:txBody>
      </p:sp>
      <p:sp>
        <p:nvSpPr>
          <p:cNvPr id="84995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6. </a:t>
            </a:r>
            <a:r>
              <a:rPr lang="ko-KR" altLang="en-US"/>
              <a:t>균형 이진 탐색 트리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77579146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내용 개체 틀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 dirty="0"/>
              <a:t>AVL </a:t>
            </a:r>
            <a:r>
              <a:rPr lang="ko-KR" altLang="en-US" dirty="0" err="1"/>
              <a:t>트리의</a:t>
            </a:r>
            <a:r>
              <a:rPr lang="ko-KR" altLang="en-US" dirty="0"/>
              <a:t> 회전 연산</a:t>
            </a:r>
            <a:endParaRPr lang="en-US" altLang="ko-KR" dirty="0"/>
          </a:p>
          <a:p>
            <a:pPr lvl="1">
              <a:defRPr/>
            </a:pPr>
            <a:r>
              <a:rPr lang="en-US" altLang="ko-KR" dirty="0"/>
              <a:t>AVL </a:t>
            </a:r>
            <a:r>
              <a:rPr lang="ko-KR" altLang="en-US" dirty="0" err="1"/>
              <a:t>트리에서</a:t>
            </a:r>
            <a:r>
              <a:rPr lang="ko-KR" altLang="en-US" dirty="0"/>
              <a:t> 수행하는 삽입</a:t>
            </a:r>
            <a:r>
              <a:rPr lang="en-US" altLang="ko-KR" dirty="0"/>
              <a:t>·</a:t>
            </a:r>
            <a:r>
              <a:rPr lang="ko-KR" altLang="en-US" dirty="0"/>
              <a:t>삭제 작업은 이진 탐색 </a:t>
            </a:r>
            <a:r>
              <a:rPr lang="ko-KR" altLang="en-US" dirty="0" err="1"/>
              <a:t>트리에서의</a:t>
            </a:r>
            <a:r>
              <a:rPr lang="ko-KR" altLang="en-US" dirty="0"/>
              <a:t> 삽입</a:t>
            </a:r>
            <a:r>
              <a:rPr lang="en-US" altLang="ko-KR" dirty="0"/>
              <a:t>·</a:t>
            </a:r>
            <a:r>
              <a:rPr lang="ko-KR" altLang="en-US" dirty="0"/>
              <a:t>삭제 작업과 같고</a:t>
            </a:r>
            <a:r>
              <a:rPr lang="en-US" altLang="ko-KR" dirty="0"/>
              <a:t>, </a:t>
            </a:r>
            <a:r>
              <a:rPr lang="ko-KR" altLang="en-US" dirty="0"/>
              <a:t>이후에 균형을 맞추어주는 재구성 작업이 추가되는데 이 작업은 회전</a:t>
            </a:r>
            <a:r>
              <a:rPr lang="en-US" altLang="ko-KR" baseline="30000" dirty="0"/>
              <a:t>Rotation</a:t>
            </a:r>
            <a:r>
              <a:rPr lang="en-US" altLang="ko-KR" dirty="0"/>
              <a:t> </a:t>
            </a:r>
            <a:r>
              <a:rPr lang="ko-KR" altLang="en-US" dirty="0"/>
              <a:t>연산을 통해 이루어짐</a:t>
            </a:r>
            <a:endParaRPr lang="en-US" altLang="ko-KR" dirty="0"/>
          </a:p>
          <a:p>
            <a:pPr lvl="2">
              <a:defRPr/>
            </a:pPr>
            <a:r>
              <a:rPr lang="ko-KR" altLang="en-US" dirty="0"/>
              <a:t>단순 회전</a:t>
            </a:r>
            <a:r>
              <a:rPr lang="en-US" altLang="ko-KR" baseline="30000" dirty="0"/>
              <a:t>Single Rotation- </a:t>
            </a:r>
            <a:r>
              <a:rPr lang="en-US" altLang="ko-KR" dirty="0"/>
              <a:t>LL </a:t>
            </a:r>
            <a:r>
              <a:rPr lang="ko-KR" altLang="en-US" dirty="0"/>
              <a:t>회전과 </a:t>
            </a:r>
            <a:r>
              <a:rPr lang="en-US" altLang="ko-KR" dirty="0"/>
              <a:t>RR </a:t>
            </a:r>
            <a:r>
              <a:rPr lang="ko-KR" altLang="en-US" dirty="0"/>
              <a:t>회전과 같이 한 번 회전하는 것</a:t>
            </a:r>
            <a:endParaRPr lang="en-US" altLang="ko-KR" dirty="0"/>
          </a:p>
          <a:p>
            <a:pPr lvl="2">
              <a:defRPr/>
            </a:pPr>
            <a:r>
              <a:rPr lang="ko-KR" altLang="en-US" dirty="0"/>
              <a:t>이중 회전</a:t>
            </a:r>
            <a:r>
              <a:rPr lang="en-US" altLang="ko-KR" baseline="30000" dirty="0"/>
              <a:t>Double Rotation</a:t>
            </a:r>
            <a:r>
              <a:rPr lang="ko-KR" altLang="en-US" baseline="30000" dirty="0"/>
              <a:t> </a:t>
            </a:r>
            <a:r>
              <a:rPr lang="en-US" altLang="ko-KR" dirty="0"/>
              <a:t>- LR </a:t>
            </a:r>
            <a:r>
              <a:rPr lang="ko-KR" altLang="en-US" dirty="0"/>
              <a:t>회전과 </a:t>
            </a:r>
            <a:r>
              <a:rPr lang="en-US" altLang="ko-KR" dirty="0"/>
              <a:t>RL </a:t>
            </a:r>
            <a:r>
              <a:rPr lang="ko-KR" altLang="en-US" dirty="0"/>
              <a:t>회전과 같이 두 번 회전하는 것</a:t>
            </a:r>
            <a:endParaRPr lang="en-US" altLang="ko-KR" dirty="0"/>
          </a:p>
          <a:p>
            <a:pPr lvl="1">
              <a:defRPr/>
            </a:pPr>
            <a:endParaRPr lang="ko-KR" altLang="en-US" dirty="0"/>
          </a:p>
        </p:txBody>
      </p:sp>
      <p:sp>
        <p:nvSpPr>
          <p:cNvPr id="84995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6. </a:t>
            </a:r>
            <a:r>
              <a:rPr lang="ko-KR" altLang="en-US"/>
              <a:t>균형 이진 탐색 트리</a:t>
            </a:r>
            <a:endParaRPr lang="ko-KR" altLang="en-US" dirty="0"/>
          </a:p>
        </p:txBody>
      </p:sp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441418" y="3416365"/>
            <a:ext cx="8424936" cy="30718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15385545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내용 개체 틀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lvl="1">
              <a:defRPr/>
            </a:pPr>
            <a:r>
              <a:rPr lang="en-US" altLang="ko-KR" dirty="0"/>
              <a:t>LL </a:t>
            </a:r>
            <a:r>
              <a:rPr lang="ko-KR" altLang="en-US" dirty="0"/>
              <a:t>회전 연산</a:t>
            </a:r>
            <a:endParaRPr lang="en-US" altLang="ko-KR" dirty="0"/>
          </a:p>
          <a:p>
            <a:pPr lvl="2">
              <a:defRPr/>
            </a:pPr>
            <a:r>
              <a:rPr lang="ko-KR" altLang="en-US" dirty="0"/>
              <a:t>삽입</a:t>
            </a:r>
            <a:r>
              <a:rPr lang="en-US" altLang="ko-KR" dirty="0"/>
              <a:t>,</a:t>
            </a:r>
            <a:r>
              <a:rPr lang="ko-KR" altLang="en-US" dirty="0"/>
              <a:t> 삭제 연산 후에 </a:t>
            </a:r>
            <a:r>
              <a:rPr lang="en-US" altLang="ko-KR" dirty="0"/>
              <a:t>AVL </a:t>
            </a:r>
            <a:r>
              <a:rPr lang="ko-KR" altLang="en-US" dirty="0" err="1"/>
              <a:t>트리에</a:t>
            </a:r>
            <a:r>
              <a:rPr lang="ko-KR" altLang="en-US" dirty="0"/>
              <a:t> </a:t>
            </a:r>
            <a:r>
              <a:rPr lang="en-US" altLang="ko-KR" dirty="0"/>
              <a:t>LL </a:t>
            </a:r>
            <a:r>
              <a:rPr lang="ko-KR" altLang="en-US" dirty="0"/>
              <a:t>유형의 불균형이 발생했을 때 적용</a:t>
            </a:r>
            <a:endParaRPr lang="en-US" altLang="ko-KR" dirty="0"/>
          </a:p>
          <a:p>
            <a:pPr lvl="2">
              <a:defRPr/>
            </a:pPr>
            <a:endParaRPr lang="ko-KR" altLang="en-US" dirty="0"/>
          </a:p>
        </p:txBody>
      </p:sp>
      <p:sp>
        <p:nvSpPr>
          <p:cNvPr id="84995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6. </a:t>
            </a:r>
            <a:r>
              <a:rPr lang="ko-KR" altLang="en-US"/>
              <a:t>균형 이진 탐색 트리</a:t>
            </a:r>
            <a:endParaRPr lang="ko-KR" altLang="en-US" dirty="0"/>
          </a:p>
        </p:txBody>
      </p:sp>
      <p:pic>
        <p:nvPicPr>
          <p:cNvPr id="2560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136821" y="1916833"/>
            <a:ext cx="6058029" cy="22965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603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971600" y="4486374"/>
            <a:ext cx="7853544" cy="1678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26675130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내용 개체 틀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lvl="1">
              <a:defRPr/>
            </a:pPr>
            <a:r>
              <a:rPr lang="en-US" altLang="ko-KR" dirty="0"/>
              <a:t>RR </a:t>
            </a:r>
            <a:r>
              <a:rPr lang="ko-KR" altLang="en-US" dirty="0"/>
              <a:t>회전 연산</a:t>
            </a:r>
            <a:endParaRPr lang="en-US" altLang="ko-KR" dirty="0"/>
          </a:p>
          <a:p>
            <a:pPr lvl="2">
              <a:defRPr/>
            </a:pPr>
            <a:r>
              <a:rPr lang="ko-KR" altLang="en-US" dirty="0"/>
              <a:t>삽입</a:t>
            </a:r>
            <a:r>
              <a:rPr lang="en-US" altLang="ko-KR" dirty="0"/>
              <a:t>, </a:t>
            </a:r>
            <a:r>
              <a:rPr lang="ko-KR" altLang="en-US" dirty="0"/>
              <a:t>삭제 연산 후에 </a:t>
            </a:r>
            <a:r>
              <a:rPr lang="en-US" altLang="ko-KR" dirty="0"/>
              <a:t>AVL </a:t>
            </a:r>
            <a:r>
              <a:rPr lang="ko-KR" altLang="en-US" dirty="0" err="1"/>
              <a:t>트리에</a:t>
            </a:r>
            <a:r>
              <a:rPr lang="ko-KR" altLang="en-US" dirty="0"/>
              <a:t> </a:t>
            </a:r>
            <a:r>
              <a:rPr lang="en-US" altLang="ko-KR" dirty="0"/>
              <a:t>RR </a:t>
            </a:r>
            <a:r>
              <a:rPr lang="ko-KR" altLang="en-US" dirty="0"/>
              <a:t>유형의 불균형이 발생했을 때 적용</a:t>
            </a:r>
          </a:p>
        </p:txBody>
      </p:sp>
      <p:sp>
        <p:nvSpPr>
          <p:cNvPr id="84995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6. </a:t>
            </a:r>
            <a:r>
              <a:rPr lang="ko-KR" altLang="en-US"/>
              <a:t>균형 이진 탐색 트리</a:t>
            </a:r>
            <a:endParaRPr lang="ko-KR" altLang="en-US" dirty="0"/>
          </a:p>
        </p:txBody>
      </p:sp>
      <p:pic>
        <p:nvPicPr>
          <p:cNvPr id="266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243180" y="1845311"/>
            <a:ext cx="6150911" cy="23637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627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032151" y="4522506"/>
            <a:ext cx="7583754" cy="1613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64143651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내용 개체 틀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lvl="1">
              <a:defRPr/>
            </a:pPr>
            <a:r>
              <a:rPr lang="en-US" altLang="ko-KR" dirty="0"/>
              <a:t>LR </a:t>
            </a:r>
            <a:r>
              <a:rPr lang="ko-KR" altLang="en-US" dirty="0"/>
              <a:t>회전 연산</a:t>
            </a:r>
            <a:endParaRPr lang="en-US" altLang="ko-KR" dirty="0"/>
          </a:p>
          <a:p>
            <a:pPr lvl="2">
              <a:defRPr/>
            </a:pPr>
            <a:r>
              <a:rPr lang="ko-KR" altLang="en-US" dirty="0"/>
              <a:t>삽입</a:t>
            </a:r>
            <a:r>
              <a:rPr lang="en-US" altLang="ko-KR" dirty="0"/>
              <a:t>, </a:t>
            </a:r>
            <a:r>
              <a:rPr lang="ko-KR" altLang="en-US" dirty="0"/>
              <a:t>삭제 연산 후에 </a:t>
            </a:r>
            <a:r>
              <a:rPr lang="en-US" altLang="ko-KR" dirty="0"/>
              <a:t>AVL </a:t>
            </a:r>
            <a:r>
              <a:rPr lang="ko-KR" altLang="en-US" dirty="0" err="1"/>
              <a:t>트리에</a:t>
            </a:r>
            <a:r>
              <a:rPr lang="ko-KR" altLang="en-US" dirty="0"/>
              <a:t> </a:t>
            </a:r>
            <a:r>
              <a:rPr lang="en-US" altLang="ko-KR" dirty="0"/>
              <a:t>LR </a:t>
            </a:r>
            <a:r>
              <a:rPr lang="ko-KR" altLang="en-US" dirty="0"/>
              <a:t>유형의 불균형이 발생했을 때 적용</a:t>
            </a:r>
          </a:p>
        </p:txBody>
      </p:sp>
      <p:sp>
        <p:nvSpPr>
          <p:cNvPr id="84995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6. </a:t>
            </a:r>
            <a:r>
              <a:rPr lang="ko-KR" altLang="en-US"/>
              <a:t>균형 이진 탐색 트리</a:t>
            </a:r>
            <a:endParaRPr lang="ko-KR" altLang="en-US" dirty="0"/>
          </a:p>
        </p:txBody>
      </p:sp>
      <p:pic>
        <p:nvPicPr>
          <p:cNvPr id="2765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624572" y="1917970"/>
            <a:ext cx="7915652" cy="21602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651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628658" y="4365104"/>
            <a:ext cx="8082245" cy="17117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36961919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내용 개체 틀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lvl="1">
              <a:defRPr/>
            </a:pPr>
            <a:r>
              <a:rPr lang="en-US" altLang="ko-KR" dirty="0"/>
              <a:t>RL </a:t>
            </a:r>
            <a:r>
              <a:rPr lang="ko-KR" altLang="en-US" dirty="0"/>
              <a:t>회전 연산</a:t>
            </a:r>
            <a:endParaRPr lang="en-US" altLang="ko-KR" dirty="0"/>
          </a:p>
          <a:p>
            <a:pPr lvl="2">
              <a:defRPr/>
            </a:pPr>
            <a:r>
              <a:rPr lang="ko-KR" altLang="en-US" dirty="0"/>
              <a:t>삽입</a:t>
            </a:r>
            <a:r>
              <a:rPr lang="en-US" altLang="ko-KR" dirty="0"/>
              <a:t>, </a:t>
            </a:r>
            <a:r>
              <a:rPr lang="ko-KR" altLang="en-US" dirty="0"/>
              <a:t>삭제 연산 후에 </a:t>
            </a:r>
            <a:r>
              <a:rPr lang="en-US" altLang="ko-KR" dirty="0"/>
              <a:t>AVL </a:t>
            </a:r>
            <a:r>
              <a:rPr lang="ko-KR" altLang="en-US" dirty="0" err="1"/>
              <a:t>트리에</a:t>
            </a:r>
            <a:r>
              <a:rPr lang="ko-KR" altLang="en-US" dirty="0"/>
              <a:t> </a:t>
            </a:r>
            <a:r>
              <a:rPr lang="en-US" altLang="ko-KR" dirty="0"/>
              <a:t>RL </a:t>
            </a:r>
            <a:r>
              <a:rPr lang="ko-KR" altLang="en-US" dirty="0"/>
              <a:t>유형의 불균형이 발생했을 때 적용</a:t>
            </a:r>
          </a:p>
        </p:txBody>
      </p:sp>
      <p:sp>
        <p:nvSpPr>
          <p:cNvPr id="84995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6. </a:t>
            </a:r>
            <a:r>
              <a:rPr lang="ko-KR" altLang="en-US"/>
              <a:t>균형 이진 탐색 트리</a:t>
            </a:r>
            <a:endParaRPr lang="ko-KR" altLang="en-US" dirty="0"/>
          </a:p>
        </p:txBody>
      </p:sp>
      <p:pic>
        <p:nvPicPr>
          <p:cNvPr id="286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711027" y="1916832"/>
            <a:ext cx="7793953" cy="23145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675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578573" y="4509120"/>
            <a:ext cx="8168882" cy="17110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96334975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내용 개체 틀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lvl="1">
              <a:defRPr/>
            </a:pPr>
            <a:r>
              <a:rPr lang="en-US" altLang="ko-KR" dirty="0"/>
              <a:t>AVL </a:t>
            </a:r>
            <a:r>
              <a:rPr lang="ko-KR" altLang="en-US" dirty="0"/>
              <a:t>트리 회전 연산 예</a:t>
            </a:r>
            <a:endParaRPr lang="en-US" altLang="ko-KR" dirty="0"/>
          </a:p>
          <a:p>
            <a:pPr lvl="2">
              <a:defRPr/>
            </a:pPr>
            <a:r>
              <a:rPr lang="en-US" altLang="ko-KR" dirty="0"/>
              <a:t>{50, 60, 70, 90, 80, 75, 73, 72, 78}</a:t>
            </a:r>
            <a:r>
              <a:rPr lang="ko-KR" altLang="en-US" dirty="0"/>
              <a:t> 원소 아홉 개를 </a:t>
            </a:r>
            <a:r>
              <a:rPr lang="en-US" altLang="ko-KR" dirty="0"/>
              <a:t>AVL </a:t>
            </a:r>
            <a:r>
              <a:rPr lang="ko-KR" altLang="en-US" dirty="0" err="1"/>
              <a:t>트리에</a:t>
            </a:r>
            <a:r>
              <a:rPr lang="ko-KR" altLang="en-US" dirty="0"/>
              <a:t> 삽입하면서</a:t>
            </a:r>
            <a:endParaRPr lang="en-US" altLang="ko-KR" dirty="0"/>
          </a:p>
          <a:p>
            <a:pPr marL="627062" lvl="2" indent="0">
              <a:buNone/>
              <a:defRPr/>
            </a:pPr>
            <a:r>
              <a:rPr lang="ko-KR" altLang="en-US" dirty="0"/>
              <a:t>  불균형이 발생했을 때 회전 연산을 수행하여 균형 상태를 유지하는 예</a:t>
            </a:r>
            <a:endParaRPr lang="en-US" altLang="ko-KR" dirty="0"/>
          </a:p>
          <a:p>
            <a:pPr lvl="3">
              <a:defRPr/>
            </a:pPr>
            <a:r>
              <a:rPr lang="en-US" altLang="ko-KR" dirty="0"/>
              <a:t>(</a:t>
            </a:r>
            <a:r>
              <a:rPr lang="ko-KR" altLang="en-US" dirty="0"/>
              <a:t>초록색 </a:t>
            </a:r>
            <a:r>
              <a:rPr lang="ko-KR" altLang="en-US" dirty="0" err="1"/>
              <a:t>노드는</a:t>
            </a:r>
            <a:r>
              <a:rPr lang="ko-KR" altLang="en-US" dirty="0"/>
              <a:t> 삽입 </a:t>
            </a:r>
            <a:r>
              <a:rPr lang="ko-KR" altLang="en-US" dirty="0" err="1"/>
              <a:t>노드</a:t>
            </a:r>
            <a:r>
              <a:rPr lang="en-US" altLang="ko-KR" dirty="0"/>
              <a:t>, </a:t>
            </a:r>
            <a:r>
              <a:rPr lang="ko-KR" altLang="en-US" dirty="0"/>
              <a:t>노란색 </a:t>
            </a:r>
            <a:r>
              <a:rPr lang="ko-KR" altLang="en-US" dirty="0" err="1"/>
              <a:t>노드는</a:t>
            </a:r>
            <a:r>
              <a:rPr lang="ko-KR" altLang="en-US" dirty="0"/>
              <a:t> 불균형 발생한 </a:t>
            </a:r>
            <a:r>
              <a:rPr lang="ko-KR" altLang="en-US" dirty="0" err="1"/>
              <a:t>노드</a:t>
            </a:r>
            <a:r>
              <a:rPr lang="en-US" altLang="ko-KR" dirty="0"/>
              <a:t>. </a:t>
            </a:r>
            <a:r>
              <a:rPr lang="ko-KR" altLang="en-US" dirty="0"/>
              <a:t>불균형 유형에 해</a:t>
            </a:r>
            <a:endParaRPr lang="en-US" altLang="ko-KR" dirty="0"/>
          </a:p>
          <a:p>
            <a:pPr marL="895350" lvl="3" indent="0">
              <a:buNone/>
              <a:defRPr/>
            </a:pPr>
            <a:r>
              <a:rPr lang="en-US" altLang="ko-KR" dirty="0"/>
              <a:t>   </a:t>
            </a:r>
            <a:r>
              <a:rPr lang="ko-KR" altLang="en-US" dirty="0"/>
              <a:t>당하는 세 개의 </a:t>
            </a:r>
            <a:r>
              <a:rPr lang="ko-KR" altLang="en-US" dirty="0" err="1"/>
              <a:t>노드는</a:t>
            </a:r>
            <a:r>
              <a:rPr lang="ko-KR" altLang="en-US" dirty="0"/>
              <a:t> 초록색 간선으로 표시</a:t>
            </a:r>
            <a:r>
              <a:rPr lang="en-US" altLang="ko-KR" dirty="0"/>
              <a:t>)</a:t>
            </a:r>
          </a:p>
          <a:p>
            <a:pPr marL="627062" lvl="2" indent="0">
              <a:buNone/>
              <a:defRPr/>
            </a:pPr>
            <a:endParaRPr lang="en-US" altLang="ko-KR" dirty="0"/>
          </a:p>
          <a:p>
            <a:pPr marL="627062" lvl="2" indent="0">
              <a:buNone/>
              <a:defRPr/>
            </a:pPr>
            <a:r>
              <a:rPr lang="ko-KR" altLang="en-US" dirty="0">
                <a:solidFill>
                  <a:srgbClr val="FF0000"/>
                </a:solidFill>
              </a:rPr>
              <a:t>➊</a:t>
            </a:r>
            <a:r>
              <a:rPr lang="ko-KR" altLang="en-US" dirty="0"/>
              <a:t> 노드 </a:t>
            </a:r>
            <a:r>
              <a:rPr lang="en-US" altLang="ko-KR" dirty="0"/>
              <a:t>50 </a:t>
            </a:r>
            <a:r>
              <a:rPr lang="ko-KR" altLang="en-US" dirty="0"/>
              <a:t>삽입 </a:t>
            </a:r>
            <a:r>
              <a:rPr lang="en-US" altLang="ko-KR" dirty="0"/>
              <a:t>: </a:t>
            </a:r>
            <a:r>
              <a:rPr lang="ko-KR" altLang="en-US" dirty="0"/>
              <a:t>공백 </a:t>
            </a:r>
            <a:r>
              <a:rPr lang="en-US" altLang="ko-KR" dirty="0"/>
              <a:t>AVL </a:t>
            </a:r>
            <a:r>
              <a:rPr lang="ko-KR" altLang="en-US" dirty="0" err="1"/>
              <a:t>트리에</a:t>
            </a:r>
            <a:r>
              <a:rPr lang="ko-KR" altLang="en-US" dirty="0"/>
              <a:t> </a:t>
            </a:r>
            <a:r>
              <a:rPr lang="ko-KR" altLang="en-US" dirty="0" err="1"/>
              <a:t>노드</a:t>
            </a:r>
            <a:r>
              <a:rPr lang="ko-KR" altLang="en-US" dirty="0"/>
              <a:t> </a:t>
            </a:r>
            <a:r>
              <a:rPr lang="en-US" altLang="ko-KR" dirty="0"/>
              <a:t>50</a:t>
            </a:r>
            <a:r>
              <a:rPr lang="ko-KR" altLang="en-US" dirty="0"/>
              <a:t>을 삽입</a:t>
            </a:r>
            <a:endParaRPr lang="en-US" altLang="ko-KR" dirty="0"/>
          </a:p>
          <a:p>
            <a:pPr lvl="2">
              <a:defRPr/>
            </a:pPr>
            <a:endParaRPr lang="en-US" altLang="ko-KR" dirty="0"/>
          </a:p>
          <a:p>
            <a:pPr marL="627062" lvl="2" indent="0">
              <a:buNone/>
              <a:defRPr/>
            </a:pPr>
            <a:endParaRPr lang="en-US" altLang="ko-KR" dirty="0"/>
          </a:p>
          <a:p>
            <a:pPr marL="627062" lvl="2" indent="0">
              <a:buNone/>
              <a:defRPr/>
            </a:pPr>
            <a:endParaRPr lang="en-US" altLang="ko-KR" dirty="0"/>
          </a:p>
          <a:p>
            <a:pPr marL="627062" lvl="2" indent="0">
              <a:buNone/>
              <a:defRPr/>
            </a:pPr>
            <a:r>
              <a:rPr lang="ko-KR" altLang="en-US" dirty="0">
                <a:solidFill>
                  <a:srgbClr val="FF0000"/>
                </a:solidFill>
              </a:rPr>
              <a:t>➋</a:t>
            </a:r>
            <a:r>
              <a:rPr lang="ko-KR" altLang="en-US" dirty="0"/>
              <a:t> 노드 </a:t>
            </a:r>
            <a:r>
              <a:rPr lang="en-US" altLang="ko-KR" dirty="0"/>
              <a:t>60 </a:t>
            </a:r>
            <a:r>
              <a:rPr lang="ko-KR" altLang="en-US" dirty="0"/>
              <a:t>삽입 </a:t>
            </a:r>
            <a:r>
              <a:rPr lang="en-US" altLang="ko-KR" dirty="0"/>
              <a:t>: </a:t>
            </a:r>
            <a:r>
              <a:rPr lang="ko-KR" altLang="en-US" dirty="0" err="1"/>
              <a:t>노드</a:t>
            </a:r>
            <a:r>
              <a:rPr lang="ko-KR" altLang="en-US" dirty="0"/>
              <a:t> </a:t>
            </a:r>
            <a:r>
              <a:rPr lang="en-US" altLang="ko-KR" dirty="0"/>
              <a:t>50</a:t>
            </a:r>
            <a:r>
              <a:rPr lang="ko-KR" altLang="en-US" dirty="0"/>
              <a:t>의 오른쪽 자식으로 </a:t>
            </a:r>
            <a:r>
              <a:rPr lang="ko-KR" altLang="en-US" dirty="0" err="1"/>
              <a:t>노드</a:t>
            </a:r>
            <a:r>
              <a:rPr lang="ko-KR" altLang="en-US" dirty="0"/>
              <a:t> </a:t>
            </a:r>
            <a:r>
              <a:rPr lang="en-US" altLang="ko-KR" dirty="0"/>
              <a:t>60</a:t>
            </a:r>
            <a:r>
              <a:rPr lang="ko-KR" altLang="en-US" dirty="0"/>
              <a:t>을 삽입</a:t>
            </a:r>
          </a:p>
        </p:txBody>
      </p:sp>
      <p:sp>
        <p:nvSpPr>
          <p:cNvPr id="84995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6. </a:t>
            </a:r>
            <a:r>
              <a:rPr lang="ko-KR" altLang="en-US"/>
              <a:t>균형 이진 탐색 트리</a:t>
            </a:r>
            <a:endParaRPr lang="ko-KR" altLang="en-US" dirty="0"/>
          </a:p>
        </p:txBody>
      </p:sp>
      <p:pic>
        <p:nvPicPr>
          <p:cNvPr id="296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712911" y="3507865"/>
            <a:ext cx="611937" cy="733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6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783012" y="4967254"/>
            <a:ext cx="1197813" cy="147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68323788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내용 개체 틀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627062" lvl="2" indent="0">
              <a:buNone/>
              <a:defRPr/>
            </a:pPr>
            <a:r>
              <a:rPr lang="ko-KR" altLang="en-US" dirty="0">
                <a:solidFill>
                  <a:srgbClr val="FF0000"/>
                </a:solidFill>
              </a:rPr>
              <a:t>➌</a:t>
            </a:r>
            <a:r>
              <a:rPr lang="ko-KR" altLang="en-US" dirty="0"/>
              <a:t> 노드 </a:t>
            </a:r>
            <a:r>
              <a:rPr lang="en-US" altLang="ko-KR" dirty="0"/>
              <a:t>70 </a:t>
            </a:r>
            <a:r>
              <a:rPr lang="ko-KR" altLang="en-US" dirty="0"/>
              <a:t>삽입 </a:t>
            </a:r>
            <a:r>
              <a:rPr lang="en-US" altLang="ko-KR" dirty="0"/>
              <a:t>: </a:t>
            </a:r>
            <a:r>
              <a:rPr lang="ko-KR" altLang="en-US" dirty="0" err="1"/>
              <a:t>노드</a:t>
            </a:r>
            <a:r>
              <a:rPr lang="ko-KR" altLang="en-US" dirty="0"/>
              <a:t> </a:t>
            </a:r>
            <a:r>
              <a:rPr lang="en-US" altLang="ko-KR" dirty="0"/>
              <a:t>60</a:t>
            </a:r>
            <a:r>
              <a:rPr lang="ko-KR" altLang="en-US" dirty="0"/>
              <a:t>의 오른쪽 자식으로 </a:t>
            </a:r>
            <a:r>
              <a:rPr lang="ko-KR" altLang="en-US" dirty="0" err="1"/>
              <a:t>노드</a:t>
            </a:r>
            <a:r>
              <a:rPr lang="ko-KR" altLang="en-US" dirty="0"/>
              <a:t> </a:t>
            </a:r>
            <a:r>
              <a:rPr lang="en-US" altLang="ko-KR" dirty="0"/>
              <a:t>70</a:t>
            </a:r>
            <a:r>
              <a:rPr lang="ko-KR" altLang="en-US" dirty="0"/>
              <a:t>을 삽입</a:t>
            </a:r>
            <a:r>
              <a:rPr lang="en-US" altLang="ko-KR" dirty="0"/>
              <a:t>. </a:t>
            </a:r>
            <a:r>
              <a:rPr lang="ko-KR" altLang="en-US" dirty="0"/>
              <a:t>하지만 </a:t>
            </a:r>
            <a:r>
              <a:rPr lang="ko-KR" altLang="en-US" dirty="0" err="1"/>
              <a:t>노드</a:t>
            </a:r>
            <a:endParaRPr lang="en-US" altLang="ko-KR" dirty="0"/>
          </a:p>
          <a:p>
            <a:pPr marL="627062" lvl="2" indent="0">
              <a:buNone/>
              <a:defRPr/>
            </a:pPr>
            <a:r>
              <a:rPr lang="en-US" altLang="ko-KR" dirty="0"/>
              <a:t>   </a:t>
            </a:r>
            <a:r>
              <a:rPr lang="ko-KR" altLang="en-US" dirty="0"/>
              <a:t> </a:t>
            </a:r>
            <a:r>
              <a:rPr lang="en-US" altLang="ko-KR" dirty="0"/>
              <a:t>50</a:t>
            </a:r>
            <a:r>
              <a:rPr lang="ko-KR" altLang="en-US" dirty="0"/>
              <a:t>의 균형 인수가 </a:t>
            </a:r>
            <a:r>
              <a:rPr lang="en-US" altLang="ko-KR" dirty="0"/>
              <a:t>-2</a:t>
            </a:r>
            <a:r>
              <a:rPr lang="ko-KR" altLang="en-US" dirty="0"/>
              <a:t>가 되어 </a:t>
            </a:r>
            <a:r>
              <a:rPr lang="en-US" altLang="ko-KR" dirty="0"/>
              <a:t>RR </a:t>
            </a:r>
            <a:r>
              <a:rPr lang="ko-KR" altLang="en-US" dirty="0"/>
              <a:t>유형의 불균형이 발생하므로 </a:t>
            </a:r>
            <a:r>
              <a:rPr lang="en-US" altLang="ko-KR" dirty="0"/>
              <a:t>RR </a:t>
            </a:r>
            <a:r>
              <a:rPr lang="ko-KR" altLang="en-US" dirty="0"/>
              <a:t>회전을 </a:t>
            </a:r>
            <a:endParaRPr lang="en-US" altLang="ko-KR" dirty="0"/>
          </a:p>
          <a:p>
            <a:pPr marL="627062" lvl="2" indent="0">
              <a:buNone/>
              <a:defRPr/>
            </a:pPr>
            <a:r>
              <a:rPr lang="en-US" altLang="ko-KR" dirty="0"/>
              <a:t>    </a:t>
            </a:r>
            <a:r>
              <a:rPr lang="ko-KR" altLang="en-US" dirty="0"/>
              <a:t>수행하여 균형을 회복</a:t>
            </a:r>
            <a:endParaRPr lang="en-US" altLang="ko-KR" dirty="0"/>
          </a:p>
          <a:p>
            <a:pPr marL="627062" lvl="2" indent="0">
              <a:buNone/>
              <a:defRPr/>
            </a:pPr>
            <a:endParaRPr lang="en-US" altLang="ko-KR" dirty="0"/>
          </a:p>
          <a:p>
            <a:pPr marL="627062" lvl="2" indent="0">
              <a:buNone/>
              <a:defRPr/>
            </a:pPr>
            <a:endParaRPr lang="en-US" altLang="ko-KR" dirty="0"/>
          </a:p>
          <a:p>
            <a:pPr marL="627062" lvl="2" indent="0">
              <a:buNone/>
              <a:defRPr/>
            </a:pPr>
            <a:endParaRPr lang="en-US" altLang="ko-KR" dirty="0"/>
          </a:p>
          <a:p>
            <a:pPr marL="627062" lvl="2" indent="0">
              <a:buNone/>
              <a:defRPr/>
            </a:pPr>
            <a:endParaRPr lang="en-US" altLang="ko-KR" dirty="0"/>
          </a:p>
          <a:p>
            <a:pPr marL="627062" lvl="2" indent="0">
              <a:buNone/>
              <a:defRPr/>
            </a:pPr>
            <a:endParaRPr lang="en-US" altLang="ko-KR" dirty="0"/>
          </a:p>
          <a:p>
            <a:pPr marL="627062" lvl="2" indent="0">
              <a:buNone/>
              <a:defRPr/>
            </a:pPr>
            <a:endParaRPr lang="en-US" altLang="ko-KR" dirty="0"/>
          </a:p>
          <a:p>
            <a:pPr marL="627062" lvl="2" indent="0">
              <a:buNone/>
              <a:defRPr/>
            </a:pPr>
            <a:r>
              <a:rPr lang="ko-KR" altLang="en-US" dirty="0">
                <a:solidFill>
                  <a:srgbClr val="FF0000"/>
                </a:solidFill>
              </a:rPr>
              <a:t>➍</a:t>
            </a:r>
            <a:r>
              <a:rPr lang="ko-KR" altLang="en-US" dirty="0"/>
              <a:t> 노드 </a:t>
            </a:r>
            <a:r>
              <a:rPr lang="en-US" altLang="ko-KR" dirty="0"/>
              <a:t>90 </a:t>
            </a:r>
            <a:r>
              <a:rPr lang="ko-KR" altLang="en-US" dirty="0"/>
              <a:t>삽입 </a:t>
            </a:r>
            <a:r>
              <a:rPr lang="en-US" altLang="ko-KR" dirty="0"/>
              <a:t>: </a:t>
            </a:r>
            <a:r>
              <a:rPr lang="ko-KR" altLang="en-US" dirty="0" err="1"/>
              <a:t>노드</a:t>
            </a:r>
            <a:r>
              <a:rPr lang="ko-KR" altLang="en-US" dirty="0"/>
              <a:t> </a:t>
            </a:r>
            <a:r>
              <a:rPr lang="en-US" altLang="ko-KR" dirty="0"/>
              <a:t>70</a:t>
            </a:r>
            <a:r>
              <a:rPr lang="ko-KR" altLang="en-US" dirty="0"/>
              <a:t>의 오른쪽 자식으로 </a:t>
            </a:r>
            <a:r>
              <a:rPr lang="ko-KR" altLang="en-US" dirty="0" err="1"/>
              <a:t>노드</a:t>
            </a:r>
            <a:r>
              <a:rPr lang="ko-KR" altLang="en-US" dirty="0"/>
              <a:t> </a:t>
            </a:r>
            <a:r>
              <a:rPr lang="en-US" altLang="ko-KR" dirty="0"/>
              <a:t>90</a:t>
            </a:r>
            <a:r>
              <a:rPr lang="ko-KR" altLang="en-US" dirty="0"/>
              <a:t>을 삽입</a:t>
            </a:r>
            <a:endParaRPr lang="en-US" altLang="ko-KR" dirty="0"/>
          </a:p>
          <a:p>
            <a:pPr marL="627062" lvl="2" indent="0">
              <a:buNone/>
              <a:defRPr/>
            </a:pPr>
            <a:endParaRPr lang="ko-KR" altLang="en-US" dirty="0"/>
          </a:p>
        </p:txBody>
      </p:sp>
      <p:sp>
        <p:nvSpPr>
          <p:cNvPr id="84995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6. </a:t>
            </a:r>
            <a:r>
              <a:rPr lang="ko-KR" altLang="en-US"/>
              <a:t>균형 이진 탐색 트리</a:t>
            </a:r>
            <a:endParaRPr lang="ko-KR" altLang="en-US" dirty="0"/>
          </a:p>
        </p:txBody>
      </p:sp>
      <p:pic>
        <p:nvPicPr>
          <p:cNvPr id="307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192241" y="2060847"/>
            <a:ext cx="4672873" cy="20056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23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790708" y="4737193"/>
            <a:ext cx="1868569" cy="17876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54976322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내용 개체 틀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627062" lvl="2" indent="0">
              <a:buNone/>
              <a:defRPr/>
            </a:pPr>
            <a:r>
              <a:rPr lang="ko-KR" altLang="en-US" dirty="0">
                <a:solidFill>
                  <a:srgbClr val="FF0000"/>
                </a:solidFill>
              </a:rPr>
              <a:t>➎</a:t>
            </a:r>
            <a:r>
              <a:rPr lang="ko-KR" altLang="en-US" dirty="0"/>
              <a:t> 노드 </a:t>
            </a:r>
            <a:r>
              <a:rPr lang="en-US" altLang="ko-KR" dirty="0"/>
              <a:t>80 </a:t>
            </a:r>
            <a:r>
              <a:rPr lang="ko-KR" altLang="en-US" dirty="0"/>
              <a:t>삽입 </a:t>
            </a:r>
            <a:r>
              <a:rPr lang="en-US" altLang="ko-KR" dirty="0"/>
              <a:t>: </a:t>
            </a:r>
            <a:r>
              <a:rPr lang="ko-KR" altLang="en-US" dirty="0" err="1"/>
              <a:t>노드</a:t>
            </a:r>
            <a:r>
              <a:rPr lang="ko-KR" altLang="en-US" dirty="0"/>
              <a:t> </a:t>
            </a:r>
            <a:r>
              <a:rPr lang="en-US" altLang="ko-KR" dirty="0"/>
              <a:t>90</a:t>
            </a:r>
            <a:r>
              <a:rPr lang="ko-KR" altLang="en-US" dirty="0"/>
              <a:t>의 왼쪽 자식으로 </a:t>
            </a:r>
            <a:r>
              <a:rPr lang="ko-KR" altLang="en-US" dirty="0" err="1"/>
              <a:t>노드</a:t>
            </a:r>
            <a:r>
              <a:rPr lang="ko-KR" altLang="en-US" dirty="0"/>
              <a:t> </a:t>
            </a:r>
            <a:r>
              <a:rPr lang="en-US" altLang="ko-KR" dirty="0"/>
              <a:t>80</a:t>
            </a:r>
            <a:r>
              <a:rPr lang="ko-KR" altLang="en-US" dirty="0"/>
              <a:t>을 삽입</a:t>
            </a:r>
            <a:r>
              <a:rPr lang="en-US" altLang="ko-KR" dirty="0"/>
              <a:t>. </a:t>
            </a:r>
            <a:r>
              <a:rPr lang="ko-KR" altLang="en-US" dirty="0" err="1"/>
              <a:t>노드</a:t>
            </a:r>
            <a:r>
              <a:rPr lang="ko-KR" altLang="en-US" dirty="0"/>
              <a:t> </a:t>
            </a:r>
            <a:r>
              <a:rPr lang="en-US" altLang="ko-KR" dirty="0"/>
              <a:t>70</a:t>
            </a:r>
            <a:r>
              <a:rPr lang="ko-KR" altLang="en-US" dirty="0"/>
              <a:t>의 균형</a:t>
            </a:r>
            <a:endParaRPr lang="en-US" altLang="ko-KR" dirty="0"/>
          </a:p>
          <a:p>
            <a:pPr marL="627062" lvl="2" indent="0">
              <a:buNone/>
              <a:defRPr/>
            </a:pPr>
            <a:r>
              <a:rPr lang="en-US" altLang="ko-KR" dirty="0"/>
              <a:t>   </a:t>
            </a:r>
            <a:r>
              <a:rPr lang="ko-KR" altLang="en-US" dirty="0"/>
              <a:t> 인수가 </a:t>
            </a:r>
            <a:r>
              <a:rPr lang="en-US" altLang="ko-KR" dirty="0"/>
              <a:t>-2</a:t>
            </a:r>
            <a:r>
              <a:rPr lang="ko-KR" altLang="en-US" dirty="0"/>
              <a:t>가 되어 </a:t>
            </a:r>
            <a:r>
              <a:rPr lang="en-US" altLang="ko-KR" dirty="0"/>
              <a:t>RL</a:t>
            </a:r>
            <a:r>
              <a:rPr lang="ko-KR" altLang="en-US" dirty="0"/>
              <a:t>유형의 불균형이 발생하므로 </a:t>
            </a:r>
            <a:r>
              <a:rPr lang="en-US" altLang="ko-KR" dirty="0"/>
              <a:t>1</a:t>
            </a:r>
            <a:r>
              <a:rPr lang="ko-KR" altLang="en-US" dirty="0"/>
              <a:t>차 회전에서 </a:t>
            </a:r>
            <a:r>
              <a:rPr lang="en-US" altLang="ko-KR" dirty="0"/>
              <a:t>LL </a:t>
            </a:r>
            <a:r>
              <a:rPr lang="ko-KR" altLang="en-US" dirty="0"/>
              <a:t>회전을</a:t>
            </a:r>
            <a:endParaRPr lang="en-US" altLang="ko-KR" dirty="0"/>
          </a:p>
          <a:p>
            <a:pPr marL="627062" lvl="2" indent="0">
              <a:buNone/>
              <a:defRPr/>
            </a:pPr>
            <a:r>
              <a:rPr lang="en-US" altLang="ko-KR" dirty="0"/>
              <a:t>   </a:t>
            </a:r>
            <a:r>
              <a:rPr lang="ko-KR" altLang="en-US" dirty="0"/>
              <a:t> 하고 </a:t>
            </a:r>
            <a:r>
              <a:rPr lang="en-US" altLang="ko-KR" dirty="0"/>
              <a:t>2</a:t>
            </a:r>
            <a:r>
              <a:rPr lang="ko-KR" altLang="en-US" dirty="0"/>
              <a:t>차 회전에서 </a:t>
            </a:r>
            <a:r>
              <a:rPr lang="en-US" altLang="ko-KR" dirty="0"/>
              <a:t>RR </a:t>
            </a:r>
            <a:r>
              <a:rPr lang="ko-KR" altLang="en-US" dirty="0"/>
              <a:t>회전을 하는 </a:t>
            </a:r>
            <a:r>
              <a:rPr lang="en-US" altLang="ko-KR" dirty="0"/>
              <a:t>RL </a:t>
            </a:r>
            <a:r>
              <a:rPr lang="ko-KR" altLang="en-US" dirty="0"/>
              <a:t>회전을 수행하여 균형을 회복</a:t>
            </a:r>
          </a:p>
        </p:txBody>
      </p:sp>
      <p:sp>
        <p:nvSpPr>
          <p:cNvPr id="84995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6. </a:t>
            </a:r>
            <a:r>
              <a:rPr lang="ko-KR" altLang="en-US"/>
              <a:t>균형 이진 탐색 트리</a:t>
            </a:r>
            <a:endParaRPr lang="ko-KR" altLang="en-US" dirty="0"/>
          </a:p>
        </p:txBody>
      </p:sp>
      <p:pic>
        <p:nvPicPr>
          <p:cNvPr id="3174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755576" y="2276872"/>
            <a:ext cx="8053145" cy="26334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91727370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내용 개체 틀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627062" lvl="2" indent="0">
              <a:buNone/>
              <a:defRPr/>
            </a:pPr>
            <a:r>
              <a:rPr lang="ko-KR" altLang="en-US" dirty="0">
                <a:solidFill>
                  <a:srgbClr val="FF0000"/>
                </a:solidFill>
              </a:rPr>
              <a:t>➏</a:t>
            </a:r>
            <a:r>
              <a:rPr lang="ko-KR" altLang="en-US" dirty="0"/>
              <a:t> 노드 </a:t>
            </a:r>
            <a:r>
              <a:rPr lang="en-US" altLang="ko-KR" dirty="0"/>
              <a:t>75 </a:t>
            </a:r>
            <a:r>
              <a:rPr lang="ko-KR" altLang="en-US" dirty="0"/>
              <a:t>삽입 </a:t>
            </a:r>
            <a:r>
              <a:rPr lang="en-US" altLang="ko-KR" dirty="0"/>
              <a:t>: </a:t>
            </a:r>
            <a:r>
              <a:rPr lang="ko-KR" altLang="en-US" dirty="0" err="1"/>
              <a:t>노드</a:t>
            </a:r>
            <a:r>
              <a:rPr lang="ko-KR" altLang="en-US" dirty="0"/>
              <a:t> </a:t>
            </a:r>
            <a:r>
              <a:rPr lang="en-US" altLang="ko-KR" dirty="0"/>
              <a:t>70</a:t>
            </a:r>
            <a:r>
              <a:rPr lang="ko-KR" altLang="en-US" dirty="0"/>
              <a:t>의 오른쪽 자식으로 </a:t>
            </a:r>
            <a:r>
              <a:rPr lang="ko-KR" altLang="en-US" dirty="0" err="1"/>
              <a:t>노드</a:t>
            </a:r>
            <a:r>
              <a:rPr lang="ko-KR" altLang="en-US" dirty="0"/>
              <a:t> </a:t>
            </a:r>
            <a:r>
              <a:rPr lang="en-US" altLang="ko-KR" dirty="0"/>
              <a:t>75</a:t>
            </a:r>
            <a:r>
              <a:rPr lang="ko-KR" altLang="en-US" dirty="0"/>
              <a:t>를 삽입</a:t>
            </a:r>
            <a:r>
              <a:rPr lang="en-US" altLang="ko-KR" dirty="0"/>
              <a:t>. </a:t>
            </a:r>
            <a:r>
              <a:rPr lang="ko-KR" altLang="en-US" dirty="0" err="1"/>
              <a:t>노드</a:t>
            </a:r>
            <a:r>
              <a:rPr lang="ko-KR" altLang="en-US" dirty="0"/>
              <a:t> </a:t>
            </a:r>
            <a:r>
              <a:rPr lang="en-US" altLang="ko-KR" dirty="0"/>
              <a:t>60</a:t>
            </a:r>
            <a:r>
              <a:rPr lang="ko-KR" altLang="en-US" dirty="0"/>
              <a:t>의 </a:t>
            </a:r>
            <a:endParaRPr lang="en-US" altLang="ko-KR" dirty="0"/>
          </a:p>
          <a:p>
            <a:pPr marL="627062" lvl="2" indent="0">
              <a:buNone/>
              <a:defRPr/>
            </a:pPr>
            <a:r>
              <a:rPr lang="en-US" altLang="ko-KR" dirty="0"/>
              <a:t>    </a:t>
            </a:r>
            <a:r>
              <a:rPr lang="ko-KR" altLang="en-US" dirty="0"/>
              <a:t>균형 인수가 </a:t>
            </a:r>
            <a:r>
              <a:rPr lang="en-US" altLang="ko-KR" dirty="0"/>
              <a:t>-2</a:t>
            </a:r>
            <a:r>
              <a:rPr lang="ko-KR" altLang="en-US" dirty="0"/>
              <a:t>가 되었고</a:t>
            </a:r>
            <a:r>
              <a:rPr lang="en-US" altLang="ko-KR" dirty="0"/>
              <a:t>, RL </a:t>
            </a:r>
            <a:r>
              <a:rPr lang="ko-KR" altLang="en-US" dirty="0"/>
              <a:t>유형의 불균형이 발생하였으므로 </a:t>
            </a:r>
            <a:r>
              <a:rPr lang="en-US" altLang="ko-KR" dirty="0"/>
              <a:t>1</a:t>
            </a:r>
            <a:r>
              <a:rPr lang="ko-KR" altLang="en-US" dirty="0"/>
              <a:t>차 회전에</a:t>
            </a:r>
            <a:endParaRPr lang="en-US" altLang="ko-KR" dirty="0"/>
          </a:p>
          <a:p>
            <a:pPr marL="627062" lvl="2" indent="0">
              <a:buNone/>
              <a:defRPr/>
            </a:pPr>
            <a:r>
              <a:rPr lang="en-US" altLang="ko-KR" dirty="0"/>
              <a:t>    </a:t>
            </a:r>
            <a:r>
              <a:rPr lang="ko-KR" altLang="en-US" dirty="0"/>
              <a:t>서 </a:t>
            </a:r>
            <a:r>
              <a:rPr lang="en-US" altLang="ko-KR" dirty="0"/>
              <a:t>LL </a:t>
            </a:r>
            <a:r>
              <a:rPr lang="ko-KR" altLang="en-US" dirty="0"/>
              <a:t>회전을 하고 </a:t>
            </a:r>
            <a:r>
              <a:rPr lang="en-US" altLang="ko-KR" dirty="0"/>
              <a:t>2</a:t>
            </a:r>
            <a:r>
              <a:rPr lang="ko-KR" altLang="en-US" dirty="0"/>
              <a:t>차 회전에서 </a:t>
            </a:r>
            <a:r>
              <a:rPr lang="en-US" altLang="ko-KR" dirty="0"/>
              <a:t>RR </a:t>
            </a:r>
            <a:r>
              <a:rPr lang="ko-KR" altLang="en-US" dirty="0"/>
              <a:t>회전을 하는 </a:t>
            </a:r>
            <a:r>
              <a:rPr lang="en-US" altLang="ko-KR" dirty="0"/>
              <a:t>RL</a:t>
            </a:r>
            <a:r>
              <a:rPr lang="ko-KR" altLang="en-US" dirty="0"/>
              <a:t>회전을 수행하여 균형</a:t>
            </a:r>
            <a:endParaRPr lang="en-US" altLang="ko-KR" dirty="0"/>
          </a:p>
          <a:p>
            <a:pPr marL="627062" lvl="2" indent="0">
              <a:buNone/>
              <a:defRPr/>
            </a:pPr>
            <a:r>
              <a:rPr lang="en-US" altLang="ko-KR" dirty="0"/>
              <a:t>    </a:t>
            </a:r>
            <a:r>
              <a:rPr lang="ko-KR" altLang="en-US" dirty="0"/>
              <a:t>을 회복</a:t>
            </a:r>
          </a:p>
        </p:txBody>
      </p:sp>
      <p:sp>
        <p:nvSpPr>
          <p:cNvPr id="84995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6. </a:t>
            </a:r>
            <a:r>
              <a:rPr lang="ko-KR" altLang="en-US"/>
              <a:t>균형 이진 탐색 트리</a:t>
            </a:r>
            <a:endParaRPr lang="ko-KR" altLang="en-US" dirty="0"/>
          </a:p>
        </p:txBody>
      </p:sp>
      <p:pic>
        <p:nvPicPr>
          <p:cNvPr id="3277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423642" y="2564904"/>
            <a:ext cx="8438630" cy="26450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67180497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내용 개체 틀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627062" lvl="2" indent="0">
              <a:buNone/>
              <a:defRPr/>
            </a:pPr>
            <a:r>
              <a:rPr lang="ko-KR" altLang="en-US" dirty="0">
                <a:solidFill>
                  <a:srgbClr val="FF0000"/>
                </a:solidFill>
              </a:rPr>
              <a:t>➐</a:t>
            </a:r>
            <a:r>
              <a:rPr lang="ko-KR" altLang="en-US" dirty="0"/>
              <a:t> 노드 </a:t>
            </a:r>
            <a:r>
              <a:rPr lang="en-US" altLang="ko-KR" dirty="0"/>
              <a:t>73 </a:t>
            </a:r>
            <a:r>
              <a:rPr lang="ko-KR" altLang="en-US" dirty="0"/>
              <a:t>삽입 </a:t>
            </a:r>
            <a:r>
              <a:rPr lang="en-US" altLang="ko-KR" dirty="0"/>
              <a:t>: </a:t>
            </a:r>
            <a:r>
              <a:rPr lang="ko-KR" altLang="en-US" dirty="0" err="1"/>
              <a:t>노드</a:t>
            </a:r>
            <a:r>
              <a:rPr lang="ko-KR" altLang="en-US" dirty="0"/>
              <a:t> </a:t>
            </a:r>
            <a:r>
              <a:rPr lang="en-US" altLang="ko-KR" dirty="0"/>
              <a:t>75</a:t>
            </a:r>
            <a:r>
              <a:rPr lang="ko-KR" altLang="en-US" dirty="0"/>
              <a:t>의 왼쪽 자식으로 </a:t>
            </a:r>
            <a:r>
              <a:rPr lang="ko-KR" altLang="en-US" dirty="0" err="1"/>
              <a:t>노드</a:t>
            </a:r>
            <a:r>
              <a:rPr lang="ko-KR" altLang="en-US" dirty="0"/>
              <a:t> </a:t>
            </a:r>
            <a:r>
              <a:rPr lang="en-US" altLang="ko-KR" dirty="0"/>
              <a:t>73</a:t>
            </a:r>
            <a:r>
              <a:rPr lang="ko-KR" altLang="en-US" dirty="0"/>
              <a:t>을 삽입</a:t>
            </a:r>
            <a:endParaRPr lang="en-US" altLang="ko-KR" dirty="0"/>
          </a:p>
          <a:p>
            <a:pPr marL="627062" lvl="2" indent="0">
              <a:buNone/>
              <a:defRPr/>
            </a:pPr>
            <a:endParaRPr lang="en-US" altLang="ko-KR" dirty="0"/>
          </a:p>
          <a:p>
            <a:pPr marL="627062" lvl="2" indent="0">
              <a:buNone/>
              <a:defRPr/>
            </a:pPr>
            <a:endParaRPr lang="en-US" altLang="ko-KR" dirty="0"/>
          </a:p>
          <a:p>
            <a:pPr marL="627062" lvl="2" indent="0">
              <a:buNone/>
              <a:defRPr/>
            </a:pPr>
            <a:endParaRPr lang="en-US" altLang="ko-KR" dirty="0"/>
          </a:p>
          <a:p>
            <a:pPr marL="627062" lvl="2" indent="0">
              <a:buNone/>
              <a:defRPr/>
            </a:pPr>
            <a:endParaRPr lang="en-US" altLang="ko-KR" dirty="0"/>
          </a:p>
          <a:p>
            <a:pPr marL="627062" lvl="2" indent="0">
              <a:buNone/>
              <a:defRPr/>
            </a:pPr>
            <a:endParaRPr lang="en-US" altLang="ko-KR" dirty="0"/>
          </a:p>
          <a:p>
            <a:pPr marL="627062" lvl="2" indent="0">
              <a:buNone/>
              <a:defRPr/>
            </a:pPr>
            <a:endParaRPr lang="en-US" altLang="ko-KR" dirty="0"/>
          </a:p>
          <a:p>
            <a:pPr marL="627062" lvl="2" indent="0">
              <a:buNone/>
              <a:defRPr/>
            </a:pPr>
            <a:r>
              <a:rPr lang="en-US" altLang="ko-KR" dirty="0">
                <a:solidFill>
                  <a:srgbClr val="FF0000"/>
                </a:solidFill>
              </a:rPr>
              <a:t>➑</a:t>
            </a:r>
            <a:r>
              <a:rPr lang="en-US" altLang="ko-KR" dirty="0"/>
              <a:t> 72 </a:t>
            </a:r>
            <a:r>
              <a:rPr lang="ko-KR" altLang="en-US" dirty="0"/>
              <a:t>삽입 </a:t>
            </a:r>
            <a:r>
              <a:rPr lang="en-US" altLang="ko-KR" dirty="0"/>
              <a:t>: </a:t>
            </a:r>
            <a:r>
              <a:rPr lang="ko-KR" altLang="en-US" dirty="0" err="1"/>
              <a:t>노드</a:t>
            </a:r>
            <a:r>
              <a:rPr lang="ko-KR" altLang="en-US" dirty="0"/>
              <a:t> </a:t>
            </a:r>
            <a:r>
              <a:rPr lang="en-US" altLang="ko-KR" dirty="0"/>
              <a:t>75</a:t>
            </a:r>
            <a:r>
              <a:rPr lang="ko-KR" altLang="en-US" dirty="0"/>
              <a:t>의 균형 인수가 </a:t>
            </a:r>
            <a:r>
              <a:rPr lang="en-US" altLang="ko-KR" dirty="0"/>
              <a:t>+2</a:t>
            </a:r>
            <a:r>
              <a:rPr lang="ko-KR" altLang="en-US" dirty="0"/>
              <a:t>가 되면서 </a:t>
            </a:r>
            <a:r>
              <a:rPr lang="en-US" altLang="ko-KR" dirty="0"/>
              <a:t>LL </a:t>
            </a:r>
            <a:r>
              <a:rPr lang="ko-KR" altLang="en-US" dirty="0"/>
              <a:t>유형의 불균형이 발생</a:t>
            </a:r>
            <a:r>
              <a:rPr lang="en-US" altLang="ko-KR" dirty="0"/>
              <a:t>.</a:t>
            </a:r>
          </a:p>
          <a:p>
            <a:pPr marL="627062" lvl="2" indent="0">
              <a:buNone/>
              <a:defRPr/>
            </a:pPr>
            <a:r>
              <a:rPr lang="en-US" altLang="ko-KR" dirty="0"/>
              <a:t>    LL </a:t>
            </a:r>
            <a:r>
              <a:rPr lang="ko-KR" altLang="en-US" dirty="0"/>
              <a:t>회전 연산을 수행하여 균형을 회복</a:t>
            </a:r>
          </a:p>
        </p:txBody>
      </p:sp>
      <p:sp>
        <p:nvSpPr>
          <p:cNvPr id="84995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6. </a:t>
            </a:r>
            <a:r>
              <a:rPr lang="ko-KR" altLang="en-US"/>
              <a:t>균형 이진 탐색 트리</a:t>
            </a:r>
            <a:endParaRPr lang="ko-KR" altLang="en-US" dirty="0"/>
          </a:p>
        </p:txBody>
      </p:sp>
      <p:pic>
        <p:nvPicPr>
          <p:cNvPr id="3379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122170" y="1390588"/>
            <a:ext cx="2332576" cy="20234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3795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475656" y="4209448"/>
            <a:ext cx="6388973" cy="25660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7916971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내용 개체 틀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627062" lvl="2" indent="0">
              <a:buNone/>
              <a:defRPr/>
            </a:pPr>
            <a:r>
              <a:rPr lang="en-US" altLang="ko-KR" dirty="0">
                <a:solidFill>
                  <a:srgbClr val="FF0000"/>
                </a:solidFill>
              </a:rPr>
              <a:t>➒</a:t>
            </a:r>
            <a:r>
              <a:rPr lang="ko-KR" altLang="en-US" dirty="0"/>
              <a:t> 노드 </a:t>
            </a:r>
            <a:r>
              <a:rPr lang="en-US" altLang="ko-KR" dirty="0"/>
              <a:t>78 </a:t>
            </a:r>
            <a:r>
              <a:rPr lang="ko-KR" altLang="en-US" dirty="0"/>
              <a:t>삽입 </a:t>
            </a:r>
            <a:r>
              <a:rPr lang="en-US" altLang="ko-KR" dirty="0"/>
              <a:t>: </a:t>
            </a:r>
            <a:r>
              <a:rPr lang="ko-KR" altLang="en-US" dirty="0" err="1"/>
              <a:t>노드</a:t>
            </a:r>
            <a:r>
              <a:rPr lang="ko-KR" altLang="en-US" dirty="0"/>
              <a:t> </a:t>
            </a:r>
            <a:r>
              <a:rPr lang="en-US" altLang="ko-KR" dirty="0"/>
              <a:t>75</a:t>
            </a:r>
            <a:r>
              <a:rPr lang="ko-KR" altLang="en-US" dirty="0"/>
              <a:t>의 오른쪽 자식 </a:t>
            </a:r>
            <a:r>
              <a:rPr lang="ko-KR" altLang="en-US" dirty="0" err="1"/>
              <a:t>노드로</a:t>
            </a:r>
            <a:r>
              <a:rPr lang="ko-KR" altLang="en-US" dirty="0"/>
              <a:t> </a:t>
            </a:r>
            <a:r>
              <a:rPr lang="ko-KR" altLang="en-US" dirty="0" err="1"/>
              <a:t>노드</a:t>
            </a:r>
            <a:r>
              <a:rPr lang="ko-KR" altLang="en-US" dirty="0"/>
              <a:t> </a:t>
            </a:r>
            <a:r>
              <a:rPr lang="en-US" altLang="ko-KR" dirty="0"/>
              <a:t>78</a:t>
            </a:r>
            <a:r>
              <a:rPr lang="ko-KR" altLang="en-US" dirty="0"/>
              <a:t>을 삽입</a:t>
            </a:r>
            <a:r>
              <a:rPr lang="en-US" altLang="ko-KR" dirty="0"/>
              <a:t>. </a:t>
            </a:r>
            <a:r>
              <a:rPr lang="ko-KR" altLang="en-US" dirty="0" err="1"/>
              <a:t>노드</a:t>
            </a:r>
            <a:r>
              <a:rPr lang="ko-KR" altLang="en-US" dirty="0"/>
              <a:t> </a:t>
            </a:r>
            <a:r>
              <a:rPr lang="en-US" altLang="ko-KR" dirty="0"/>
              <a:t>80</a:t>
            </a:r>
            <a:r>
              <a:rPr lang="ko-KR" altLang="en-US" dirty="0"/>
              <a:t>의 </a:t>
            </a:r>
            <a:endParaRPr lang="en-US" altLang="ko-KR" dirty="0"/>
          </a:p>
          <a:p>
            <a:pPr marL="627062" lvl="2" indent="0">
              <a:buNone/>
              <a:defRPr/>
            </a:pPr>
            <a:r>
              <a:rPr lang="en-US" altLang="ko-KR" dirty="0"/>
              <a:t>    </a:t>
            </a:r>
            <a:r>
              <a:rPr lang="ko-KR" altLang="en-US" dirty="0"/>
              <a:t>균형 인수가 </a:t>
            </a:r>
            <a:r>
              <a:rPr lang="en-US" altLang="ko-KR" dirty="0"/>
              <a:t>+2</a:t>
            </a:r>
            <a:r>
              <a:rPr lang="ko-KR" altLang="en-US" dirty="0"/>
              <a:t>가 되면서 </a:t>
            </a:r>
            <a:r>
              <a:rPr lang="en-US" altLang="ko-KR" dirty="0"/>
              <a:t>LR </a:t>
            </a:r>
            <a:r>
              <a:rPr lang="ko-KR" altLang="en-US" dirty="0"/>
              <a:t>유형의 불균형이 발생</a:t>
            </a:r>
            <a:r>
              <a:rPr lang="en-US" altLang="ko-KR" dirty="0"/>
              <a:t>. 1</a:t>
            </a:r>
            <a:r>
              <a:rPr lang="ko-KR" altLang="en-US" dirty="0"/>
              <a:t>차 회전에서 </a:t>
            </a:r>
            <a:r>
              <a:rPr lang="en-US" altLang="ko-KR" dirty="0"/>
              <a:t>RR </a:t>
            </a:r>
            <a:r>
              <a:rPr lang="ko-KR" altLang="en-US" dirty="0"/>
              <a:t>회</a:t>
            </a:r>
            <a:endParaRPr lang="en-US" altLang="ko-KR" dirty="0"/>
          </a:p>
          <a:p>
            <a:pPr marL="627062" lvl="2" indent="0">
              <a:buNone/>
              <a:defRPr/>
            </a:pPr>
            <a:r>
              <a:rPr lang="en-US" altLang="ko-KR" dirty="0"/>
              <a:t>    </a:t>
            </a:r>
            <a:r>
              <a:rPr lang="ko-KR" altLang="en-US" dirty="0"/>
              <a:t>전을 하고 </a:t>
            </a:r>
            <a:r>
              <a:rPr lang="en-US" altLang="ko-KR" dirty="0"/>
              <a:t>2</a:t>
            </a:r>
            <a:r>
              <a:rPr lang="ko-KR" altLang="en-US" dirty="0"/>
              <a:t>차 회전에서 </a:t>
            </a:r>
            <a:r>
              <a:rPr lang="en-US" altLang="ko-KR" dirty="0"/>
              <a:t>LL </a:t>
            </a:r>
            <a:r>
              <a:rPr lang="ko-KR" altLang="en-US" dirty="0"/>
              <a:t>회전을 하는 </a:t>
            </a:r>
            <a:r>
              <a:rPr lang="en-US" altLang="ko-KR" dirty="0"/>
              <a:t>LR </a:t>
            </a:r>
            <a:r>
              <a:rPr lang="ko-KR" altLang="en-US" dirty="0"/>
              <a:t>회전을 수행하여 균형을 회복</a:t>
            </a:r>
          </a:p>
        </p:txBody>
      </p:sp>
      <p:sp>
        <p:nvSpPr>
          <p:cNvPr id="84995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6. </a:t>
            </a:r>
            <a:r>
              <a:rPr lang="ko-KR" altLang="en-US"/>
              <a:t>균형 이진 탐색 트리</a:t>
            </a:r>
            <a:endParaRPr lang="ko-KR" altLang="en-US" dirty="0"/>
          </a:p>
        </p:txBody>
      </p:sp>
      <p:pic>
        <p:nvPicPr>
          <p:cNvPr id="3481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339752" y="2094930"/>
            <a:ext cx="5909351" cy="46805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22062530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내용 개체 틀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lvl="2">
              <a:defRPr/>
            </a:pPr>
            <a:r>
              <a:rPr lang="ko-KR" altLang="en-US" dirty="0"/>
              <a:t>같은 원소를 같은 순서로 삽입한 경우의 </a:t>
            </a:r>
            <a:r>
              <a:rPr lang="en-US" altLang="ko-KR" dirty="0"/>
              <a:t>AVL </a:t>
            </a:r>
            <a:r>
              <a:rPr lang="ko-KR" altLang="en-US" dirty="0" err="1"/>
              <a:t>트리와</a:t>
            </a:r>
            <a:r>
              <a:rPr lang="ko-KR" altLang="en-US" dirty="0"/>
              <a:t> 이진 탐색 트리 비교</a:t>
            </a:r>
          </a:p>
        </p:txBody>
      </p:sp>
      <p:sp>
        <p:nvSpPr>
          <p:cNvPr id="84995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6. </a:t>
            </a:r>
            <a:r>
              <a:rPr lang="ko-KR" altLang="en-US"/>
              <a:t>균형 이진 탐색 트리</a:t>
            </a:r>
            <a:endParaRPr lang="ko-KR" altLang="en-US" dirty="0"/>
          </a:p>
        </p:txBody>
      </p:sp>
      <p:pic>
        <p:nvPicPr>
          <p:cNvPr id="358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755576" y="1412776"/>
            <a:ext cx="7848872" cy="42681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04399360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내용 개체 틀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lvl="1" eaLnBrk="1" hangingPunct="1"/>
            <a:r>
              <a:rPr lang="en-US" altLang="ko-KR" dirty="0"/>
              <a:t>[</a:t>
            </a:r>
            <a:r>
              <a:rPr lang="ko-KR" altLang="en-US" dirty="0"/>
              <a:t>예제 </a:t>
            </a:r>
            <a:r>
              <a:rPr lang="en-US" altLang="ko-KR" dirty="0"/>
              <a:t>7-5] AVL </a:t>
            </a:r>
            <a:r>
              <a:rPr lang="ko-KR" altLang="en-US" dirty="0"/>
              <a:t>트리 구현하기 </a:t>
            </a:r>
            <a:r>
              <a:rPr lang="en-US" altLang="ko-KR" dirty="0"/>
              <a:t>: </a:t>
            </a:r>
            <a:r>
              <a:rPr lang="ko-KR" altLang="en-US" dirty="0">
                <a:solidFill>
                  <a:srgbClr val="0070C0"/>
                </a:solidFill>
              </a:rPr>
              <a:t>교재 </a:t>
            </a:r>
            <a:r>
              <a:rPr lang="en-US" altLang="ko-KR" dirty="0">
                <a:solidFill>
                  <a:srgbClr val="0070C0"/>
                </a:solidFill>
              </a:rPr>
              <a:t>391p</a:t>
            </a:r>
            <a:endParaRPr lang="ko-KR" altLang="en-US" dirty="0">
              <a:solidFill>
                <a:srgbClr val="0070C0"/>
              </a:solidFill>
            </a:endParaRPr>
          </a:p>
          <a:p>
            <a:pPr lvl="1" eaLnBrk="1" hangingPunct="1"/>
            <a:r>
              <a:rPr lang="ko-KR" altLang="en-US" dirty="0"/>
              <a:t>실행 결과</a:t>
            </a:r>
            <a:endParaRPr lang="en-US" altLang="ko-KR" dirty="0"/>
          </a:p>
        </p:txBody>
      </p:sp>
      <p:sp>
        <p:nvSpPr>
          <p:cNvPr id="27651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6. </a:t>
            </a:r>
            <a:r>
              <a:rPr lang="ko-KR" altLang="en-US"/>
              <a:t>균형 이진 탐색 트리</a:t>
            </a:r>
            <a:endParaRPr lang="ko-KR" altLang="en-US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27584" y="1721907"/>
            <a:ext cx="4392488" cy="4924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5545781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내용 개체 틀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eaLnBrk="1" hangingPunct="1">
              <a:lnSpc>
                <a:spcPct val="110000"/>
              </a:lnSpc>
              <a:defRPr/>
            </a:pPr>
            <a:r>
              <a:rPr lang="ko-KR" altLang="en-US" dirty="0" err="1"/>
              <a:t>히프</a:t>
            </a:r>
            <a:r>
              <a:rPr lang="en-US" altLang="ko-KR" baseline="30000" dirty="0"/>
              <a:t>heap</a:t>
            </a:r>
            <a:r>
              <a:rPr lang="ko-KR" altLang="en-US" dirty="0"/>
              <a:t>의 개념</a:t>
            </a:r>
            <a:endParaRPr lang="en-US" altLang="ko-KR" dirty="0"/>
          </a:p>
          <a:p>
            <a:pPr lvl="1" eaLnBrk="1" hangingPunct="1">
              <a:defRPr/>
            </a:pPr>
            <a:r>
              <a:rPr lang="ko-KR" altLang="en-US" dirty="0"/>
              <a:t>완전 이진 </a:t>
            </a:r>
            <a:r>
              <a:rPr lang="ko-KR" altLang="en-US" dirty="0" err="1"/>
              <a:t>트리에</a:t>
            </a:r>
            <a:r>
              <a:rPr lang="ko-KR" altLang="en-US" dirty="0"/>
              <a:t> 있는 </a:t>
            </a:r>
            <a:r>
              <a:rPr lang="ko-KR" altLang="en-US" dirty="0" err="1"/>
              <a:t>노드</a:t>
            </a:r>
            <a:r>
              <a:rPr lang="ko-KR" altLang="en-US" dirty="0"/>
              <a:t> 중에서 </a:t>
            </a:r>
            <a:r>
              <a:rPr lang="ko-KR" altLang="en-US" dirty="0" err="1"/>
              <a:t>키값이</a:t>
            </a:r>
            <a:r>
              <a:rPr lang="ko-KR" altLang="en-US" dirty="0"/>
              <a:t> 가장 큰 </a:t>
            </a:r>
            <a:r>
              <a:rPr lang="ko-KR" altLang="en-US" dirty="0" err="1"/>
              <a:t>노드나</a:t>
            </a:r>
            <a:r>
              <a:rPr lang="ko-KR" altLang="en-US" dirty="0"/>
              <a:t> </a:t>
            </a:r>
            <a:r>
              <a:rPr lang="ko-KR" altLang="en-US" dirty="0" err="1"/>
              <a:t>키값이</a:t>
            </a:r>
            <a:r>
              <a:rPr lang="ko-KR" altLang="en-US" dirty="0"/>
              <a:t> </a:t>
            </a:r>
            <a:br>
              <a:rPr lang="en-US" altLang="ko-KR" dirty="0"/>
            </a:br>
            <a:r>
              <a:rPr lang="ko-KR" altLang="en-US" dirty="0"/>
              <a:t>가장 작은 </a:t>
            </a:r>
            <a:r>
              <a:rPr lang="ko-KR" altLang="en-US" dirty="0" err="1"/>
              <a:t>노드를</a:t>
            </a:r>
            <a:r>
              <a:rPr lang="ko-KR" altLang="en-US" dirty="0"/>
              <a:t> 찾기 위해서 만든 자료구조</a:t>
            </a:r>
          </a:p>
          <a:p>
            <a:pPr lvl="1" eaLnBrk="1" hangingPunct="1">
              <a:defRPr/>
            </a:pPr>
            <a:r>
              <a:rPr lang="ko-KR" altLang="en-US" dirty="0"/>
              <a:t>최대 </a:t>
            </a:r>
            <a:r>
              <a:rPr lang="ko-KR" altLang="en-US" dirty="0" err="1"/>
              <a:t>히프</a:t>
            </a:r>
            <a:r>
              <a:rPr lang="en-US" altLang="ko-KR" baseline="30000" dirty="0"/>
              <a:t>max heap</a:t>
            </a:r>
            <a:endParaRPr lang="en-US" altLang="ko-KR" dirty="0"/>
          </a:p>
          <a:p>
            <a:pPr lvl="2" eaLnBrk="1" hangingPunct="1">
              <a:defRPr/>
            </a:pPr>
            <a:r>
              <a:rPr lang="ko-KR" altLang="en-US" dirty="0" err="1"/>
              <a:t>키값이</a:t>
            </a:r>
            <a:r>
              <a:rPr lang="ko-KR" altLang="en-US" dirty="0"/>
              <a:t> 가장 큰 </a:t>
            </a:r>
            <a:r>
              <a:rPr lang="ko-KR" altLang="en-US" dirty="0" err="1"/>
              <a:t>노드를</a:t>
            </a:r>
            <a:r>
              <a:rPr lang="ko-KR" altLang="en-US" dirty="0"/>
              <a:t> 찾기 위한 완전 이진 트리</a:t>
            </a:r>
          </a:p>
          <a:p>
            <a:pPr lvl="2" eaLnBrk="1" hangingPunct="1">
              <a:lnSpc>
                <a:spcPct val="90000"/>
              </a:lnSpc>
              <a:defRPr/>
            </a:pPr>
            <a:r>
              <a:rPr lang="en-US" altLang="ko-KR" dirty="0"/>
              <a:t>{</a:t>
            </a:r>
            <a:r>
              <a:rPr lang="ko-KR" altLang="en-US" dirty="0"/>
              <a:t>부모 노드의 </a:t>
            </a:r>
            <a:r>
              <a:rPr lang="ko-KR" altLang="en-US" dirty="0" err="1"/>
              <a:t>키값</a:t>
            </a:r>
            <a:r>
              <a:rPr lang="ko-KR" altLang="en-US" dirty="0"/>
              <a:t> </a:t>
            </a:r>
            <a:r>
              <a:rPr lang="ko-KR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≥</a:t>
            </a:r>
            <a:r>
              <a:rPr lang="ko-KR" altLang="en-US" dirty="0"/>
              <a:t> 자식 노드의 </a:t>
            </a:r>
            <a:r>
              <a:rPr lang="ko-KR" altLang="en-US" dirty="0" err="1"/>
              <a:t>키값</a:t>
            </a:r>
            <a:r>
              <a:rPr lang="en-US" altLang="ko-KR" dirty="0"/>
              <a:t>} </a:t>
            </a:r>
          </a:p>
          <a:p>
            <a:pPr lvl="2" eaLnBrk="1" hangingPunct="1">
              <a:lnSpc>
                <a:spcPct val="90000"/>
              </a:lnSpc>
              <a:defRPr/>
            </a:pPr>
            <a:r>
              <a:rPr lang="ko-KR" altLang="en-US" dirty="0"/>
              <a:t>루트 </a:t>
            </a:r>
            <a:r>
              <a:rPr lang="ko-KR" altLang="en-US" dirty="0" err="1"/>
              <a:t>노드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 err="1"/>
              <a:t>키값이</a:t>
            </a:r>
            <a:r>
              <a:rPr lang="ko-KR" altLang="en-US" dirty="0"/>
              <a:t> 가장 큰 </a:t>
            </a:r>
            <a:r>
              <a:rPr lang="ko-KR" altLang="en-US" dirty="0" err="1"/>
              <a:t>노드</a:t>
            </a:r>
            <a:endParaRPr lang="ko-KR" altLang="en-US" dirty="0"/>
          </a:p>
          <a:p>
            <a:pPr lvl="1" eaLnBrk="1" hangingPunct="1">
              <a:defRPr/>
            </a:pPr>
            <a:r>
              <a:rPr lang="ko-KR" altLang="en-US" dirty="0"/>
              <a:t>최소 </a:t>
            </a:r>
            <a:r>
              <a:rPr lang="ko-KR" altLang="en-US" dirty="0" err="1"/>
              <a:t>히프</a:t>
            </a:r>
            <a:r>
              <a:rPr lang="en-US" altLang="ko-KR" baseline="30000" dirty="0"/>
              <a:t>min heap</a:t>
            </a:r>
            <a:endParaRPr lang="en-US" altLang="ko-KR" dirty="0"/>
          </a:p>
          <a:p>
            <a:pPr lvl="2" eaLnBrk="1" hangingPunct="1">
              <a:defRPr/>
            </a:pPr>
            <a:r>
              <a:rPr lang="ko-KR" altLang="en-US" dirty="0" err="1"/>
              <a:t>키값이</a:t>
            </a:r>
            <a:r>
              <a:rPr lang="ko-KR" altLang="en-US" dirty="0"/>
              <a:t> 가장 작은 </a:t>
            </a:r>
            <a:r>
              <a:rPr lang="ko-KR" altLang="en-US" dirty="0" err="1"/>
              <a:t>노드를</a:t>
            </a:r>
            <a:r>
              <a:rPr lang="ko-KR" altLang="en-US" dirty="0"/>
              <a:t> 찾기 위한 완전 이진 트리</a:t>
            </a:r>
          </a:p>
          <a:p>
            <a:pPr lvl="2" eaLnBrk="1" hangingPunct="1">
              <a:lnSpc>
                <a:spcPct val="90000"/>
              </a:lnSpc>
              <a:defRPr/>
            </a:pPr>
            <a:r>
              <a:rPr lang="en-US" altLang="ko-KR" dirty="0"/>
              <a:t>{</a:t>
            </a:r>
            <a:r>
              <a:rPr lang="ko-KR" altLang="en-US" dirty="0"/>
              <a:t>부모 노드의 </a:t>
            </a:r>
            <a:r>
              <a:rPr lang="ko-KR" altLang="en-US" dirty="0" err="1"/>
              <a:t>키값</a:t>
            </a:r>
            <a:r>
              <a:rPr lang="ko-KR" altLang="en-US" dirty="0"/>
              <a:t> </a:t>
            </a:r>
            <a:r>
              <a:rPr lang="ko-KR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≤</a:t>
            </a:r>
            <a:r>
              <a:rPr lang="ko-KR" altLang="en-US" dirty="0"/>
              <a:t> 자식 노드의 </a:t>
            </a:r>
            <a:r>
              <a:rPr lang="ko-KR" altLang="en-US" dirty="0" err="1"/>
              <a:t>키값</a:t>
            </a:r>
            <a:r>
              <a:rPr lang="en-US" altLang="ko-KR" dirty="0"/>
              <a:t>} </a:t>
            </a:r>
          </a:p>
          <a:p>
            <a:pPr lvl="2" eaLnBrk="1" hangingPunct="1">
              <a:lnSpc>
                <a:spcPct val="90000"/>
              </a:lnSpc>
              <a:defRPr/>
            </a:pPr>
            <a:r>
              <a:rPr lang="ko-KR" altLang="en-US" dirty="0"/>
              <a:t>루트 </a:t>
            </a:r>
            <a:r>
              <a:rPr lang="ko-KR" altLang="en-US" dirty="0" err="1"/>
              <a:t>노드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 err="1"/>
              <a:t>키값이</a:t>
            </a:r>
            <a:r>
              <a:rPr lang="ko-KR" altLang="en-US" dirty="0"/>
              <a:t> 가장 작은 </a:t>
            </a:r>
            <a:r>
              <a:rPr lang="ko-KR" altLang="en-US" dirty="0" err="1"/>
              <a:t>노드</a:t>
            </a:r>
            <a:endParaRPr lang="ko-KR" altLang="en-US" dirty="0"/>
          </a:p>
          <a:p>
            <a:pPr>
              <a:defRPr/>
            </a:pPr>
            <a:endParaRPr lang="ko-KR" altLang="en-US" dirty="0"/>
          </a:p>
        </p:txBody>
      </p:sp>
      <p:sp>
        <p:nvSpPr>
          <p:cNvPr id="84995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7. </a:t>
            </a:r>
            <a:r>
              <a:rPr lang="ko-KR" altLang="en-US"/>
              <a:t>히프의 개념과 연산 및 구현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21789142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내용 개체 틀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ko-KR" altLang="en-US" dirty="0" err="1"/>
              <a:t>히프의</a:t>
            </a:r>
            <a:r>
              <a:rPr lang="ko-KR" altLang="en-US" dirty="0"/>
              <a:t> 예</a:t>
            </a:r>
          </a:p>
          <a:p>
            <a:pPr lvl="1"/>
            <a:endParaRPr lang="ko-KR" altLang="en-US" dirty="0"/>
          </a:p>
        </p:txBody>
      </p:sp>
      <p:sp>
        <p:nvSpPr>
          <p:cNvPr id="86019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7. </a:t>
            </a:r>
            <a:r>
              <a:rPr lang="ko-KR" altLang="en-US"/>
              <a:t>히프의 개념과 연산 및 구현</a:t>
            </a:r>
            <a:endParaRPr lang="ko-KR" altLang="en-US" dirty="0"/>
          </a:p>
        </p:txBody>
      </p:sp>
      <p:pic>
        <p:nvPicPr>
          <p:cNvPr id="4813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195736" y="1196752"/>
            <a:ext cx="3273178" cy="23466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8131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406659" y="3901467"/>
            <a:ext cx="6668660" cy="275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내용 개체 틀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lvl="1"/>
            <a:r>
              <a:rPr lang="ko-KR" altLang="en-US"/>
              <a:t>히프가 아닌 이진 트리의 예</a:t>
            </a:r>
          </a:p>
          <a:p>
            <a:pPr lvl="1"/>
            <a:endParaRPr lang="ko-KR" altLang="en-US"/>
          </a:p>
        </p:txBody>
      </p:sp>
      <p:sp>
        <p:nvSpPr>
          <p:cNvPr id="8704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7. </a:t>
            </a:r>
            <a:r>
              <a:rPr lang="ko-KR" altLang="en-US"/>
              <a:t>히프의 개념과 연산 및 구현</a:t>
            </a:r>
            <a:endParaRPr lang="ko-KR" altLang="en-US" dirty="0"/>
          </a:p>
        </p:txBody>
      </p:sp>
      <p:pic>
        <p:nvPicPr>
          <p:cNvPr id="4915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95536" y="1628800"/>
            <a:ext cx="8634058" cy="26396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내용 개체 틀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ko-KR" altLang="en-US" dirty="0" err="1"/>
              <a:t>히프의</a:t>
            </a:r>
            <a:r>
              <a:rPr lang="ko-KR" altLang="en-US" dirty="0"/>
              <a:t> 추상 </a:t>
            </a:r>
            <a:r>
              <a:rPr lang="ko-KR" altLang="en-US" dirty="0" err="1"/>
              <a:t>자료형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88067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 </a:t>
            </a:r>
            <a:r>
              <a:rPr lang="ko-KR" altLang="en-US" dirty="0" err="1"/>
              <a:t>히프의</a:t>
            </a:r>
            <a:r>
              <a:rPr lang="ko-KR" altLang="en-US" dirty="0"/>
              <a:t> 개념과 연산 및 구현 </a:t>
            </a:r>
            <a:r>
              <a:rPr lang="en-US" altLang="ko-KR" dirty="0"/>
              <a:t>: </a:t>
            </a:r>
            <a:r>
              <a:rPr lang="ko-KR" altLang="en-US" dirty="0"/>
              <a:t>추상 </a:t>
            </a:r>
            <a:r>
              <a:rPr lang="ko-KR" altLang="en-US" dirty="0" err="1"/>
              <a:t>자료형</a:t>
            </a:r>
            <a:endParaRPr lang="ko-KR" altLang="en-US" dirty="0"/>
          </a:p>
        </p:txBody>
      </p:sp>
      <p:pic>
        <p:nvPicPr>
          <p:cNvPr id="5017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475656" y="1374880"/>
            <a:ext cx="6431575" cy="54831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내용 개체 틀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eaLnBrk="1" hangingPunct="1">
              <a:lnSpc>
                <a:spcPct val="110000"/>
              </a:lnSpc>
              <a:defRPr/>
            </a:pPr>
            <a:r>
              <a:rPr lang="ko-KR" altLang="en-US" dirty="0" err="1"/>
              <a:t>히프의</a:t>
            </a:r>
            <a:r>
              <a:rPr lang="ko-KR" altLang="en-US" dirty="0"/>
              <a:t> 삽입 연산</a:t>
            </a:r>
          </a:p>
          <a:p>
            <a:pPr lvl="1" eaLnBrk="1" hangingPunct="1">
              <a:buNone/>
              <a:defRPr/>
            </a:pPr>
            <a:r>
              <a:rPr lang="en-US" altLang="ko-KR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1</a:t>
            </a:r>
            <a:r>
              <a:rPr lang="ko-KR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단계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완전 이진 </a:t>
            </a:r>
            <a:r>
              <a:rPr lang="ko-KR" altLang="en-US" dirty="0" err="1"/>
              <a:t>트리의</a:t>
            </a:r>
            <a:r>
              <a:rPr lang="ko-KR" altLang="en-US" dirty="0"/>
              <a:t> 조건이 만족하도록 다음 자리를 확장</a:t>
            </a:r>
            <a:endParaRPr lang="en-US" altLang="ko-KR" dirty="0"/>
          </a:p>
          <a:p>
            <a:pPr lvl="2" eaLnBrk="1" hangingPunct="1">
              <a:lnSpc>
                <a:spcPct val="110000"/>
              </a:lnSpc>
              <a:defRPr/>
            </a:pPr>
            <a:r>
              <a:rPr lang="ko-KR" altLang="en-US" dirty="0" err="1"/>
              <a:t>노드가</a:t>
            </a:r>
            <a:r>
              <a:rPr lang="ko-KR" altLang="en-US" dirty="0"/>
              <a:t> </a:t>
            </a:r>
            <a:r>
              <a:rPr lang="en-US" altLang="ko-KR" dirty="0"/>
              <a:t>n</a:t>
            </a:r>
            <a:r>
              <a:rPr lang="ko-KR" altLang="en-US" dirty="0"/>
              <a:t>개인 완전 이진 </a:t>
            </a:r>
            <a:r>
              <a:rPr lang="ko-KR" altLang="en-US" dirty="0" err="1"/>
              <a:t>트리에서</a:t>
            </a:r>
            <a:r>
              <a:rPr lang="ko-KR" altLang="en-US" dirty="0"/>
              <a:t> 다음 </a:t>
            </a:r>
            <a:r>
              <a:rPr lang="ko-KR" altLang="en-US" dirty="0" err="1"/>
              <a:t>노드의</a:t>
            </a:r>
            <a:r>
              <a:rPr lang="ko-KR" altLang="en-US" dirty="0"/>
              <a:t> 확장 자리는 </a:t>
            </a:r>
            <a:r>
              <a:rPr lang="en-US" altLang="ko-KR" dirty="0"/>
              <a:t>n+1</a:t>
            </a:r>
            <a:r>
              <a:rPr lang="ko-KR" altLang="en-US" dirty="0"/>
              <a:t>번의 </a:t>
            </a:r>
            <a:r>
              <a:rPr lang="ko-KR" altLang="en-US" dirty="0" err="1"/>
              <a:t>노드</a:t>
            </a:r>
            <a:endParaRPr lang="en-US" altLang="ko-KR" dirty="0"/>
          </a:p>
          <a:p>
            <a:pPr lvl="2" eaLnBrk="1" hangingPunct="1">
              <a:lnSpc>
                <a:spcPct val="80000"/>
              </a:lnSpc>
              <a:defRPr/>
            </a:pPr>
            <a:r>
              <a:rPr lang="en-US" altLang="ko-KR" dirty="0"/>
              <a:t>n+1</a:t>
            </a:r>
            <a:r>
              <a:rPr lang="ko-KR" altLang="en-US" dirty="0"/>
              <a:t>번 자리에 </a:t>
            </a:r>
            <a:r>
              <a:rPr lang="ko-KR" altLang="en-US" dirty="0" err="1"/>
              <a:t>노드를</a:t>
            </a:r>
            <a:r>
              <a:rPr lang="ko-KR" altLang="en-US" dirty="0"/>
              <a:t> 확장하고</a:t>
            </a:r>
            <a:r>
              <a:rPr lang="en-US" altLang="ko-KR" dirty="0"/>
              <a:t>, </a:t>
            </a:r>
            <a:r>
              <a:rPr lang="ko-KR" altLang="en-US" dirty="0"/>
              <a:t>그 자리에 삽입할 원소를 임시 저장</a:t>
            </a:r>
            <a:endParaRPr lang="en-US" altLang="ko-KR" dirty="0"/>
          </a:p>
          <a:p>
            <a:pPr lvl="1" eaLnBrk="1" hangingPunct="1">
              <a:lnSpc>
                <a:spcPct val="230000"/>
              </a:lnSpc>
              <a:buNone/>
              <a:defRPr/>
            </a:pPr>
            <a:r>
              <a:rPr lang="en-US" altLang="ko-KR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2</a:t>
            </a:r>
            <a:r>
              <a:rPr lang="ko-KR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단계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부모 </a:t>
            </a:r>
            <a:r>
              <a:rPr lang="ko-KR" altLang="en-US" dirty="0" err="1"/>
              <a:t>노드와</a:t>
            </a:r>
            <a:r>
              <a:rPr lang="ko-KR" altLang="en-US" dirty="0"/>
              <a:t> 크기 조건이 만족하도록 삽입 원소의 위치를 찾음</a:t>
            </a:r>
            <a:endParaRPr lang="en-US" altLang="ko-KR" dirty="0"/>
          </a:p>
          <a:p>
            <a:pPr lvl="2" eaLnBrk="1" hangingPunct="1">
              <a:lnSpc>
                <a:spcPct val="110000"/>
              </a:lnSpc>
              <a:defRPr/>
            </a:pPr>
            <a:r>
              <a:rPr lang="ko-KR" altLang="en-US" dirty="0"/>
              <a:t>현재 위치에서 부모 노드와 비교하여 크기 관계를 확인</a:t>
            </a:r>
            <a:endParaRPr lang="en-US" altLang="ko-KR" dirty="0"/>
          </a:p>
          <a:p>
            <a:pPr lvl="2" eaLnBrk="1" hangingPunct="1">
              <a:defRPr/>
            </a:pPr>
            <a:r>
              <a:rPr lang="en-US" altLang="ko-KR" dirty="0"/>
              <a:t>{</a:t>
            </a:r>
            <a:r>
              <a:rPr lang="ko-KR" altLang="en-US" dirty="0"/>
              <a:t>현재 부모 노드의 </a:t>
            </a:r>
            <a:r>
              <a:rPr lang="ko-KR" altLang="en-US" dirty="0" err="1"/>
              <a:t>키값</a:t>
            </a:r>
            <a:r>
              <a:rPr lang="ko-KR" altLang="en-US" dirty="0"/>
              <a:t> </a:t>
            </a:r>
            <a:r>
              <a:rPr lang="ko-KR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≥</a:t>
            </a:r>
            <a:r>
              <a:rPr lang="ko-KR" altLang="en-US" dirty="0"/>
              <a:t> 삽입 원소의 </a:t>
            </a:r>
            <a:r>
              <a:rPr lang="ko-KR" altLang="en-US" dirty="0" err="1"/>
              <a:t>키값</a:t>
            </a:r>
            <a:r>
              <a:rPr lang="en-US" altLang="ko-KR" dirty="0"/>
              <a:t>}</a:t>
            </a:r>
            <a:r>
              <a:rPr lang="ko-KR" altLang="en-US" dirty="0"/>
              <a:t>의 관계가 성립하지 않으면</a:t>
            </a:r>
            <a:r>
              <a:rPr lang="en-US" altLang="ko-KR" dirty="0"/>
              <a:t>, </a:t>
            </a:r>
          </a:p>
          <a:p>
            <a:pPr lvl="2" eaLnBrk="1" hangingPunct="1">
              <a:buFontTx/>
              <a:buNone/>
              <a:defRPr/>
            </a:pPr>
            <a:r>
              <a:rPr lang="en-US" altLang="ko-KR" dirty="0"/>
              <a:t>    </a:t>
            </a:r>
            <a:r>
              <a:rPr lang="ko-KR" altLang="en-US" dirty="0"/>
              <a:t>현재 부모 노드의 원소와 삽입 원소의 자리를 서로 바꿈</a:t>
            </a:r>
            <a:r>
              <a:rPr lang="en-US" altLang="ko-KR" dirty="0"/>
              <a:t> </a:t>
            </a:r>
          </a:p>
          <a:p>
            <a:pPr marL="0" indent="0">
              <a:buNone/>
              <a:defRPr/>
            </a:pPr>
            <a:endParaRPr lang="ko-KR" altLang="en-US" dirty="0"/>
          </a:p>
        </p:txBody>
      </p:sp>
      <p:sp>
        <p:nvSpPr>
          <p:cNvPr id="89091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 </a:t>
            </a:r>
            <a:r>
              <a:rPr lang="ko-KR" altLang="en-US" dirty="0" err="1"/>
              <a:t>히프의</a:t>
            </a:r>
            <a:r>
              <a:rPr lang="ko-KR" altLang="en-US" dirty="0"/>
              <a:t> 개념과 연산 및 구현 </a:t>
            </a:r>
            <a:r>
              <a:rPr lang="en-US" altLang="ko-KR" dirty="0"/>
              <a:t>: </a:t>
            </a:r>
            <a:r>
              <a:rPr lang="ko-KR" altLang="en-US" dirty="0"/>
              <a:t>삽입 연산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내용 개체 틀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lvl="1" eaLnBrk="1" hangingPunct="1"/>
            <a:r>
              <a:rPr lang="ko-KR" altLang="en-US" dirty="0" err="1"/>
              <a:t>히프에서의</a:t>
            </a:r>
            <a:r>
              <a:rPr lang="ko-KR" altLang="en-US" dirty="0"/>
              <a:t> 삽입 연산 예</a:t>
            </a:r>
            <a:r>
              <a:rPr lang="en-US" altLang="ko-KR" dirty="0"/>
              <a:t>1)  17</a:t>
            </a:r>
            <a:r>
              <a:rPr lang="ko-KR" altLang="en-US" dirty="0"/>
              <a:t>을 삽입하는 경우</a:t>
            </a:r>
          </a:p>
          <a:p>
            <a:pPr lvl="2" eaLnBrk="1" hangingPunct="1">
              <a:lnSpc>
                <a:spcPct val="110000"/>
              </a:lnSpc>
            </a:pPr>
            <a:r>
              <a:rPr lang="ko-KR" altLang="en-US" dirty="0"/>
              <a:t>노드를 확장하여 임시로 저장한 위치에서의 부모 노드와 크기를 비교하여 </a:t>
            </a:r>
            <a:r>
              <a:rPr lang="ko-KR" altLang="en-US" dirty="0" err="1"/>
              <a:t>히프의</a:t>
            </a:r>
            <a:r>
              <a:rPr lang="ko-KR" altLang="en-US" dirty="0"/>
              <a:t> 크기관계가 성립하므로</a:t>
            </a:r>
            <a:r>
              <a:rPr lang="en-US" altLang="ko-KR" dirty="0"/>
              <a:t>, </a:t>
            </a:r>
            <a:r>
              <a:rPr lang="ko-KR" altLang="en-US" dirty="0"/>
              <a:t>현재 위치를 삽입 원소의 자리로 확정</a:t>
            </a:r>
          </a:p>
          <a:p>
            <a:pPr lvl="1"/>
            <a:endParaRPr lang="ko-KR" altLang="en-US" dirty="0"/>
          </a:p>
        </p:txBody>
      </p:sp>
      <p:sp>
        <p:nvSpPr>
          <p:cNvPr id="90115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 </a:t>
            </a:r>
            <a:r>
              <a:rPr lang="ko-KR" altLang="en-US" dirty="0" err="1"/>
              <a:t>히프의</a:t>
            </a:r>
            <a:r>
              <a:rPr lang="ko-KR" altLang="en-US" dirty="0"/>
              <a:t> 개념과 연산 및 구현 </a:t>
            </a:r>
            <a:r>
              <a:rPr lang="en-US" altLang="ko-KR" dirty="0"/>
              <a:t>: </a:t>
            </a:r>
            <a:r>
              <a:rPr lang="ko-KR" altLang="en-US" dirty="0"/>
              <a:t>삽입 연산</a:t>
            </a:r>
          </a:p>
        </p:txBody>
      </p:sp>
      <p:pic>
        <p:nvPicPr>
          <p:cNvPr id="522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092860" y="2035044"/>
            <a:ext cx="6724402" cy="46540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내용 개체 틀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lvl="1"/>
            <a:r>
              <a:rPr lang="ko-KR" altLang="en-US" dirty="0" err="1"/>
              <a:t>히프에서의</a:t>
            </a:r>
            <a:r>
              <a:rPr lang="ko-KR" altLang="en-US" dirty="0"/>
              <a:t> 삽입 연산 예</a:t>
            </a:r>
            <a:r>
              <a:rPr lang="en-US" altLang="ko-KR" dirty="0"/>
              <a:t>2)  23</a:t>
            </a:r>
            <a:r>
              <a:rPr lang="ko-KR" altLang="en-US" dirty="0"/>
              <a:t>을 삽입하는 경우</a:t>
            </a:r>
          </a:p>
          <a:p>
            <a:pPr lvl="1"/>
            <a:endParaRPr lang="ko-KR" altLang="en-US" dirty="0"/>
          </a:p>
        </p:txBody>
      </p:sp>
      <p:sp>
        <p:nvSpPr>
          <p:cNvPr id="91139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 </a:t>
            </a:r>
            <a:r>
              <a:rPr lang="ko-KR" altLang="en-US" dirty="0" err="1"/>
              <a:t>히프의</a:t>
            </a:r>
            <a:r>
              <a:rPr lang="ko-KR" altLang="en-US" dirty="0"/>
              <a:t> 개념과 연산 및 구현 </a:t>
            </a:r>
            <a:r>
              <a:rPr lang="en-US" altLang="ko-KR" dirty="0"/>
              <a:t>: </a:t>
            </a:r>
            <a:r>
              <a:rPr lang="ko-KR" altLang="en-US" dirty="0"/>
              <a:t>삽입 연산</a:t>
            </a:r>
          </a:p>
        </p:txBody>
      </p:sp>
      <p:pic>
        <p:nvPicPr>
          <p:cNvPr id="532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814198" y="1432618"/>
            <a:ext cx="7651576" cy="51273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내용 개체 틀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lvl="1"/>
            <a:r>
              <a:rPr lang="ko-KR" altLang="en-US"/>
              <a:t>히프에서의 삽입 연산 알고리즘</a:t>
            </a:r>
          </a:p>
          <a:p>
            <a:pPr lvl="1"/>
            <a:endParaRPr lang="ko-KR" altLang="en-US"/>
          </a:p>
        </p:txBody>
      </p:sp>
      <p:sp>
        <p:nvSpPr>
          <p:cNvPr id="9216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 </a:t>
            </a:r>
            <a:r>
              <a:rPr lang="ko-KR" altLang="en-US" dirty="0" err="1"/>
              <a:t>히프의</a:t>
            </a:r>
            <a:r>
              <a:rPr lang="ko-KR" altLang="en-US" dirty="0"/>
              <a:t> 개념과 연산 및 구현 </a:t>
            </a:r>
            <a:r>
              <a:rPr lang="en-US" altLang="ko-KR" dirty="0"/>
              <a:t>: </a:t>
            </a:r>
            <a:r>
              <a:rPr lang="ko-KR" altLang="en-US" dirty="0"/>
              <a:t>삽입 연산</a:t>
            </a:r>
          </a:p>
        </p:txBody>
      </p:sp>
      <p:pic>
        <p:nvPicPr>
          <p:cNvPr id="5427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694873" y="1412776"/>
            <a:ext cx="7754253" cy="33717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내용 개체 틀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627062" lvl="2" indent="0">
              <a:buNone/>
              <a:defRPr/>
            </a:pPr>
            <a:r>
              <a:rPr lang="ko-KR" altLang="en-US" dirty="0">
                <a:solidFill>
                  <a:srgbClr val="006600"/>
                </a:solidFill>
              </a:rPr>
              <a:t>➊</a:t>
            </a:r>
            <a:r>
              <a:rPr lang="ko-KR" altLang="en-US" dirty="0"/>
              <a:t> 현재 </a:t>
            </a:r>
            <a:r>
              <a:rPr lang="ko-KR" altLang="en-US" dirty="0" err="1"/>
              <a:t>히프의</a:t>
            </a:r>
            <a:r>
              <a:rPr lang="ko-KR" altLang="en-US" dirty="0"/>
              <a:t> 크기를 하나 증가시켜서 </a:t>
            </a:r>
            <a:r>
              <a:rPr lang="ko-KR" altLang="en-US" dirty="0" err="1"/>
              <a:t>노드</a:t>
            </a:r>
            <a:r>
              <a:rPr lang="ko-KR" altLang="en-US" dirty="0"/>
              <a:t> 위치를 확장</a:t>
            </a:r>
            <a:endParaRPr lang="en-US" altLang="ko-KR" dirty="0"/>
          </a:p>
          <a:p>
            <a:pPr marL="627062" lvl="2" indent="0">
              <a:buNone/>
              <a:defRPr/>
            </a:pPr>
            <a:r>
              <a:rPr lang="en-US" altLang="ko-KR" dirty="0">
                <a:solidFill>
                  <a:srgbClr val="006600"/>
                </a:solidFill>
              </a:rPr>
              <a:t>➋</a:t>
            </a:r>
            <a:r>
              <a:rPr lang="en-US" altLang="ko-KR" dirty="0"/>
              <a:t> </a:t>
            </a:r>
            <a:r>
              <a:rPr lang="ko-KR" altLang="en-US" dirty="0"/>
              <a:t>확장한 </a:t>
            </a:r>
            <a:r>
              <a:rPr lang="ko-KR" altLang="en-US" dirty="0" err="1"/>
              <a:t>노드</a:t>
            </a:r>
            <a:r>
              <a:rPr lang="ko-KR" altLang="en-US" dirty="0"/>
              <a:t> 번호가 임시 삽입 위치 </a:t>
            </a:r>
            <a:r>
              <a:rPr lang="en-US" altLang="ko-KR" dirty="0" err="1"/>
              <a:t>i</a:t>
            </a:r>
            <a:r>
              <a:rPr lang="ko-KR" altLang="en-US" dirty="0"/>
              <a:t>가 됨</a:t>
            </a:r>
            <a:endParaRPr lang="en-US" altLang="ko-KR" dirty="0"/>
          </a:p>
          <a:p>
            <a:pPr marL="627062" lvl="2" indent="0">
              <a:buNone/>
              <a:defRPr/>
            </a:pPr>
            <a:r>
              <a:rPr lang="en-US" altLang="ko-KR" dirty="0">
                <a:solidFill>
                  <a:srgbClr val="006600"/>
                </a:solidFill>
              </a:rPr>
              <a:t>➌</a:t>
            </a:r>
            <a:r>
              <a:rPr lang="en-US" altLang="ko-KR" dirty="0"/>
              <a:t> </a:t>
            </a:r>
            <a:r>
              <a:rPr lang="ko-KR" altLang="en-US" dirty="0"/>
              <a:t>삽입할 원소 </a:t>
            </a:r>
            <a:r>
              <a:rPr lang="en-US" altLang="ko-KR" dirty="0"/>
              <a:t>item</a:t>
            </a:r>
            <a:r>
              <a:rPr lang="ko-KR" altLang="en-US" dirty="0"/>
              <a:t>과 부모 </a:t>
            </a:r>
            <a:r>
              <a:rPr lang="ko-KR" altLang="en-US" dirty="0" err="1"/>
              <a:t>노드</a:t>
            </a:r>
            <a:r>
              <a:rPr lang="ko-KR" altLang="en-US" dirty="0"/>
              <a:t> </a:t>
            </a:r>
            <a:r>
              <a:rPr lang="en-US" altLang="ko-KR" dirty="0"/>
              <a:t>heap[└</a:t>
            </a:r>
            <a:r>
              <a:rPr lang="en-US" altLang="ko-KR" dirty="0" err="1"/>
              <a:t>i</a:t>
            </a:r>
            <a:r>
              <a:rPr lang="en-US" altLang="ko-KR" dirty="0"/>
              <a:t>/2┘]</a:t>
            </a:r>
            <a:r>
              <a:rPr lang="ko-KR" altLang="en-US" dirty="0"/>
              <a:t>를 비교하여 부모 </a:t>
            </a:r>
            <a:r>
              <a:rPr lang="ko-KR" altLang="en-US" dirty="0" err="1"/>
              <a:t>노드보다</a:t>
            </a:r>
            <a:r>
              <a:rPr lang="ko-KR" altLang="en-US" dirty="0"/>
              <a:t> </a:t>
            </a:r>
            <a:endParaRPr lang="en-US" altLang="ko-KR" dirty="0"/>
          </a:p>
          <a:p>
            <a:pPr marL="627062" lvl="2" indent="0">
              <a:buNone/>
              <a:defRPr/>
            </a:pPr>
            <a:r>
              <a:rPr lang="en-US" altLang="ko-KR" dirty="0"/>
              <a:t>    </a:t>
            </a:r>
            <a:r>
              <a:rPr lang="ko-KR" altLang="en-US" dirty="0"/>
              <a:t>작거나 같으면 임시 삽입 위치 </a:t>
            </a:r>
            <a:r>
              <a:rPr lang="en-US" altLang="ko-KR" dirty="0" err="1"/>
              <a:t>i</a:t>
            </a:r>
            <a:r>
              <a:rPr lang="ko-KR" altLang="en-US" dirty="0"/>
              <a:t>를 삽입 원소의 위치로 확정</a:t>
            </a:r>
            <a:r>
              <a:rPr lang="en-US" altLang="ko-KR" dirty="0"/>
              <a:t>, </a:t>
            </a:r>
            <a:r>
              <a:rPr lang="en-US" altLang="ko-KR" dirty="0">
                <a:solidFill>
                  <a:srgbClr val="006600"/>
                </a:solidFill>
              </a:rPr>
              <a:t>➏</a:t>
            </a:r>
            <a:r>
              <a:rPr lang="ko-KR" altLang="en-US" dirty="0"/>
              <a:t>을 수행</a:t>
            </a:r>
            <a:endParaRPr lang="en-US" altLang="ko-KR" dirty="0"/>
          </a:p>
          <a:p>
            <a:pPr marL="627062" lvl="2" indent="0">
              <a:buNone/>
              <a:defRPr/>
            </a:pPr>
            <a:r>
              <a:rPr lang="en-US" altLang="ko-KR" dirty="0">
                <a:solidFill>
                  <a:srgbClr val="006600"/>
                </a:solidFill>
              </a:rPr>
              <a:t>➍</a:t>
            </a:r>
            <a:r>
              <a:rPr lang="en-US" altLang="ko-KR" dirty="0"/>
              <a:t> </a:t>
            </a:r>
            <a:r>
              <a:rPr lang="ko-KR" altLang="en-US" dirty="0"/>
              <a:t>삽입할 원소 </a:t>
            </a:r>
            <a:r>
              <a:rPr lang="en-US" altLang="ko-KR" dirty="0"/>
              <a:t>item</a:t>
            </a:r>
            <a:r>
              <a:rPr lang="ko-KR" altLang="en-US" dirty="0"/>
              <a:t>이 부모 </a:t>
            </a:r>
            <a:r>
              <a:rPr lang="ko-KR" altLang="en-US" dirty="0" err="1"/>
              <a:t>노드보다</a:t>
            </a:r>
            <a:r>
              <a:rPr lang="ko-KR" altLang="en-US" dirty="0"/>
              <a:t> 크면</a:t>
            </a:r>
            <a:r>
              <a:rPr lang="en-US" altLang="ko-KR" dirty="0"/>
              <a:t>, </a:t>
            </a:r>
            <a:r>
              <a:rPr lang="ko-KR" altLang="en-US" dirty="0"/>
              <a:t>부모 </a:t>
            </a:r>
            <a:r>
              <a:rPr lang="ko-KR" altLang="en-US" dirty="0" err="1"/>
              <a:t>노드와</a:t>
            </a:r>
            <a:r>
              <a:rPr lang="ko-KR" altLang="en-US" dirty="0"/>
              <a:t> 자식 </a:t>
            </a:r>
            <a:r>
              <a:rPr lang="ko-KR" altLang="en-US" dirty="0" err="1"/>
              <a:t>노드의</a:t>
            </a:r>
            <a:r>
              <a:rPr lang="ko-KR" altLang="en-US" dirty="0"/>
              <a:t> 자리를</a:t>
            </a:r>
            <a:endParaRPr lang="en-US" altLang="ko-KR" dirty="0"/>
          </a:p>
          <a:p>
            <a:pPr marL="627062" lvl="2" indent="0">
              <a:buNone/>
              <a:defRPr/>
            </a:pPr>
            <a:r>
              <a:rPr lang="en-US" altLang="ko-KR" dirty="0"/>
              <a:t>   </a:t>
            </a:r>
            <a:r>
              <a:rPr lang="ko-KR" altLang="en-US" dirty="0"/>
              <a:t> 맞바꿔 최대 </a:t>
            </a:r>
            <a:r>
              <a:rPr lang="ko-KR" altLang="en-US" dirty="0" err="1"/>
              <a:t>히프의</a:t>
            </a:r>
            <a:r>
              <a:rPr lang="ko-KR" altLang="en-US" dirty="0"/>
              <a:t> 관계를 만들어야 하므로 부모 </a:t>
            </a:r>
            <a:r>
              <a:rPr lang="ko-KR" altLang="en-US" dirty="0" err="1"/>
              <a:t>노드</a:t>
            </a:r>
            <a:r>
              <a:rPr lang="ko-KR" altLang="en-US" dirty="0"/>
              <a:t> </a:t>
            </a:r>
            <a:r>
              <a:rPr lang="en-US" altLang="ko-KR" dirty="0"/>
              <a:t>heap[└</a:t>
            </a:r>
            <a:r>
              <a:rPr lang="en-US" altLang="ko-KR" dirty="0" err="1"/>
              <a:t>i</a:t>
            </a:r>
            <a:r>
              <a:rPr lang="en-US" altLang="ko-KR" dirty="0"/>
              <a:t>/2┘]</a:t>
            </a:r>
            <a:r>
              <a:rPr lang="ko-KR" altLang="en-US" dirty="0"/>
              <a:t>의 </a:t>
            </a:r>
            <a:endParaRPr lang="en-US" altLang="ko-KR" dirty="0"/>
          </a:p>
          <a:p>
            <a:pPr marL="627062" lvl="2" indent="0">
              <a:buNone/>
              <a:defRPr/>
            </a:pPr>
            <a:r>
              <a:rPr lang="en-US" altLang="ko-KR" dirty="0"/>
              <a:t>    </a:t>
            </a:r>
            <a:r>
              <a:rPr lang="ko-KR" altLang="en-US" dirty="0"/>
              <a:t>원소를 현재의 임시 삽입 위치 </a:t>
            </a:r>
            <a:r>
              <a:rPr lang="en-US" altLang="ko-KR" dirty="0"/>
              <a:t>heap[</a:t>
            </a:r>
            <a:r>
              <a:rPr lang="en-US" altLang="ko-KR" dirty="0" err="1"/>
              <a:t>i</a:t>
            </a:r>
            <a:r>
              <a:rPr lang="en-US" altLang="ko-KR" dirty="0"/>
              <a:t>]</a:t>
            </a:r>
            <a:r>
              <a:rPr lang="ko-KR" altLang="en-US" dirty="0"/>
              <a:t>에 저장</a:t>
            </a:r>
            <a:endParaRPr lang="en-US" altLang="ko-KR" dirty="0"/>
          </a:p>
          <a:p>
            <a:pPr marL="627062" lvl="2" indent="0">
              <a:buNone/>
              <a:defRPr/>
            </a:pPr>
            <a:r>
              <a:rPr lang="en-US" altLang="ko-KR" dirty="0">
                <a:solidFill>
                  <a:srgbClr val="006600"/>
                </a:solidFill>
              </a:rPr>
              <a:t>➎</a:t>
            </a:r>
            <a:r>
              <a:rPr lang="en-US" altLang="ko-KR" dirty="0"/>
              <a:t> └</a:t>
            </a:r>
            <a:r>
              <a:rPr lang="en-US" altLang="ko-KR" dirty="0" err="1"/>
              <a:t>i</a:t>
            </a:r>
            <a:r>
              <a:rPr lang="en-US" altLang="ko-KR" dirty="0"/>
              <a:t>/2┘</a:t>
            </a:r>
            <a:r>
              <a:rPr lang="ko-KR" altLang="en-US" dirty="0"/>
              <a:t>를 임시 삽입 위치 </a:t>
            </a:r>
            <a:r>
              <a:rPr lang="en-US" altLang="ko-KR" dirty="0" err="1"/>
              <a:t>i</a:t>
            </a:r>
            <a:r>
              <a:rPr lang="ko-KR" altLang="en-US" dirty="0" err="1"/>
              <a:t>로</a:t>
            </a:r>
            <a:r>
              <a:rPr lang="ko-KR" altLang="en-US" dirty="0"/>
              <a:t> 하여 </a:t>
            </a:r>
            <a:r>
              <a:rPr lang="ko-KR" altLang="en-US" dirty="0">
                <a:solidFill>
                  <a:srgbClr val="006600"/>
                </a:solidFill>
              </a:rPr>
              <a:t>➋</a:t>
            </a:r>
            <a:r>
              <a:rPr lang="en-US" altLang="ko-KR" dirty="0"/>
              <a:t>~</a:t>
            </a:r>
            <a:r>
              <a:rPr lang="en-US" altLang="ko-KR" dirty="0">
                <a:solidFill>
                  <a:srgbClr val="006600"/>
                </a:solidFill>
              </a:rPr>
              <a:t>➎</a:t>
            </a:r>
            <a:r>
              <a:rPr lang="ko-KR" altLang="en-US" dirty="0"/>
              <a:t>를 반복하면서 </a:t>
            </a:r>
            <a:r>
              <a:rPr lang="en-US" altLang="ko-KR" dirty="0"/>
              <a:t>item</a:t>
            </a:r>
            <a:r>
              <a:rPr lang="ko-KR" altLang="en-US" dirty="0"/>
              <a:t>을 삽입할    </a:t>
            </a:r>
            <a:endParaRPr lang="en-US" altLang="ko-KR" dirty="0"/>
          </a:p>
          <a:p>
            <a:pPr marL="627062" lvl="2" indent="0">
              <a:buNone/>
              <a:defRPr/>
            </a:pPr>
            <a:r>
              <a:rPr lang="ko-KR" altLang="en-US" dirty="0"/>
              <a:t>    위치를 찾음</a:t>
            </a:r>
            <a:endParaRPr lang="en-US" altLang="ko-KR" dirty="0"/>
          </a:p>
          <a:p>
            <a:pPr marL="627062" lvl="2" indent="0">
              <a:buNone/>
              <a:defRPr/>
            </a:pPr>
            <a:r>
              <a:rPr lang="en-US" altLang="ko-KR" dirty="0">
                <a:solidFill>
                  <a:srgbClr val="006600"/>
                </a:solidFill>
              </a:rPr>
              <a:t>➏</a:t>
            </a:r>
            <a:r>
              <a:rPr lang="en-US" altLang="ko-KR" dirty="0"/>
              <a:t> </a:t>
            </a:r>
            <a:r>
              <a:rPr lang="ko-KR" altLang="en-US" dirty="0"/>
              <a:t>찾은 위치에 삽입할 원소 </a:t>
            </a:r>
            <a:r>
              <a:rPr lang="en-US" altLang="ko-KR" dirty="0"/>
              <a:t>item</a:t>
            </a:r>
            <a:r>
              <a:rPr lang="ko-KR" altLang="en-US" dirty="0"/>
              <a:t>을 저장하면 최대 </a:t>
            </a:r>
            <a:r>
              <a:rPr lang="ko-KR" altLang="en-US" dirty="0" err="1"/>
              <a:t>히프의</a:t>
            </a:r>
            <a:r>
              <a:rPr lang="ko-KR" altLang="en-US" dirty="0"/>
              <a:t> 재구성 작업이 완</a:t>
            </a:r>
            <a:endParaRPr lang="en-US" altLang="ko-KR" dirty="0"/>
          </a:p>
          <a:p>
            <a:pPr marL="627062" lvl="2" indent="0">
              <a:buNone/>
              <a:defRPr/>
            </a:pPr>
            <a:r>
              <a:rPr lang="en-US" altLang="ko-KR" dirty="0"/>
              <a:t>    </a:t>
            </a:r>
            <a:r>
              <a:rPr lang="ko-KR" altLang="en-US" dirty="0" err="1"/>
              <a:t>성되므로</a:t>
            </a:r>
            <a:r>
              <a:rPr lang="ko-KR" altLang="en-US" dirty="0"/>
              <a:t> 삽입 연산을 종료</a:t>
            </a:r>
          </a:p>
        </p:txBody>
      </p:sp>
      <p:sp>
        <p:nvSpPr>
          <p:cNvPr id="93187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 </a:t>
            </a:r>
            <a:r>
              <a:rPr lang="ko-KR" altLang="en-US" dirty="0" err="1"/>
              <a:t>히프의</a:t>
            </a:r>
            <a:r>
              <a:rPr lang="ko-KR" altLang="en-US" dirty="0"/>
              <a:t> 개념과 연산 및 구현 </a:t>
            </a:r>
            <a:r>
              <a:rPr lang="en-US" altLang="ko-KR" dirty="0"/>
              <a:t>: </a:t>
            </a:r>
            <a:r>
              <a:rPr lang="ko-KR" altLang="en-US" dirty="0"/>
              <a:t>삽입 연산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내용 개체 틀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eaLnBrk="1" hangingPunct="1">
              <a:lnSpc>
                <a:spcPct val="110000"/>
              </a:lnSpc>
              <a:defRPr/>
            </a:pPr>
            <a:r>
              <a:rPr lang="ko-KR" altLang="en-US" dirty="0" err="1"/>
              <a:t>히프의</a:t>
            </a:r>
            <a:r>
              <a:rPr lang="ko-KR" altLang="en-US" dirty="0"/>
              <a:t> 삭제 연산</a:t>
            </a:r>
          </a:p>
          <a:p>
            <a:pPr lvl="1" eaLnBrk="1" hangingPunct="1">
              <a:defRPr/>
            </a:pPr>
            <a:r>
              <a:rPr lang="ko-KR" altLang="en-US" dirty="0" err="1"/>
              <a:t>히프에서는</a:t>
            </a:r>
            <a:r>
              <a:rPr lang="ko-KR" altLang="en-US" dirty="0"/>
              <a:t> 루트 </a:t>
            </a:r>
            <a:r>
              <a:rPr lang="ko-KR" altLang="en-US" dirty="0" err="1"/>
              <a:t>노드의</a:t>
            </a:r>
            <a:r>
              <a:rPr lang="ko-KR" altLang="en-US" dirty="0"/>
              <a:t> 원소만을 삭제 할 수 있음</a:t>
            </a:r>
            <a:endParaRPr lang="en-US" altLang="ko-KR" dirty="0"/>
          </a:p>
          <a:p>
            <a:pPr lvl="1" eaLnBrk="1" hangingPunct="1">
              <a:lnSpc>
                <a:spcPct val="150000"/>
              </a:lnSpc>
              <a:buFont typeface="Wingdings" pitchFamily="2" charset="2"/>
              <a:buNone/>
              <a:defRPr/>
            </a:pPr>
            <a:r>
              <a:rPr lang="en-US" altLang="ko-KR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1</a:t>
            </a:r>
            <a:r>
              <a:rPr lang="ko-KR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단계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루트 </a:t>
            </a:r>
            <a:r>
              <a:rPr lang="ko-KR" altLang="en-US" dirty="0" err="1"/>
              <a:t>노드의</a:t>
            </a:r>
            <a:r>
              <a:rPr lang="ko-KR" altLang="en-US" dirty="0"/>
              <a:t> 원소를 삭제하여 반환</a:t>
            </a:r>
            <a:endParaRPr lang="en-US" altLang="ko-KR" sz="800" dirty="0"/>
          </a:p>
          <a:p>
            <a:pPr lvl="1" eaLnBrk="1" hangingPunct="1">
              <a:buFont typeface="Wingdings" pitchFamily="2" charset="2"/>
              <a:buNone/>
              <a:defRPr/>
            </a:pPr>
            <a:r>
              <a:rPr lang="en-US" altLang="ko-KR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2</a:t>
            </a:r>
            <a:r>
              <a:rPr lang="ko-KR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단계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원소의 개수가 </a:t>
            </a:r>
            <a:r>
              <a:rPr lang="en-US" altLang="ko-KR" dirty="0"/>
              <a:t>n-1</a:t>
            </a:r>
            <a:r>
              <a:rPr lang="ko-KR" altLang="en-US" dirty="0"/>
              <a:t>개로 줄었으므로</a:t>
            </a:r>
            <a:r>
              <a:rPr lang="en-US" altLang="ko-KR" dirty="0"/>
              <a:t>, </a:t>
            </a:r>
            <a:r>
              <a:rPr lang="ko-KR" altLang="en-US" dirty="0" err="1"/>
              <a:t>노드의</a:t>
            </a:r>
            <a:r>
              <a:rPr lang="ko-KR" altLang="en-US" dirty="0"/>
              <a:t> 수가 </a:t>
            </a:r>
            <a:r>
              <a:rPr lang="en-US" altLang="ko-KR" dirty="0"/>
              <a:t>n-1</a:t>
            </a:r>
            <a:r>
              <a:rPr lang="ko-KR" altLang="en-US" dirty="0"/>
              <a:t>인 완전 </a:t>
            </a:r>
            <a:br>
              <a:rPr lang="en-US" altLang="ko-KR" dirty="0"/>
            </a:br>
            <a:r>
              <a:rPr lang="en-US" altLang="ko-KR" dirty="0"/>
              <a:t>        </a:t>
            </a:r>
            <a:r>
              <a:rPr lang="ko-KR" altLang="en-US" dirty="0"/>
              <a:t>이진 </a:t>
            </a:r>
            <a:r>
              <a:rPr lang="ko-KR" altLang="en-US" dirty="0" err="1"/>
              <a:t>트리로</a:t>
            </a:r>
            <a:r>
              <a:rPr lang="ko-KR" altLang="en-US" dirty="0"/>
              <a:t> 조정</a:t>
            </a:r>
            <a:endParaRPr lang="en-US" altLang="ko-KR" dirty="0"/>
          </a:p>
          <a:p>
            <a:pPr lvl="2" eaLnBrk="1" hangingPunct="1">
              <a:lnSpc>
                <a:spcPct val="110000"/>
              </a:lnSpc>
              <a:defRPr/>
            </a:pPr>
            <a:r>
              <a:rPr lang="ko-KR" altLang="en-US" dirty="0" err="1"/>
              <a:t>노드가</a:t>
            </a:r>
            <a:r>
              <a:rPr lang="ko-KR" altLang="en-US" dirty="0"/>
              <a:t> </a:t>
            </a:r>
            <a:r>
              <a:rPr lang="en-US" altLang="ko-KR" dirty="0"/>
              <a:t>n</a:t>
            </a:r>
            <a:r>
              <a:rPr lang="ko-KR" altLang="en-US" dirty="0"/>
              <a:t>개인 완전 이진 </a:t>
            </a:r>
            <a:r>
              <a:rPr lang="ko-KR" altLang="en-US" dirty="0" err="1"/>
              <a:t>트리에서</a:t>
            </a:r>
            <a:r>
              <a:rPr lang="ko-KR" altLang="en-US" dirty="0"/>
              <a:t> </a:t>
            </a:r>
            <a:r>
              <a:rPr lang="ko-KR" altLang="en-US" dirty="0" err="1"/>
              <a:t>노드</a:t>
            </a:r>
            <a:r>
              <a:rPr lang="ko-KR" altLang="en-US" dirty="0"/>
              <a:t> 수 </a:t>
            </a:r>
            <a:r>
              <a:rPr lang="en-US" altLang="ko-KR" dirty="0"/>
              <a:t>n-1</a:t>
            </a:r>
            <a:r>
              <a:rPr lang="ko-KR" altLang="en-US" dirty="0"/>
              <a:t>개의 완전 이진 </a:t>
            </a:r>
            <a:r>
              <a:rPr lang="ko-KR" altLang="en-US" dirty="0" err="1"/>
              <a:t>트리가</a:t>
            </a:r>
            <a:r>
              <a:rPr lang="ko-KR" altLang="en-US" dirty="0"/>
              <a:t> 되기 위해서 마지막 </a:t>
            </a:r>
            <a:r>
              <a:rPr lang="ko-KR" altLang="en-US" dirty="0" err="1"/>
              <a:t>노드</a:t>
            </a:r>
            <a:r>
              <a:rPr lang="en-US" altLang="ko-KR" dirty="0"/>
              <a:t>, </a:t>
            </a:r>
            <a:r>
              <a:rPr lang="ko-KR" altLang="en-US" dirty="0"/>
              <a:t>즉 </a:t>
            </a:r>
            <a:r>
              <a:rPr lang="en-US" altLang="ko-KR" dirty="0"/>
              <a:t>n</a:t>
            </a:r>
            <a:r>
              <a:rPr lang="ko-KR" altLang="en-US" dirty="0"/>
              <a:t>번 </a:t>
            </a:r>
            <a:r>
              <a:rPr lang="ko-KR" altLang="en-US" dirty="0" err="1"/>
              <a:t>노드를</a:t>
            </a:r>
            <a:r>
              <a:rPr lang="ko-KR" altLang="en-US" dirty="0"/>
              <a:t> 삭제</a:t>
            </a:r>
            <a:endParaRPr lang="en-US" altLang="ko-KR" dirty="0"/>
          </a:p>
          <a:p>
            <a:pPr lvl="2" eaLnBrk="1" hangingPunct="1">
              <a:lnSpc>
                <a:spcPct val="80000"/>
              </a:lnSpc>
              <a:defRPr/>
            </a:pPr>
            <a:r>
              <a:rPr lang="ko-KR" altLang="en-US" dirty="0"/>
              <a:t>삭제된 </a:t>
            </a:r>
            <a:r>
              <a:rPr lang="en-US" altLang="ko-KR" dirty="0"/>
              <a:t>n</a:t>
            </a:r>
            <a:r>
              <a:rPr lang="ko-KR" altLang="en-US" dirty="0"/>
              <a:t>번 노드에 있던 원소는 </a:t>
            </a:r>
            <a:r>
              <a:rPr lang="ko-KR" altLang="en-US" dirty="0" err="1"/>
              <a:t>비어있는</a:t>
            </a:r>
            <a:r>
              <a:rPr lang="ko-KR" altLang="en-US" dirty="0"/>
              <a:t> 루트 노드에 임시 저장</a:t>
            </a:r>
            <a:endParaRPr lang="en-US" altLang="ko-KR" dirty="0"/>
          </a:p>
          <a:p>
            <a:pPr lvl="1" eaLnBrk="1" hangingPunct="1">
              <a:lnSpc>
                <a:spcPct val="140000"/>
              </a:lnSpc>
              <a:buFont typeface="Wingdings" pitchFamily="2" charset="2"/>
              <a:buNone/>
              <a:defRPr/>
            </a:pPr>
            <a:r>
              <a:rPr lang="en-US" altLang="ko-KR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3</a:t>
            </a:r>
            <a:r>
              <a:rPr lang="ko-KR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단계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완전 이진 트리 내에서 루트에 임시 저장된 원소의 제자리를 찾음</a:t>
            </a:r>
            <a:endParaRPr lang="en-US" altLang="ko-KR" dirty="0"/>
          </a:p>
          <a:p>
            <a:pPr lvl="2" eaLnBrk="1" hangingPunct="1">
              <a:defRPr/>
            </a:pPr>
            <a:r>
              <a:rPr lang="ko-KR" altLang="en-US" dirty="0"/>
              <a:t>현재 위치에서 자식 노드와 비교하여 크기 관계를 확인</a:t>
            </a:r>
            <a:endParaRPr lang="en-US" altLang="ko-KR" dirty="0"/>
          </a:p>
          <a:p>
            <a:pPr lvl="2" eaLnBrk="1" hangingPunct="1">
              <a:defRPr/>
            </a:pPr>
            <a:r>
              <a:rPr lang="en-US" altLang="ko-KR" dirty="0"/>
              <a:t>{</a:t>
            </a:r>
            <a:r>
              <a:rPr lang="ko-KR" altLang="en-US" dirty="0"/>
              <a:t>임시 저장 원소의 </a:t>
            </a:r>
            <a:r>
              <a:rPr lang="ko-KR" altLang="en-US" dirty="0" err="1"/>
              <a:t>키값</a:t>
            </a:r>
            <a:r>
              <a:rPr lang="ko-KR" altLang="en-US" dirty="0"/>
              <a:t> </a:t>
            </a:r>
            <a:r>
              <a:rPr lang="ko-KR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≥</a:t>
            </a:r>
            <a:r>
              <a:rPr lang="ko-KR" altLang="en-US" dirty="0"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ko-KR" altLang="en-US" dirty="0"/>
              <a:t>현재 자식 노드의 </a:t>
            </a:r>
            <a:r>
              <a:rPr lang="ko-KR" altLang="en-US" dirty="0" err="1"/>
              <a:t>키값</a:t>
            </a:r>
            <a:r>
              <a:rPr lang="ko-KR" altLang="en-US" dirty="0"/>
              <a:t> </a:t>
            </a:r>
            <a:r>
              <a:rPr lang="en-US" altLang="ko-KR" dirty="0"/>
              <a:t>}</a:t>
            </a:r>
            <a:r>
              <a:rPr lang="ko-KR" altLang="en-US" dirty="0"/>
              <a:t>의 </a:t>
            </a:r>
            <a:r>
              <a:rPr lang="ko-KR" altLang="en-US" spc="-100" dirty="0"/>
              <a:t>관계가 성립하지 않으면</a:t>
            </a:r>
            <a:r>
              <a:rPr lang="en-US" altLang="ko-KR" dirty="0"/>
              <a:t>, </a:t>
            </a:r>
            <a:r>
              <a:rPr lang="ko-KR" altLang="en-US" dirty="0"/>
              <a:t>현재 자식 노드의 원소와 임시 저장 원소의 자리를 서로 바꿈</a:t>
            </a:r>
            <a:endParaRPr lang="en-US" altLang="ko-KR" dirty="0"/>
          </a:p>
          <a:p>
            <a:pPr>
              <a:defRPr/>
            </a:pPr>
            <a:endParaRPr lang="ko-KR" altLang="en-US" dirty="0"/>
          </a:p>
        </p:txBody>
      </p:sp>
      <p:sp>
        <p:nvSpPr>
          <p:cNvPr id="94211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 </a:t>
            </a:r>
            <a:r>
              <a:rPr lang="ko-KR" altLang="en-US" dirty="0" err="1"/>
              <a:t>히프의</a:t>
            </a:r>
            <a:r>
              <a:rPr lang="ko-KR" altLang="en-US" dirty="0"/>
              <a:t> 개념과 연산 및 구현 </a:t>
            </a:r>
            <a:r>
              <a:rPr lang="en-US" altLang="ko-KR" dirty="0"/>
              <a:t>: </a:t>
            </a:r>
            <a:r>
              <a:rPr lang="ko-KR" altLang="en-US" dirty="0"/>
              <a:t>삭제 연산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내용 개체 틀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lvl="1"/>
            <a:r>
              <a:rPr lang="ko-KR" altLang="en-US"/>
              <a:t>히프에서의 삭제 연산 예</a:t>
            </a:r>
          </a:p>
        </p:txBody>
      </p:sp>
      <p:sp>
        <p:nvSpPr>
          <p:cNvPr id="95235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 </a:t>
            </a:r>
            <a:r>
              <a:rPr lang="ko-KR" altLang="en-US" dirty="0" err="1"/>
              <a:t>히프의</a:t>
            </a:r>
            <a:r>
              <a:rPr lang="ko-KR" altLang="en-US" dirty="0"/>
              <a:t> 개념과 연산 및 구현 </a:t>
            </a:r>
            <a:r>
              <a:rPr lang="en-US" altLang="ko-KR" dirty="0"/>
              <a:t>: </a:t>
            </a:r>
            <a:r>
              <a:rPr lang="ko-KR" altLang="en-US" dirty="0"/>
              <a:t>삭제 연산</a:t>
            </a:r>
          </a:p>
        </p:txBody>
      </p:sp>
      <p:pic>
        <p:nvPicPr>
          <p:cNvPr id="552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793971" y="931818"/>
            <a:ext cx="5318536" cy="5843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347" name="Picture 3"/>
          <p:cNvPicPr>
            <a:picLocks noGrp="1" noChangeAspect="1" noChangeArrowheads="1"/>
          </p:cNvPicPr>
          <p:nvPr>
            <p:ph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453049" y="948368"/>
            <a:ext cx="8237902" cy="56819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6259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 </a:t>
            </a:r>
            <a:r>
              <a:rPr lang="ko-KR" altLang="en-US" dirty="0" err="1"/>
              <a:t>히프의</a:t>
            </a:r>
            <a:r>
              <a:rPr lang="ko-KR" altLang="en-US" dirty="0"/>
              <a:t> 개념과 연산 및 구현 </a:t>
            </a:r>
            <a:r>
              <a:rPr lang="en-US" altLang="ko-KR" dirty="0"/>
              <a:t>: </a:t>
            </a:r>
            <a:r>
              <a:rPr lang="ko-KR" altLang="en-US" dirty="0"/>
              <a:t>삭제 연산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627062" lvl="2" indent="0">
              <a:buNone/>
              <a:defRPr/>
            </a:pPr>
            <a:r>
              <a:rPr lang="ko-KR" altLang="en-US" dirty="0">
                <a:solidFill>
                  <a:srgbClr val="006600"/>
                </a:solidFill>
              </a:rPr>
              <a:t>➊</a:t>
            </a:r>
            <a:r>
              <a:rPr lang="ko-KR" altLang="en-US" dirty="0"/>
              <a:t> 루트 </a:t>
            </a:r>
            <a:r>
              <a:rPr lang="ko-KR" altLang="en-US" dirty="0" err="1"/>
              <a:t>노드</a:t>
            </a:r>
            <a:r>
              <a:rPr lang="ko-KR" altLang="en-US" dirty="0"/>
              <a:t> </a:t>
            </a:r>
            <a:r>
              <a:rPr lang="en-US" altLang="ko-KR" dirty="0"/>
              <a:t>heap[1]</a:t>
            </a:r>
            <a:r>
              <a:rPr lang="ko-KR" altLang="en-US" dirty="0"/>
              <a:t>을 변수 </a:t>
            </a:r>
            <a:r>
              <a:rPr lang="en-US" altLang="ko-KR" dirty="0"/>
              <a:t>item</a:t>
            </a:r>
            <a:r>
              <a:rPr lang="ko-KR" altLang="en-US" dirty="0"/>
              <a:t>에 저장</a:t>
            </a:r>
            <a:endParaRPr lang="en-US" altLang="ko-KR" dirty="0"/>
          </a:p>
          <a:p>
            <a:pPr marL="627062" lvl="2" indent="0">
              <a:buNone/>
              <a:defRPr/>
            </a:pPr>
            <a:r>
              <a:rPr lang="en-US" altLang="ko-KR" dirty="0">
                <a:solidFill>
                  <a:srgbClr val="006600"/>
                </a:solidFill>
              </a:rPr>
              <a:t>➋</a:t>
            </a:r>
            <a:r>
              <a:rPr lang="en-US" altLang="ko-KR" dirty="0"/>
              <a:t> </a:t>
            </a:r>
            <a:r>
              <a:rPr lang="ko-KR" altLang="en-US" dirty="0"/>
              <a:t>마지막 </a:t>
            </a:r>
            <a:r>
              <a:rPr lang="ko-KR" altLang="en-US" dirty="0" err="1"/>
              <a:t>노드의</a:t>
            </a:r>
            <a:r>
              <a:rPr lang="ko-KR" altLang="en-US" dirty="0"/>
              <a:t> 원소 </a:t>
            </a:r>
            <a:r>
              <a:rPr lang="en-US" altLang="ko-KR" dirty="0"/>
              <a:t>heap[n]</a:t>
            </a:r>
            <a:r>
              <a:rPr lang="ko-KR" altLang="en-US" dirty="0"/>
              <a:t>을 변수 </a:t>
            </a:r>
            <a:r>
              <a:rPr lang="en-US" altLang="ko-KR" dirty="0"/>
              <a:t>temp</a:t>
            </a:r>
            <a:r>
              <a:rPr lang="ko-KR" altLang="en-US" dirty="0"/>
              <a:t>에 임시로 저장</a:t>
            </a:r>
            <a:endParaRPr lang="en-US" altLang="ko-KR" dirty="0"/>
          </a:p>
          <a:p>
            <a:pPr marL="627062" lvl="2" indent="0">
              <a:buNone/>
              <a:defRPr/>
            </a:pPr>
            <a:r>
              <a:rPr lang="en-US" altLang="ko-KR" dirty="0">
                <a:solidFill>
                  <a:srgbClr val="006600"/>
                </a:solidFill>
              </a:rPr>
              <a:t>➌</a:t>
            </a:r>
            <a:r>
              <a:rPr lang="en-US" altLang="ko-KR" dirty="0"/>
              <a:t> </a:t>
            </a:r>
            <a:r>
              <a:rPr lang="ko-KR" altLang="en-US" dirty="0"/>
              <a:t>마지막 </a:t>
            </a:r>
            <a:r>
              <a:rPr lang="ko-KR" altLang="en-US" dirty="0" err="1"/>
              <a:t>노드를</a:t>
            </a:r>
            <a:r>
              <a:rPr lang="ko-KR" altLang="en-US" dirty="0"/>
              <a:t> 삭제하였으므로 </a:t>
            </a:r>
            <a:r>
              <a:rPr lang="ko-KR" altLang="en-US" dirty="0" err="1"/>
              <a:t>히프</a:t>
            </a:r>
            <a:r>
              <a:rPr lang="ko-KR" altLang="en-US" dirty="0"/>
              <a:t> 배열의 원소 개수가 하나 감소</a:t>
            </a:r>
            <a:endParaRPr lang="en-US" altLang="ko-KR" dirty="0"/>
          </a:p>
          <a:p>
            <a:pPr marL="627062" lvl="2" indent="0">
              <a:buNone/>
              <a:defRPr/>
            </a:pPr>
            <a:r>
              <a:rPr lang="en-US" altLang="ko-KR" dirty="0">
                <a:solidFill>
                  <a:srgbClr val="006600"/>
                </a:solidFill>
              </a:rPr>
              <a:t>➍</a:t>
            </a:r>
            <a:r>
              <a:rPr lang="en-US" altLang="ko-KR" dirty="0"/>
              <a:t> </a:t>
            </a:r>
            <a:r>
              <a:rPr lang="ko-KR" altLang="en-US" dirty="0"/>
              <a:t>마지막 </a:t>
            </a:r>
            <a:r>
              <a:rPr lang="ko-KR" altLang="en-US" dirty="0" err="1"/>
              <a:t>노드의</a:t>
            </a:r>
            <a:r>
              <a:rPr lang="ko-KR" altLang="en-US" dirty="0"/>
              <a:t> 원소였던 </a:t>
            </a:r>
            <a:r>
              <a:rPr lang="en-US" altLang="ko-KR" dirty="0"/>
              <a:t>temp</a:t>
            </a:r>
            <a:r>
              <a:rPr lang="ko-KR" altLang="en-US" dirty="0"/>
              <a:t>의 임시 저장 위치 </a:t>
            </a:r>
            <a:r>
              <a:rPr lang="en-US" altLang="ko-KR" dirty="0" err="1"/>
              <a:t>i</a:t>
            </a:r>
            <a:r>
              <a:rPr lang="ko-KR" altLang="en-US" dirty="0"/>
              <a:t>는 루트 </a:t>
            </a:r>
            <a:r>
              <a:rPr lang="ko-KR" altLang="en-US" dirty="0" err="1"/>
              <a:t>노드의</a:t>
            </a:r>
            <a:r>
              <a:rPr lang="ko-KR" altLang="en-US" dirty="0"/>
              <a:t> 자리인 </a:t>
            </a:r>
            <a:endParaRPr lang="en-US" altLang="ko-KR" dirty="0"/>
          </a:p>
          <a:p>
            <a:pPr marL="627062" lvl="2" indent="0">
              <a:buNone/>
              <a:defRPr/>
            </a:pPr>
            <a:r>
              <a:rPr lang="en-US" altLang="ko-KR" dirty="0"/>
              <a:t>    1</a:t>
            </a:r>
            <a:r>
              <a:rPr lang="ko-KR" altLang="en-US" dirty="0"/>
              <a:t>번이 됨</a:t>
            </a:r>
            <a:endParaRPr lang="en-US" altLang="ko-KR" dirty="0"/>
          </a:p>
          <a:p>
            <a:pPr marL="627062" lvl="2" indent="0">
              <a:buNone/>
              <a:defRPr/>
            </a:pPr>
            <a:r>
              <a:rPr lang="en-US" altLang="ko-KR" dirty="0">
                <a:solidFill>
                  <a:srgbClr val="006600"/>
                </a:solidFill>
              </a:rPr>
              <a:t>➎</a:t>
            </a:r>
            <a:r>
              <a:rPr lang="en-US" altLang="ko-KR" dirty="0"/>
              <a:t> </a:t>
            </a:r>
            <a:r>
              <a:rPr lang="ko-KR" altLang="en-US" dirty="0"/>
              <a:t>현재 저장 위치에서 왼쪽 자식 </a:t>
            </a:r>
            <a:r>
              <a:rPr lang="ko-KR" altLang="en-US" dirty="0" err="1"/>
              <a:t>노드</a:t>
            </a:r>
            <a:r>
              <a:rPr lang="ko-KR" altLang="en-US" dirty="0"/>
              <a:t> </a:t>
            </a:r>
            <a:r>
              <a:rPr lang="en-US" altLang="ko-KR" dirty="0"/>
              <a:t>heap[ j ]</a:t>
            </a:r>
            <a:r>
              <a:rPr lang="ko-KR" altLang="en-US" dirty="0"/>
              <a:t>와 오른쪽 자식 </a:t>
            </a:r>
            <a:r>
              <a:rPr lang="ko-KR" altLang="en-US" dirty="0" err="1"/>
              <a:t>노드</a:t>
            </a:r>
            <a:r>
              <a:rPr lang="ko-KR" altLang="en-US" dirty="0"/>
              <a:t> </a:t>
            </a:r>
            <a:endParaRPr lang="en-US" altLang="ko-KR" dirty="0"/>
          </a:p>
          <a:p>
            <a:pPr marL="627062" lvl="2" indent="0">
              <a:buNone/>
              <a:defRPr/>
            </a:pPr>
            <a:r>
              <a:rPr lang="en-US" altLang="ko-KR" dirty="0"/>
              <a:t>    heap[ j+1]</a:t>
            </a:r>
            <a:r>
              <a:rPr lang="ko-KR" altLang="en-US" dirty="0"/>
              <a:t>이 있을 때</a:t>
            </a:r>
            <a:r>
              <a:rPr lang="en-US" altLang="ko-KR" dirty="0"/>
              <a:t>, </a:t>
            </a:r>
            <a:r>
              <a:rPr lang="ko-KR" altLang="en-US" dirty="0" err="1"/>
              <a:t>키값이</a:t>
            </a:r>
            <a:r>
              <a:rPr lang="ko-KR" altLang="en-US" dirty="0"/>
              <a:t> 큰 자식 </a:t>
            </a:r>
            <a:r>
              <a:rPr lang="ko-KR" altLang="en-US" dirty="0" err="1"/>
              <a:t>노드의</a:t>
            </a:r>
            <a:r>
              <a:rPr lang="ko-KR" altLang="en-US" dirty="0"/>
              <a:t> </a:t>
            </a:r>
            <a:r>
              <a:rPr lang="ko-KR" altLang="en-US" dirty="0" err="1"/>
              <a:t>키값과</a:t>
            </a:r>
            <a:r>
              <a:rPr lang="ko-KR" altLang="en-US" dirty="0"/>
              <a:t> </a:t>
            </a:r>
            <a:r>
              <a:rPr lang="en-US" altLang="ko-KR" dirty="0"/>
              <a:t>temp</a:t>
            </a:r>
            <a:r>
              <a:rPr lang="ko-KR" altLang="en-US" dirty="0"/>
              <a:t>를 비교하여 </a:t>
            </a:r>
            <a:endParaRPr lang="en-US" altLang="ko-KR" dirty="0"/>
          </a:p>
          <a:p>
            <a:pPr marL="627062" lvl="2" indent="0">
              <a:buNone/>
              <a:defRPr/>
            </a:pPr>
            <a:r>
              <a:rPr lang="en-US" altLang="ko-KR" dirty="0"/>
              <a:t>    temp</a:t>
            </a:r>
            <a:r>
              <a:rPr lang="ko-KR" altLang="en-US" dirty="0"/>
              <a:t>가 크거나 같으면 현재의 임시 저장 위치를 </a:t>
            </a:r>
            <a:r>
              <a:rPr lang="en-US" altLang="ko-KR" dirty="0"/>
              <a:t>temp </a:t>
            </a:r>
            <a:r>
              <a:rPr lang="ko-KR" altLang="en-US" dirty="0"/>
              <a:t>자리로 확정하고</a:t>
            </a:r>
            <a:r>
              <a:rPr lang="en-US" altLang="ko-KR" dirty="0"/>
              <a:t>, </a:t>
            </a:r>
          </a:p>
          <a:p>
            <a:pPr marL="627062" lvl="2" indent="0">
              <a:buNone/>
              <a:defRPr/>
            </a:pPr>
            <a:r>
              <a:rPr lang="en-US" altLang="ko-KR" dirty="0"/>
              <a:t>    </a:t>
            </a:r>
            <a:r>
              <a:rPr lang="en-US" altLang="ko-KR" dirty="0">
                <a:solidFill>
                  <a:srgbClr val="006600"/>
                </a:solidFill>
              </a:rPr>
              <a:t>➐</a:t>
            </a:r>
            <a:r>
              <a:rPr lang="ko-KR" altLang="en-US" dirty="0"/>
              <a:t>을 수행</a:t>
            </a:r>
            <a:endParaRPr lang="en-US" altLang="ko-KR" dirty="0"/>
          </a:p>
          <a:p>
            <a:pPr marL="627062" lvl="2" indent="0">
              <a:buNone/>
              <a:defRPr/>
            </a:pPr>
            <a:r>
              <a:rPr lang="en-US" altLang="ko-KR" dirty="0">
                <a:solidFill>
                  <a:srgbClr val="006600"/>
                </a:solidFill>
              </a:rPr>
              <a:t>➏</a:t>
            </a:r>
            <a:r>
              <a:rPr lang="en-US" altLang="ko-KR" dirty="0"/>
              <a:t> temp</a:t>
            </a:r>
            <a:r>
              <a:rPr lang="ko-KR" altLang="en-US" dirty="0"/>
              <a:t>가 자식 </a:t>
            </a:r>
            <a:r>
              <a:rPr lang="ko-KR" altLang="en-US" dirty="0" err="1"/>
              <a:t>노드</a:t>
            </a:r>
            <a:r>
              <a:rPr lang="ko-KR" altLang="en-US" dirty="0"/>
              <a:t> </a:t>
            </a:r>
            <a:r>
              <a:rPr lang="en-US" altLang="ko-KR" dirty="0"/>
              <a:t>heap[j]</a:t>
            </a:r>
            <a:r>
              <a:rPr lang="ko-KR" altLang="en-US" dirty="0"/>
              <a:t>보다 작으면 자식 </a:t>
            </a:r>
            <a:r>
              <a:rPr lang="ko-KR" altLang="en-US" dirty="0" err="1"/>
              <a:t>노드와</a:t>
            </a:r>
            <a:r>
              <a:rPr lang="ko-KR" altLang="en-US" dirty="0"/>
              <a:t> 자리를 바꾸고 </a:t>
            </a:r>
            <a:r>
              <a:rPr lang="ko-KR" altLang="en-US" dirty="0">
                <a:solidFill>
                  <a:srgbClr val="006600"/>
                </a:solidFill>
              </a:rPr>
              <a:t>➎</a:t>
            </a:r>
            <a:r>
              <a:rPr lang="en-US" altLang="ko-KR" dirty="0"/>
              <a:t>~</a:t>
            </a:r>
            <a:r>
              <a:rPr lang="en-US" altLang="ko-KR" dirty="0">
                <a:solidFill>
                  <a:srgbClr val="006600"/>
                </a:solidFill>
              </a:rPr>
              <a:t>➏</a:t>
            </a:r>
          </a:p>
          <a:p>
            <a:pPr marL="627062" lvl="2" indent="0">
              <a:buNone/>
              <a:defRPr/>
            </a:pPr>
            <a:r>
              <a:rPr lang="en-US" altLang="ko-KR" dirty="0"/>
              <a:t>   </a:t>
            </a:r>
            <a:r>
              <a:rPr lang="ko-KR" altLang="en-US" dirty="0"/>
              <a:t>을 반복하면서 </a:t>
            </a:r>
            <a:r>
              <a:rPr lang="en-US" altLang="ko-KR" dirty="0"/>
              <a:t>temp</a:t>
            </a:r>
            <a:r>
              <a:rPr lang="ko-KR" altLang="en-US" dirty="0"/>
              <a:t>의 자리를 찾음</a:t>
            </a:r>
            <a:endParaRPr lang="en-US" altLang="ko-KR" dirty="0"/>
          </a:p>
          <a:p>
            <a:pPr marL="627062" lvl="2" indent="0">
              <a:buNone/>
              <a:defRPr/>
            </a:pPr>
            <a:r>
              <a:rPr lang="en-US" altLang="ko-KR" dirty="0">
                <a:solidFill>
                  <a:srgbClr val="006600"/>
                </a:solidFill>
              </a:rPr>
              <a:t>➐</a:t>
            </a:r>
            <a:r>
              <a:rPr lang="en-US" altLang="ko-KR" dirty="0"/>
              <a:t> </a:t>
            </a:r>
            <a:r>
              <a:rPr lang="ko-KR" altLang="en-US" dirty="0"/>
              <a:t>찾은 위치에 </a:t>
            </a:r>
            <a:r>
              <a:rPr lang="en-US" altLang="ko-KR" dirty="0"/>
              <a:t>temp</a:t>
            </a:r>
            <a:r>
              <a:rPr lang="ko-KR" altLang="en-US" dirty="0"/>
              <a:t>를 저장하여 최대 </a:t>
            </a:r>
            <a:r>
              <a:rPr lang="ko-KR" altLang="en-US" dirty="0" err="1"/>
              <a:t>히프의</a:t>
            </a:r>
            <a:r>
              <a:rPr lang="ko-KR" altLang="en-US" dirty="0"/>
              <a:t> 재구성 작업을 완성</a:t>
            </a:r>
            <a:endParaRPr lang="en-US" altLang="ko-KR" dirty="0"/>
          </a:p>
          <a:p>
            <a:pPr marL="627062" lvl="2" indent="0">
              <a:buNone/>
              <a:defRPr/>
            </a:pPr>
            <a:r>
              <a:rPr lang="en-US" altLang="ko-KR" dirty="0">
                <a:solidFill>
                  <a:srgbClr val="006600"/>
                </a:solidFill>
              </a:rPr>
              <a:t>➑</a:t>
            </a:r>
            <a:r>
              <a:rPr lang="en-US" altLang="ko-KR" dirty="0"/>
              <a:t> </a:t>
            </a:r>
            <a:r>
              <a:rPr lang="ko-KR" altLang="en-US" dirty="0"/>
              <a:t>처음에 삭제된 루트 </a:t>
            </a:r>
            <a:r>
              <a:rPr lang="ko-KR" altLang="en-US" dirty="0" err="1"/>
              <a:t>노드를</a:t>
            </a:r>
            <a:r>
              <a:rPr lang="ko-KR" altLang="en-US" dirty="0"/>
              <a:t> 저장한 변수 </a:t>
            </a:r>
            <a:r>
              <a:rPr lang="en-US" altLang="ko-KR" dirty="0"/>
              <a:t>item</a:t>
            </a:r>
            <a:r>
              <a:rPr lang="ko-KR" altLang="en-US" dirty="0"/>
              <a:t>을 반환</a:t>
            </a:r>
            <a:r>
              <a:rPr lang="en-US" altLang="ko-KR" dirty="0"/>
              <a:t>,</a:t>
            </a:r>
            <a:r>
              <a:rPr lang="ko-KR" altLang="en-US" dirty="0"/>
              <a:t> 삭제 연산을 종료</a:t>
            </a:r>
          </a:p>
        </p:txBody>
      </p:sp>
      <p:sp>
        <p:nvSpPr>
          <p:cNvPr id="9728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 </a:t>
            </a:r>
            <a:r>
              <a:rPr lang="ko-KR" altLang="en-US" dirty="0" err="1"/>
              <a:t>히프의</a:t>
            </a:r>
            <a:r>
              <a:rPr lang="ko-KR" altLang="en-US" dirty="0"/>
              <a:t> 개념과 연산 및 구현 </a:t>
            </a:r>
            <a:r>
              <a:rPr lang="en-US" altLang="ko-KR" dirty="0"/>
              <a:t>: </a:t>
            </a:r>
            <a:r>
              <a:rPr lang="ko-KR" altLang="en-US" dirty="0"/>
              <a:t>삭제 연산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내용 개체 틀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eaLnBrk="1" hangingPunct="1"/>
            <a:r>
              <a:rPr lang="ko-KR" altLang="en-US" dirty="0" err="1"/>
              <a:t>히프의</a:t>
            </a:r>
            <a:r>
              <a:rPr lang="ko-KR" altLang="en-US" dirty="0"/>
              <a:t> 구현</a:t>
            </a:r>
          </a:p>
          <a:p>
            <a:pPr lvl="1" eaLnBrk="1" hangingPunct="1"/>
            <a:r>
              <a:rPr lang="en-US" altLang="ko-KR" dirty="0"/>
              <a:t>1</a:t>
            </a:r>
            <a:r>
              <a:rPr lang="ko-KR" altLang="en-US" dirty="0"/>
              <a:t>차원 배열의 순차 자료구조를 이용하면 인덱스 관계를 이용하여 부모 </a:t>
            </a:r>
            <a:r>
              <a:rPr lang="ko-KR" altLang="en-US" dirty="0" err="1"/>
              <a:t>노드를</a:t>
            </a:r>
            <a:r>
              <a:rPr lang="ko-KR" altLang="en-US" dirty="0"/>
              <a:t> 찾기가 쉬움</a:t>
            </a:r>
            <a:endParaRPr lang="en-US" altLang="ko-KR" dirty="0"/>
          </a:p>
          <a:p>
            <a:pPr lvl="1" eaLnBrk="1" hangingPunct="1"/>
            <a:endParaRPr lang="en-US" altLang="ko-KR" dirty="0"/>
          </a:p>
          <a:p>
            <a:pPr lvl="1" eaLnBrk="1" hangingPunct="1"/>
            <a:r>
              <a:rPr lang="ko-KR" altLang="en-US" dirty="0" err="1"/>
              <a:t>히프를</a:t>
            </a:r>
            <a:r>
              <a:rPr lang="ko-KR" altLang="en-US" dirty="0"/>
              <a:t> 순차 자료구조로 표현한 예</a:t>
            </a:r>
          </a:p>
        </p:txBody>
      </p:sp>
      <p:sp>
        <p:nvSpPr>
          <p:cNvPr id="98307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7. </a:t>
            </a:r>
            <a:r>
              <a:rPr lang="ko-KR" altLang="en-US"/>
              <a:t>히프의 개념과 연산 및 구현</a:t>
            </a:r>
            <a:endParaRPr lang="ko-KR" altLang="en-US" dirty="0"/>
          </a:p>
        </p:txBody>
      </p:sp>
      <p:pic>
        <p:nvPicPr>
          <p:cNvPr id="5837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707449" y="3264583"/>
            <a:ext cx="7785181" cy="24482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내용 개체 틀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lvl="1"/>
            <a:r>
              <a:rPr lang="ko-KR" altLang="en-US" dirty="0"/>
              <a:t>최대 </a:t>
            </a:r>
            <a:r>
              <a:rPr lang="ko-KR" altLang="en-US" dirty="0" err="1"/>
              <a:t>히프의</a:t>
            </a:r>
            <a:r>
              <a:rPr lang="ko-KR" altLang="en-US" dirty="0"/>
              <a:t> 알고리즘을 구현한 프로그램</a:t>
            </a:r>
            <a:endParaRPr lang="en-US" altLang="ko-KR" dirty="0"/>
          </a:p>
          <a:p>
            <a:pPr lvl="2"/>
            <a:r>
              <a:rPr lang="ko-KR" altLang="en-US" dirty="0"/>
              <a:t>공백 </a:t>
            </a:r>
            <a:r>
              <a:rPr lang="ko-KR" altLang="en-US" dirty="0" err="1"/>
              <a:t>히프에</a:t>
            </a:r>
            <a:r>
              <a:rPr lang="ko-KR" altLang="en-US" dirty="0"/>
              <a:t> 원소 다섯 개</a:t>
            </a:r>
            <a:r>
              <a:rPr lang="en-US" altLang="ko-KR" dirty="0"/>
              <a:t>(10, 45, 19,11, 96)</a:t>
            </a:r>
            <a:r>
              <a:rPr lang="ko-KR" altLang="en-US" dirty="0"/>
              <a:t>를 삽입하여 최대 </a:t>
            </a:r>
            <a:r>
              <a:rPr lang="ko-KR" altLang="en-US" dirty="0" err="1"/>
              <a:t>히프를</a:t>
            </a:r>
            <a:r>
              <a:rPr lang="ko-KR" altLang="en-US" dirty="0"/>
              <a:t> 구성</a:t>
            </a:r>
          </a:p>
        </p:txBody>
      </p:sp>
      <p:sp>
        <p:nvSpPr>
          <p:cNvPr id="99331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7. </a:t>
            </a:r>
            <a:r>
              <a:rPr lang="ko-KR" altLang="en-US"/>
              <a:t>히프의 개념과 연산 및 구현</a:t>
            </a:r>
            <a:endParaRPr lang="ko-KR" altLang="en-US" dirty="0"/>
          </a:p>
        </p:txBody>
      </p:sp>
      <p:pic>
        <p:nvPicPr>
          <p:cNvPr id="593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325821" y="1916832"/>
            <a:ext cx="5362058" cy="2686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내용 개체 틀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lvl="1" eaLnBrk="1" hangingPunct="1"/>
            <a:r>
              <a:rPr lang="en-US" altLang="ko-KR" dirty="0"/>
              <a:t>[</a:t>
            </a:r>
            <a:r>
              <a:rPr lang="ko-KR" altLang="en-US" dirty="0"/>
              <a:t>예제 </a:t>
            </a:r>
            <a:r>
              <a:rPr lang="en-US" altLang="ko-KR" dirty="0"/>
              <a:t>7-6] </a:t>
            </a:r>
            <a:r>
              <a:rPr lang="ko-KR" altLang="en-US" dirty="0"/>
              <a:t>순차 자료구조 방식으로 최대 </a:t>
            </a:r>
            <a:r>
              <a:rPr lang="ko-KR" altLang="en-US" dirty="0" err="1"/>
              <a:t>히프</a:t>
            </a:r>
            <a:r>
              <a:rPr lang="ko-KR" altLang="en-US" dirty="0"/>
              <a:t> 구현하기 </a:t>
            </a:r>
            <a:r>
              <a:rPr lang="en-US" altLang="ko-KR" dirty="0"/>
              <a:t>: </a:t>
            </a:r>
            <a:r>
              <a:rPr lang="ko-KR" altLang="en-US" dirty="0">
                <a:solidFill>
                  <a:srgbClr val="0070C0"/>
                </a:solidFill>
              </a:rPr>
              <a:t>교재 </a:t>
            </a:r>
            <a:r>
              <a:rPr lang="en-US" altLang="ko-KR" dirty="0">
                <a:solidFill>
                  <a:srgbClr val="0070C0"/>
                </a:solidFill>
              </a:rPr>
              <a:t>406p</a:t>
            </a:r>
            <a:endParaRPr lang="ko-KR" altLang="en-US" dirty="0">
              <a:solidFill>
                <a:srgbClr val="0070C0"/>
              </a:solidFill>
            </a:endParaRPr>
          </a:p>
          <a:p>
            <a:pPr lvl="1" eaLnBrk="1" hangingPunct="1"/>
            <a:r>
              <a:rPr lang="ko-KR" altLang="en-US" dirty="0"/>
              <a:t>실행 결과</a:t>
            </a:r>
            <a:endParaRPr lang="en-US" altLang="ko-KR" dirty="0"/>
          </a:p>
        </p:txBody>
      </p:sp>
      <p:sp>
        <p:nvSpPr>
          <p:cNvPr id="27651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7. </a:t>
            </a:r>
            <a:r>
              <a:rPr lang="ko-KR" altLang="en-US"/>
              <a:t>히프의 개념과 연산 및 구현</a:t>
            </a:r>
            <a:endParaRPr lang="ko-KR" altLang="en-US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9952" y="1772816"/>
            <a:ext cx="3923413" cy="2343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0517028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내용 개체 틀 1"/>
          <p:cNvSpPr>
            <a:spLocks noGrp="1"/>
          </p:cNvSpPr>
          <p:nvPr>
            <p:ph sz="quarter" idx="10"/>
          </p:nvPr>
        </p:nvSpPr>
        <p:spPr>
          <a:xfrm>
            <a:off x="-108520" y="980728"/>
            <a:ext cx="9095928" cy="5715000"/>
          </a:xfrm>
        </p:spPr>
        <p:txBody>
          <a:bodyPr/>
          <a:lstStyle/>
          <a:p>
            <a:pPr marL="627062" lvl="2" indent="0">
              <a:buNone/>
            </a:pPr>
            <a:r>
              <a:rPr lang="en-US" altLang="ko-KR" b="1" dirty="0">
                <a:solidFill>
                  <a:schemeClr val="accent6"/>
                </a:solidFill>
              </a:rPr>
              <a:t>[</a:t>
            </a:r>
            <a:r>
              <a:rPr lang="en-US" altLang="ko-KR" b="1" dirty="0" err="1">
                <a:solidFill>
                  <a:schemeClr val="accent6"/>
                </a:solidFill>
              </a:rPr>
              <a:t>heap.c</a:t>
            </a:r>
            <a:r>
              <a:rPr lang="en-US" altLang="ko-KR" b="1" dirty="0">
                <a:solidFill>
                  <a:schemeClr val="accent6"/>
                </a:solidFill>
              </a:rPr>
              <a:t>]</a:t>
            </a:r>
          </a:p>
          <a:p>
            <a:pPr lvl="2"/>
            <a:r>
              <a:rPr lang="en-US" altLang="ko-KR" dirty="0"/>
              <a:t>13~22</a:t>
            </a:r>
            <a:r>
              <a:rPr lang="ko-KR" altLang="en-US" dirty="0"/>
              <a:t>행의 </a:t>
            </a:r>
            <a:r>
              <a:rPr lang="en-US" altLang="ko-KR" dirty="0" err="1"/>
              <a:t>insertHeap</a:t>
            </a:r>
            <a:r>
              <a:rPr lang="en-US" altLang="ko-KR" dirty="0"/>
              <a:t>()</a:t>
            </a:r>
            <a:r>
              <a:rPr lang="ko-KR" altLang="en-US" dirty="0"/>
              <a:t>은 </a:t>
            </a:r>
            <a:r>
              <a:rPr lang="ko-KR" altLang="en-US" dirty="0" err="1"/>
              <a:t>히프에</a:t>
            </a:r>
            <a:r>
              <a:rPr lang="ko-KR" altLang="en-US" dirty="0"/>
              <a:t> </a:t>
            </a:r>
            <a:r>
              <a:rPr lang="en-US" altLang="ko-KR" dirty="0"/>
              <a:t>item</a:t>
            </a:r>
            <a:r>
              <a:rPr lang="ko-KR" altLang="en-US" dirty="0"/>
              <a:t>값을 삽입하는 연산을 수행</a:t>
            </a:r>
            <a:endParaRPr lang="en-US" altLang="ko-KR" dirty="0"/>
          </a:p>
          <a:p>
            <a:pPr lvl="2"/>
            <a:r>
              <a:rPr lang="en-US" altLang="ko-KR" dirty="0"/>
              <a:t>24~45</a:t>
            </a:r>
            <a:r>
              <a:rPr lang="ko-KR" altLang="en-US" dirty="0"/>
              <a:t>행의 </a:t>
            </a:r>
            <a:r>
              <a:rPr lang="en-US" altLang="ko-KR" dirty="0" err="1"/>
              <a:t>deleteHeap</a:t>
            </a:r>
            <a:r>
              <a:rPr lang="en-US" altLang="ko-KR" dirty="0"/>
              <a:t>()</a:t>
            </a:r>
            <a:r>
              <a:rPr lang="ko-KR" altLang="en-US" dirty="0"/>
              <a:t>은 </a:t>
            </a:r>
            <a:r>
              <a:rPr lang="ko-KR" altLang="en-US" dirty="0" err="1"/>
              <a:t>히프의</a:t>
            </a:r>
            <a:r>
              <a:rPr lang="ko-KR" altLang="en-US" dirty="0"/>
              <a:t> 루트 </a:t>
            </a:r>
            <a:r>
              <a:rPr lang="ko-KR" altLang="en-US" dirty="0" err="1"/>
              <a:t>노드를</a:t>
            </a:r>
            <a:r>
              <a:rPr lang="ko-KR" altLang="en-US" dirty="0"/>
              <a:t> 삭제하고 나머지 </a:t>
            </a:r>
            <a:r>
              <a:rPr lang="ko-KR" altLang="en-US" dirty="0" err="1"/>
              <a:t>노드들을</a:t>
            </a:r>
            <a:endParaRPr lang="en-US" altLang="ko-KR" dirty="0"/>
          </a:p>
          <a:p>
            <a:pPr marL="627062" lvl="2" indent="0">
              <a:buNone/>
            </a:pPr>
            <a:r>
              <a:rPr lang="en-US" altLang="ko-KR" dirty="0"/>
              <a:t> </a:t>
            </a:r>
            <a:r>
              <a:rPr lang="ko-KR" altLang="en-US" dirty="0"/>
              <a:t> </a:t>
            </a:r>
            <a:r>
              <a:rPr lang="ko-KR" altLang="en-US" dirty="0" err="1"/>
              <a:t>히프로</a:t>
            </a:r>
            <a:r>
              <a:rPr lang="ko-KR" altLang="en-US" dirty="0"/>
              <a:t> 재구성한 후에 삭제한 </a:t>
            </a:r>
            <a:r>
              <a:rPr lang="ko-KR" altLang="en-US" dirty="0" err="1"/>
              <a:t>루트노드를</a:t>
            </a:r>
            <a:r>
              <a:rPr lang="ko-KR" altLang="en-US" dirty="0"/>
              <a:t> 반환하는 연산을 수행</a:t>
            </a:r>
            <a:endParaRPr lang="en-US" altLang="ko-KR" dirty="0"/>
          </a:p>
          <a:p>
            <a:pPr lvl="2"/>
            <a:r>
              <a:rPr lang="en-US" altLang="ko-KR" dirty="0"/>
              <a:t>50~51</a:t>
            </a:r>
            <a:r>
              <a:rPr lang="ko-KR" altLang="en-US" dirty="0"/>
              <a:t>행은 </a:t>
            </a:r>
            <a:r>
              <a:rPr lang="en-US" altLang="ko-KR" dirty="0"/>
              <a:t>1</a:t>
            </a:r>
            <a:r>
              <a:rPr lang="ko-KR" altLang="en-US" dirty="0"/>
              <a:t>차원 배열에 저장된 </a:t>
            </a:r>
            <a:r>
              <a:rPr lang="ko-KR" altLang="en-US" dirty="0" err="1"/>
              <a:t>히프를</a:t>
            </a:r>
            <a:r>
              <a:rPr lang="ko-KR" altLang="en-US" dirty="0"/>
              <a:t> 인덱스 </a:t>
            </a:r>
            <a:r>
              <a:rPr lang="en-US" altLang="ko-KR" dirty="0"/>
              <a:t>1</a:t>
            </a:r>
            <a:r>
              <a:rPr lang="ko-KR" altLang="en-US" dirty="0"/>
              <a:t>번인 루트부터 순서대로 출력</a:t>
            </a:r>
            <a:endParaRPr lang="en-US" altLang="ko-KR" dirty="0"/>
          </a:p>
          <a:p>
            <a:pPr marL="627062" lvl="2" indent="0">
              <a:buNone/>
            </a:pPr>
            <a:r>
              <a:rPr lang="en-US" altLang="ko-KR" b="1" dirty="0">
                <a:solidFill>
                  <a:schemeClr val="accent6"/>
                </a:solidFill>
              </a:rPr>
              <a:t>[ex7_6.c]</a:t>
            </a:r>
            <a:endParaRPr lang="en-US" altLang="ko-KR" dirty="0"/>
          </a:p>
          <a:p>
            <a:pPr lvl="2"/>
            <a:r>
              <a:rPr lang="en-US" altLang="ko-KR" dirty="0"/>
              <a:t>06~11</a:t>
            </a:r>
            <a:r>
              <a:rPr lang="ko-KR" altLang="en-US" dirty="0"/>
              <a:t>행은 공백 </a:t>
            </a:r>
            <a:r>
              <a:rPr lang="ko-KR" altLang="en-US" dirty="0" err="1"/>
              <a:t>히프를</a:t>
            </a:r>
            <a:r>
              <a:rPr lang="ko-KR" altLang="en-US" dirty="0"/>
              <a:t> 생성한 후 원소를 하나씩 삽입</a:t>
            </a:r>
            <a:endParaRPr lang="en-US" altLang="ko-KR" dirty="0"/>
          </a:p>
          <a:p>
            <a:pPr lvl="3"/>
            <a:r>
              <a:rPr lang="en-US" altLang="ko-KR" dirty="0"/>
              <a:t>07</a:t>
            </a:r>
            <a:r>
              <a:rPr lang="ko-KR" altLang="en-US" dirty="0"/>
              <a:t>행 </a:t>
            </a:r>
            <a:r>
              <a:rPr lang="en-US" altLang="ko-KR" dirty="0"/>
              <a:t>: </a:t>
            </a:r>
            <a:r>
              <a:rPr lang="ko-KR" altLang="en-US" dirty="0"/>
              <a:t>공백 </a:t>
            </a:r>
            <a:r>
              <a:rPr lang="ko-KR" altLang="en-US" dirty="0" err="1"/>
              <a:t>히프에</a:t>
            </a:r>
            <a:r>
              <a:rPr lang="ko-KR" altLang="en-US" dirty="0"/>
              <a:t> 원소 </a:t>
            </a:r>
            <a:r>
              <a:rPr lang="en-US" altLang="ko-KR" dirty="0"/>
              <a:t>10</a:t>
            </a:r>
            <a:r>
              <a:rPr lang="ko-KR" altLang="en-US" dirty="0"/>
              <a:t>을 삽입</a:t>
            </a:r>
            <a:r>
              <a:rPr lang="en-US" altLang="ko-KR" dirty="0"/>
              <a:t>. </a:t>
            </a:r>
            <a:r>
              <a:rPr lang="ko-KR" altLang="en-US" dirty="0"/>
              <a:t>원소 </a:t>
            </a:r>
            <a:r>
              <a:rPr lang="en-US" altLang="ko-KR" dirty="0"/>
              <a:t>10</a:t>
            </a:r>
            <a:r>
              <a:rPr lang="ko-KR" altLang="en-US" dirty="0"/>
              <a:t>은 </a:t>
            </a:r>
            <a:r>
              <a:rPr lang="ko-KR" altLang="en-US" dirty="0" err="1"/>
              <a:t>히프의</a:t>
            </a:r>
            <a:r>
              <a:rPr lang="ko-KR" altLang="en-US" dirty="0"/>
              <a:t> 루트 </a:t>
            </a:r>
            <a:r>
              <a:rPr lang="ko-KR" altLang="en-US" dirty="0" err="1"/>
              <a:t>노드가</a:t>
            </a:r>
            <a:r>
              <a:rPr lang="ko-KR" altLang="en-US" dirty="0"/>
              <a:t> 됨</a:t>
            </a:r>
            <a:endParaRPr lang="en-US" altLang="ko-KR" dirty="0"/>
          </a:p>
          <a:p>
            <a:pPr lvl="3"/>
            <a:endParaRPr lang="en-US" altLang="ko-KR" dirty="0"/>
          </a:p>
          <a:p>
            <a:pPr lvl="3"/>
            <a:endParaRPr lang="en-US" altLang="ko-KR" dirty="0"/>
          </a:p>
          <a:p>
            <a:pPr lvl="3"/>
            <a:r>
              <a:rPr lang="en-US" altLang="ko-KR" dirty="0"/>
              <a:t>08</a:t>
            </a:r>
            <a:r>
              <a:rPr lang="ko-KR" altLang="en-US" dirty="0"/>
              <a:t>행 </a:t>
            </a:r>
            <a:r>
              <a:rPr lang="en-US" altLang="ko-KR" dirty="0"/>
              <a:t>: </a:t>
            </a:r>
            <a:r>
              <a:rPr lang="ko-KR" altLang="en-US" dirty="0" err="1"/>
              <a:t>히프에</a:t>
            </a:r>
            <a:r>
              <a:rPr lang="ko-KR" altLang="en-US" dirty="0"/>
              <a:t> 원소 </a:t>
            </a:r>
            <a:r>
              <a:rPr lang="en-US" altLang="ko-KR" dirty="0"/>
              <a:t>45</a:t>
            </a:r>
            <a:r>
              <a:rPr lang="ko-KR" altLang="en-US" dirty="0"/>
              <a:t>를 삽입</a:t>
            </a:r>
            <a:r>
              <a:rPr lang="en-US" altLang="ko-KR" dirty="0"/>
              <a:t>. 2</a:t>
            </a:r>
            <a:r>
              <a:rPr lang="ko-KR" altLang="en-US" dirty="0"/>
              <a:t>번 </a:t>
            </a:r>
            <a:r>
              <a:rPr lang="ko-KR" altLang="en-US" dirty="0" err="1"/>
              <a:t>노드를</a:t>
            </a:r>
            <a:r>
              <a:rPr lang="ko-KR" altLang="en-US" dirty="0"/>
              <a:t> 확장하고 삽입</a:t>
            </a:r>
            <a:r>
              <a:rPr lang="en-US" altLang="ko-KR" dirty="0"/>
              <a:t>. </a:t>
            </a:r>
            <a:r>
              <a:rPr lang="ko-KR" altLang="en-US" dirty="0"/>
              <a:t>삽입 </a:t>
            </a:r>
            <a:r>
              <a:rPr lang="ko-KR" altLang="en-US" dirty="0" err="1"/>
              <a:t>노드</a:t>
            </a:r>
            <a:r>
              <a:rPr lang="ko-KR" altLang="en-US" dirty="0"/>
              <a:t> </a:t>
            </a:r>
            <a:r>
              <a:rPr lang="en-US" altLang="ko-KR" dirty="0"/>
              <a:t>45</a:t>
            </a:r>
            <a:r>
              <a:rPr lang="ko-KR" altLang="en-US" dirty="0"/>
              <a:t>가 부모 </a:t>
            </a:r>
            <a:r>
              <a:rPr lang="ko-KR" altLang="en-US" dirty="0" err="1"/>
              <a:t>노드</a:t>
            </a:r>
            <a:r>
              <a:rPr lang="ko-KR" altLang="en-US" dirty="0"/>
              <a:t> </a:t>
            </a:r>
            <a:r>
              <a:rPr lang="en-US" altLang="ko-KR" dirty="0"/>
              <a:t>10</a:t>
            </a:r>
            <a:r>
              <a:rPr lang="ko-KR" altLang="en-US" dirty="0"/>
              <a:t>보다 크기가 크므로 부모 </a:t>
            </a:r>
            <a:r>
              <a:rPr lang="ko-KR" altLang="en-US" dirty="0" err="1"/>
              <a:t>노드와</a:t>
            </a:r>
            <a:r>
              <a:rPr lang="ko-KR" altLang="en-US" dirty="0"/>
              <a:t> 자리를 맞바꿈</a:t>
            </a:r>
            <a:endParaRPr lang="en-US" altLang="ko-KR" dirty="0"/>
          </a:p>
          <a:p>
            <a:pPr lvl="2"/>
            <a:endParaRPr lang="ko-KR" altLang="en-US" dirty="0"/>
          </a:p>
        </p:txBody>
      </p:sp>
      <p:sp>
        <p:nvSpPr>
          <p:cNvPr id="99331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7. </a:t>
            </a:r>
            <a:r>
              <a:rPr lang="ko-KR" altLang="en-US"/>
              <a:t>히프의 개념과 연산 및 구현</a:t>
            </a:r>
            <a:endParaRPr lang="ko-KR" altLang="en-US" dirty="0"/>
          </a:p>
        </p:txBody>
      </p:sp>
      <p:pic>
        <p:nvPicPr>
          <p:cNvPr id="6553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623699" y="3898833"/>
            <a:ext cx="461402" cy="51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553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615929" y="5229200"/>
            <a:ext cx="4066129" cy="1352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80630289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내용 개체 틀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lvl="3"/>
            <a:r>
              <a:rPr lang="en-US" altLang="ko-KR" dirty="0"/>
              <a:t>09</a:t>
            </a:r>
            <a:r>
              <a:rPr lang="ko-KR" altLang="en-US" dirty="0"/>
              <a:t>행 </a:t>
            </a:r>
            <a:r>
              <a:rPr lang="en-US" altLang="ko-KR" dirty="0"/>
              <a:t>: </a:t>
            </a:r>
            <a:r>
              <a:rPr lang="ko-KR" altLang="en-US" dirty="0" err="1"/>
              <a:t>히프에</a:t>
            </a:r>
            <a:r>
              <a:rPr lang="ko-KR" altLang="en-US" dirty="0"/>
              <a:t> 원소 </a:t>
            </a:r>
            <a:r>
              <a:rPr lang="en-US" altLang="ko-KR" dirty="0"/>
              <a:t>19</a:t>
            </a:r>
            <a:r>
              <a:rPr lang="ko-KR" altLang="en-US" dirty="0"/>
              <a:t>를 삽입</a:t>
            </a:r>
            <a:r>
              <a:rPr lang="en-US" altLang="ko-KR" dirty="0"/>
              <a:t>. 3</a:t>
            </a:r>
            <a:r>
              <a:rPr lang="ko-KR" altLang="en-US" dirty="0"/>
              <a:t>번 </a:t>
            </a:r>
            <a:r>
              <a:rPr lang="ko-KR" altLang="en-US" dirty="0" err="1"/>
              <a:t>노드를</a:t>
            </a:r>
            <a:r>
              <a:rPr lang="ko-KR" altLang="en-US" dirty="0"/>
              <a:t> 확장하고 삽입한 후에 부모 </a:t>
            </a:r>
            <a:r>
              <a:rPr lang="ko-KR" altLang="en-US" dirty="0" err="1"/>
              <a:t>노드와</a:t>
            </a:r>
            <a:r>
              <a:rPr lang="ko-KR" altLang="en-US" dirty="0"/>
              <a:t> 크기를 비교</a:t>
            </a:r>
            <a:r>
              <a:rPr lang="en-US" altLang="ko-KR" dirty="0"/>
              <a:t>. </a:t>
            </a:r>
            <a:r>
              <a:rPr lang="ko-KR" altLang="en-US" dirty="0"/>
              <a:t>삽입 </a:t>
            </a:r>
            <a:r>
              <a:rPr lang="ko-KR" altLang="en-US" dirty="0" err="1"/>
              <a:t>노드</a:t>
            </a:r>
            <a:r>
              <a:rPr lang="ko-KR" altLang="en-US" dirty="0"/>
              <a:t> </a:t>
            </a:r>
            <a:r>
              <a:rPr lang="en-US" altLang="ko-KR" dirty="0"/>
              <a:t>19</a:t>
            </a:r>
            <a:r>
              <a:rPr lang="ko-KR" altLang="en-US" dirty="0"/>
              <a:t>는 부모 </a:t>
            </a:r>
            <a:r>
              <a:rPr lang="ko-KR" altLang="en-US" dirty="0" err="1"/>
              <a:t>노드</a:t>
            </a:r>
            <a:r>
              <a:rPr lang="ko-KR" altLang="en-US" dirty="0"/>
              <a:t> </a:t>
            </a:r>
            <a:r>
              <a:rPr lang="en-US" altLang="ko-KR" dirty="0"/>
              <a:t>45</a:t>
            </a:r>
            <a:r>
              <a:rPr lang="ko-KR" altLang="en-US" dirty="0"/>
              <a:t>보다 작으므로 현재 위치를 확정</a:t>
            </a:r>
            <a:r>
              <a:rPr lang="en-US" altLang="ko-KR" dirty="0"/>
              <a:t>.</a:t>
            </a:r>
          </a:p>
          <a:p>
            <a:pPr lvl="3"/>
            <a:endParaRPr lang="en-US" altLang="ko-KR" dirty="0"/>
          </a:p>
          <a:p>
            <a:pPr lvl="3"/>
            <a:endParaRPr lang="en-US" altLang="ko-KR" dirty="0"/>
          </a:p>
          <a:p>
            <a:pPr lvl="3"/>
            <a:endParaRPr lang="en-US" altLang="ko-KR" dirty="0"/>
          </a:p>
          <a:p>
            <a:pPr lvl="3"/>
            <a:endParaRPr lang="en-US" altLang="ko-KR" dirty="0"/>
          </a:p>
          <a:p>
            <a:pPr lvl="3"/>
            <a:endParaRPr lang="en-US" altLang="ko-KR" dirty="0"/>
          </a:p>
          <a:p>
            <a:pPr lvl="3"/>
            <a:r>
              <a:rPr lang="en-US" altLang="ko-KR" dirty="0"/>
              <a:t>10</a:t>
            </a:r>
            <a:r>
              <a:rPr lang="ko-KR" altLang="en-US" dirty="0"/>
              <a:t>행 </a:t>
            </a:r>
            <a:r>
              <a:rPr lang="en-US" altLang="ko-KR" dirty="0"/>
              <a:t>: </a:t>
            </a:r>
            <a:r>
              <a:rPr lang="ko-KR" altLang="en-US" dirty="0" err="1"/>
              <a:t>히프에</a:t>
            </a:r>
            <a:r>
              <a:rPr lang="ko-KR" altLang="en-US" dirty="0"/>
              <a:t> 원소 </a:t>
            </a:r>
            <a:r>
              <a:rPr lang="en-US" altLang="ko-KR" dirty="0"/>
              <a:t>11</a:t>
            </a:r>
            <a:r>
              <a:rPr lang="ko-KR" altLang="en-US" dirty="0"/>
              <a:t>을 삽입</a:t>
            </a:r>
            <a:r>
              <a:rPr lang="en-US" altLang="ko-KR" dirty="0"/>
              <a:t>. 4</a:t>
            </a:r>
            <a:r>
              <a:rPr lang="ko-KR" altLang="en-US" dirty="0"/>
              <a:t>번 </a:t>
            </a:r>
            <a:r>
              <a:rPr lang="ko-KR" altLang="en-US" dirty="0" err="1"/>
              <a:t>노드를</a:t>
            </a:r>
            <a:r>
              <a:rPr lang="ko-KR" altLang="en-US" dirty="0"/>
              <a:t> 확장하고 삽입한 후에 부모 </a:t>
            </a:r>
            <a:r>
              <a:rPr lang="ko-KR" altLang="en-US" dirty="0" err="1"/>
              <a:t>노드와</a:t>
            </a:r>
            <a:r>
              <a:rPr lang="ko-KR" altLang="en-US" dirty="0"/>
              <a:t> 크기를 비교</a:t>
            </a:r>
            <a:r>
              <a:rPr lang="en-US" altLang="ko-KR" dirty="0"/>
              <a:t>. </a:t>
            </a:r>
            <a:r>
              <a:rPr lang="ko-KR" altLang="en-US" dirty="0" err="1"/>
              <a:t>삽입노드</a:t>
            </a:r>
            <a:r>
              <a:rPr lang="ko-KR" altLang="en-US" dirty="0"/>
              <a:t> </a:t>
            </a:r>
            <a:r>
              <a:rPr lang="en-US" altLang="ko-KR" dirty="0"/>
              <a:t>11</a:t>
            </a:r>
            <a:r>
              <a:rPr lang="ko-KR" altLang="en-US" dirty="0"/>
              <a:t>은 부모 </a:t>
            </a:r>
            <a:r>
              <a:rPr lang="ko-KR" altLang="en-US" dirty="0" err="1"/>
              <a:t>노드</a:t>
            </a:r>
            <a:r>
              <a:rPr lang="ko-KR" altLang="en-US" dirty="0"/>
              <a:t> </a:t>
            </a:r>
            <a:r>
              <a:rPr lang="en-US" altLang="ko-KR" dirty="0"/>
              <a:t>10</a:t>
            </a:r>
            <a:r>
              <a:rPr lang="ko-KR" altLang="en-US" dirty="0"/>
              <a:t>보다 크므로 부모 </a:t>
            </a:r>
            <a:r>
              <a:rPr lang="ko-KR" altLang="en-US" dirty="0" err="1"/>
              <a:t>노드와</a:t>
            </a:r>
            <a:r>
              <a:rPr lang="ko-KR" altLang="en-US" dirty="0"/>
              <a:t> 자리를 맞바꿈</a:t>
            </a:r>
            <a:r>
              <a:rPr lang="en-US" altLang="ko-KR" dirty="0"/>
              <a:t>. </a:t>
            </a:r>
            <a:r>
              <a:rPr lang="ko-KR" altLang="en-US" dirty="0"/>
              <a:t>다시 현재 위치에서 부모 </a:t>
            </a:r>
            <a:r>
              <a:rPr lang="ko-KR" altLang="en-US" dirty="0" err="1"/>
              <a:t>노드와</a:t>
            </a:r>
            <a:r>
              <a:rPr lang="ko-KR" altLang="en-US" dirty="0"/>
              <a:t> 크기를 비교</a:t>
            </a:r>
            <a:r>
              <a:rPr lang="en-US" altLang="ko-KR" dirty="0"/>
              <a:t>. </a:t>
            </a:r>
            <a:r>
              <a:rPr lang="ko-KR" altLang="en-US" dirty="0"/>
              <a:t>삽입 </a:t>
            </a:r>
            <a:r>
              <a:rPr lang="ko-KR" altLang="en-US" dirty="0" err="1"/>
              <a:t>노드</a:t>
            </a:r>
            <a:r>
              <a:rPr lang="ko-KR" altLang="en-US" dirty="0"/>
              <a:t> </a:t>
            </a:r>
            <a:r>
              <a:rPr lang="en-US" altLang="ko-KR" dirty="0"/>
              <a:t>11</a:t>
            </a:r>
            <a:r>
              <a:rPr lang="ko-KR" altLang="en-US" dirty="0"/>
              <a:t>은 부모 </a:t>
            </a:r>
            <a:r>
              <a:rPr lang="ko-KR" altLang="en-US" dirty="0" err="1"/>
              <a:t>노드</a:t>
            </a:r>
            <a:r>
              <a:rPr lang="ko-KR" altLang="en-US" dirty="0"/>
              <a:t> </a:t>
            </a:r>
            <a:r>
              <a:rPr lang="en-US" altLang="ko-KR" dirty="0"/>
              <a:t>45</a:t>
            </a:r>
            <a:r>
              <a:rPr lang="ko-KR" altLang="en-US" dirty="0"/>
              <a:t>보다 작으므로 현재 위치를 확정</a:t>
            </a:r>
            <a:endParaRPr lang="en-US" altLang="ko-KR" dirty="0"/>
          </a:p>
          <a:p>
            <a:pPr lvl="3"/>
            <a:endParaRPr lang="en-US" altLang="ko-KR" dirty="0"/>
          </a:p>
        </p:txBody>
      </p:sp>
      <p:sp>
        <p:nvSpPr>
          <p:cNvPr id="99331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7. </a:t>
            </a:r>
            <a:r>
              <a:rPr lang="ko-KR" altLang="en-US"/>
              <a:t>히프의 개념과 연산 및 구현</a:t>
            </a:r>
            <a:endParaRPr lang="ko-KR" altLang="en-US" dirty="0"/>
          </a:p>
        </p:txBody>
      </p:sp>
      <p:pic>
        <p:nvPicPr>
          <p:cNvPr id="66562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925688" y="1556792"/>
            <a:ext cx="1980255" cy="1245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656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638951" y="4103198"/>
            <a:ext cx="6514169" cy="18654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24500515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내용 개체 틀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lvl="3"/>
            <a:r>
              <a:rPr lang="en-US" altLang="ko-KR" dirty="0"/>
              <a:t>11</a:t>
            </a:r>
            <a:r>
              <a:rPr lang="ko-KR" altLang="en-US" dirty="0"/>
              <a:t>행 </a:t>
            </a:r>
            <a:r>
              <a:rPr lang="en-US" altLang="ko-KR" dirty="0"/>
              <a:t>: </a:t>
            </a:r>
            <a:r>
              <a:rPr lang="ko-KR" altLang="en-US" dirty="0" err="1"/>
              <a:t>히프에</a:t>
            </a:r>
            <a:r>
              <a:rPr lang="ko-KR" altLang="en-US" dirty="0"/>
              <a:t> 원소 </a:t>
            </a:r>
            <a:r>
              <a:rPr lang="en-US" altLang="ko-KR" dirty="0"/>
              <a:t>96</a:t>
            </a:r>
            <a:r>
              <a:rPr lang="ko-KR" altLang="en-US" dirty="0"/>
              <a:t>을 삽입</a:t>
            </a:r>
            <a:r>
              <a:rPr lang="en-US" altLang="ko-KR" dirty="0"/>
              <a:t>. 5</a:t>
            </a:r>
            <a:r>
              <a:rPr lang="ko-KR" altLang="en-US" dirty="0"/>
              <a:t>번 </a:t>
            </a:r>
            <a:r>
              <a:rPr lang="ko-KR" altLang="en-US" dirty="0" err="1"/>
              <a:t>노드를</a:t>
            </a:r>
            <a:r>
              <a:rPr lang="ko-KR" altLang="en-US" dirty="0"/>
              <a:t> 확장하고 삽입한 후에 부모 </a:t>
            </a:r>
            <a:r>
              <a:rPr lang="ko-KR" altLang="en-US" dirty="0" err="1"/>
              <a:t>노드와</a:t>
            </a:r>
            <a:r>
              <a:rPr lang="ko-KR" altLang="en-US" dirty="0"/>
              <a:t> 크기를 비교</a:t>
            </a:r>
            <a:r>
              <a:rPr lang="en-US" altLang="ko-KR" dirty="0"/>
              <a:t>. </a:t>
            </a:r>
            <a:r>
              <a:rPr lang="ko-KR" altLang="en-US" dirty="0"/>
              <a:t>삽입 </a:t>
            </a:r>
            <a:r>
              <a:rPr lang="ko-KR" altLang="en-US" dirty="0" err="1"/>
              <a:t>노드</a:t>
            </a:r>
            <a:r>
              <a:rPr lang="ko-KR" altLang="en-US" dirty="0"/>
              <a:t> </a:t>
            </a:r>
            <a:r>
              <a:rPr lang="en-US" altLang="ko-KR" dirty="0"/>
              <a:t>96</a:t>
            </a:r>
            <a:r>
              <a:rPr lang="ko-KR" altLang="en-US" dirty="0"/>
              <a:t>은 부모 </a:t>
            </a:r>
            <a:r>
              <a:rPr lang="ko-KR" altLang="en-US" dirty="0" err="1"/>
              <a:t>노드</a:t>
            </a:r>
            <a:r>
              <a:rPr lang="ko-KR" altLang="en-US" dirty="0"/>
              <a:t> </a:t>
            </a:r>
            <a:r>
              <a:rPr lang="en-US" altLang="ko-KR" dirty="0"/>
              <a:t>11</a:t>
            </a:r>
            <a:r>
              <a:rPr lang="ko-KR" altLang="en-US" dirty="0"/>
              <a:t>보다 크므로 부모 </a:t>
            </a:r>
            <a:r>
              <a:rPr lang="ko-KR" altLang="en-US" dirty="0" err="1"/>
              <a:t>노드와</a:t>
            </a:r>
            <a:r>
              <a:rPr lang="ko-KR" altLang="en-US" dirty="0"/>
              <a:t> 자리를 맞바꿈</a:t>
            </a:r>
            <a:r>
              <a:rPr lang="en-US" altLang="ko-KR" dirty="0"/>
              <a:t>. </a:t>
            </a:r>
            <a:r>
              <a:rPr lang="ko-KR" altLang="en-US" dirty="0"/>
              <a:t>새로운 현재 위치에서 다시 </a:t>
            </a:r>
            <a:r>
              <a:rPr lang="ko-KR" altLang="en-US" dirty="0" err="1"/>
              <a:t>부모노드와</a:t>
            </a:r>
            <a:r>
              <a:rPr lang="ko-KR" altLang="en-US" dirty="0"/>
              <a:t> 크기를 비교</a:t>
            </a:r>
            <a:r>
              <a:rPr lang="en-US" altLang="ko-KR" dirty="0"/>
              <a:t>. </a:t>
            </a:r>
            <a:r>
              <a:rPr lang="ko-KR" altLang="en-US" dirty="0"/>
              <a:t>삽입 </a:t>
            </a:r>
            <a:r>
              <a:rPr lang="ko-KR" altLang="en-US" dirty="0" err="1"/>
              <a:t>노드</a:t>
            </a:r>
            <a:r>
              <a:rPr lang="ko-KR" altLang="en-US" dirty="0"/>
              <a:t> </a:t>
            </a:r>
            <a:r>
              <a:rPr lang="en-US" altLang="ko-KR" dirty="0"/>
              <a:t>96</a:t>
            </a:r>
            <a:r>
              <a:rPr lang="ko-KR" altLang="en-US" dirty="0"/>
              <a:t>은 현재의 부모 </a:t>
            </a:r>
            <a:r>
              <a:rPr lang="ko-KR" altLang="en-US" dirty="0" err="1"/>
              <a:t>노드</a:t>
            </a:r>
            <a:r>
              <a:rPr lang="ko-KR" altLang="en-US" dirty="0"/>
              <a:t> </a:t>
            </a:r>
            <a:r>
              <a:rPr lang="en-US" altLang="ko-KR" dirty="0"/>
              <a:t>45</a:t>
            </a:r>
            <a:r>
              <a:rPr lang="ko-KR" altLang="en-US" dirty="0"/>
              <a:t>보다 크므로 부모 </a:t>
            </a:r>
            <a:r>
              <a:rPr lang="ko-KR" altLang="en-US" dirty="0" err="1"/>
              <a:t>노드와</a:t>
            </a:r>
            <a:r>
              <a:rPr lang="ko-KR" altLang="en-US" dirty="0"/>
              <a:t> 자리를 맞바꿈</a:t>
            </a:r>
            <a:r>
              <a:rPr lang="en-US" altLang="ko-KR" dirty="0"/>
              <a:t>. </a:t>
            </a:r>
            <a:r>
              <a:rPr lang="ko-KR" altLang="en-US" dirty="0"/>
              <a:t>새로운 현재 위치가 루트여서 더 이상 비교할 부모 </a:t>
            </a:r>
            <a:r>
              <a:rPr lang="ko-KR" altLang="en-US" dirty="0" err="1"/>
              <a:t>노드가</a:t>
            </a:r>
            <a:r>
              <a:rPr lang="ko-KR" altLang="en-US" dirty="0"/>
              <a:t> 없으므로 현재 위치를 확정</a:t>
            </a:r>
            <a:endParaRPr lang="en-US" altLang="ko-KR" dirty="0"/>
          </a:p>
          <a:p>
            <a:pPr lvl="3"/>
            <a:endParaRPr lang="en-US" altLang="ko-KR" dirty="0"/>
          </a:p>
          <a:p>
            <a:pPr lvl="3"/>
            <a:endParaRPr lang="en-US" altLang="ko-KR" dirty="0"/>
          </a:p>
          <a:p>
            <a:pPr lvl="3"/>
            <a:endParaRPr lang="en-US" altLang="ko-KR" dirty="0"/>
          </a:p>
          <a:p>
            <a:pPr lvl="3"/>
            <a:endParaRPr lang="en-US" altLang="ko-KR" dirty="0"/>
          </a:p>
          <a:p>
            <a:pPr lvl="3"/>
            <a:endParaRPr lang="en-US" altLang="ko-KR" dirty="0"/>
          </a:p>
          <a:p>
            <a:pPr lvl="3"/>
            <a:endParaRPr lang="en-US" altLang="ko-KR" dirty="0"/>
          </a:p>
          <a:p>
            <a:pPr lvl="3"/>
            <a:endParaRPr lang="en-US" altLang="ko-KR" dirty="0"/>
          </a:p>
          <a:p>
            <a:pPr lvl="2"/>
            <a:endParaRPr lang="en-US" altLang="ko-KR" dirty="0"/>
          </a:p>
          <a:p>
            <a:pPr lvl="2"/>
            <a:r>
              <a:rPr lang="en-US" altLang="ko-KR" dirty="0"/>
              <a:t>16~19</a:t>
            </a:r>
            <a:r>
              <a:rPr lang="ko-KR" altLang="en-US" dirty="0"/>
              <a:t>행은 </a:t>
            </a:r>
            <a:r>
              <a:rPr lang="ko-KR" altLang="en-US" dirty="0" err="1"/>
              <a:t>히프의</a:t>
            </a:r>
            <a:r>
              <a:rPr lang="ko-KR" altLang="en-US" dirty="0"/>
              <a:t> 원소 개수만큼 삭제 연산을 반복 수행하면서 삭제된 원소를 출력</a:t>
            </a:r>
            <a:endParaRPr lang="en-US" altLang="ko-KR" dirty="0"/>
          </a:p>
          <a:p>
            <a:pPr lvl="3"/>
            <a:r>
              <a:rPr lang="en-US" altLang="ko-KR" dirty="0"/>
              <a:t> </a:t>
            </a:r>
            <a:r>
              <a:rPr lang="en-US" altLang="ko-KR" dirty="0" err="1"/>
              <a:t>i</a:t>
            </a:r>
            <a:r>
              <a:rPr lang="en-US" altLang="ko-KR" dirty="0"/>
              <a:t> = 1</a:t>
            </a:r>
            <a:r>
              <a:rPr lang="ko-KR" altLang="en-US" dirty="0"/>
              <a:t>일 때 </a:t>
            </a:r>
            <a:r>
              <a:rPr lang="en-US" altLang="ko-KR" dirty="0"/>
              <a:t>: </a:t>
            </a:r>
            <a:r>
              <a:rPr lang="ko-KR" altLang="en-US" dirty="0"/>
              <a:t>루트 </a:t>
            </a:r>
            <a:r>
              <a:rPr lang="ko-KR" altLang="en-US" dirty="0" err="1"/>
              <a:t>노드를</a:t>
            </a:r>
            <a:r>
              <a:rPr lang="ko-KR" altLang="en-US" dirty="0"/>
              <a:t> 삭제하고 나머지 원소들에 대해 </a:t>
            </a:r>
            <a:r>
              <a:rPr lang="ko-KR" altLang="en-US" dirty="0" err="1"/>
              <a:t>히프를</a:t>
            </a:r>
            <a:r>
              <a:rPr lang="ko-KR" altLang="en-US" dirty="0"/>
              <a:t> 재구성한 후에</a:t>
            </a:r>
            <a:r>
              <a:rPr lang="en-US" altLang="ko-KR" dirty="0"/>
              <a:t>, </a:t>
            </a:r>
            <a:r>
              <a:rPr lang="ko-KR" altLang="en-US" dirty="0"/>
              <a:t>삭제된 루트 </a:t>
            </a:r>
            <a:r>
              <a:rPr lang="ko-KR" altLang="en-US" dirty="0" err="1"/>
              <a:t>노드의</a:t>
            </a:r>
            <a:r>
              <a:rPr lang="ko-KR" altLang="en-US" dirty="0"/>
              <a:t> 원소 </a:t>
            </a:r>
            <a:r>
              <a:rPr lang="en-US" altLang="ko-KR" dirty="0"/>
              <a:t>96</a:t>
            </a:r>
            <a:r>
              <a:rPr lang="ko-KR" altLang="en-US" dirty="0"/>
              <a:t>을 출력</a:t>
            </a:r>
            <a:r>
              <a:rPr lang="en-US" altLang="ko-KR" dirty="0"/>
              <a:t>. </a:t>
            </a:r>
            <a:r>
              <a:rPr lang="ko-KR" altLang="en-US" dirty="0"/>
              <a:t>루트 </a:t>
            </a:r>
            <a:r>
              <a:rPr lang="ko-KR" altLang="en-US" dirty="0" err="1"/>
              <a:t>노드의</a:t>
            </a:r>
            <a:r>
              <a:rPr lang="ko-KR" altLang="en-US" dirty="0"/>
              <a:t> 원소를 삭제하여 원소가 네 개로 줄었으므로</a:t>
            </a:r>
            <a:r>
              <a:rPr lang="en-US" altLang="ko-KR" dirty="0"/>
              <a:t>, 5</a:t>
            </a:r>
            <a:r>
              <a:rPr lang="ko-KR" altLang="en-US" dirty="0"/>
              <a:t>번 </a:t>
            </a:r>
            <a:r>
              <a:rPr lang="ko-KR" altLang="en-US" dirty="0" err="1"/>
              <a:t>노드의</a:t>
            </a:r>
            <a:r>
              <a:rPr lang="ko-KR" altLang="en-US" dirty="0"/>
              <a:t> 자리를 삭제하고 </a:t>
            </a:r>
            <a:r>
              <a:rPr lang="en-US" altLang="ko-KR" dirty="0"/>
              <a:t>5</a:t>
            </a:r>
            <a:r>
              <a:rPr lang="ko-KR" altLang="en-US" dirty="0"/>
              <a:t>번 자리에 있던 원소 </a:t>
            </a:r>
            <a:r>
              <a:rPr lang="en-US" altLang="ko-KR" dirty="0"/>
              <a:t>11</a:t>
            </a:r>
            <a:r>
              <a:rPr lang="ko-KR" altLang="en-US" dirty="0"/>
              <a:t>은 루트 </a:t>
            </a:r>
            <a:r>
              <a:rPr lang="ko-KR" altLang="en-US" dirty="0" err="1"/>
              <a:t>노드</a:t>
            </a:r>
            <a:r>
              <a:rPr lang="ko-KR" altLang="en-US" dirty="0"/>
              <a:t> 자리에 임시로 저장</a:t>
            </a:r>
            <a:endParaRPr lang="en-US" altLang="ko-KR" dirty="0"/>
          </a:p>
        </p:txBody>
      </p:sp>
      <p:sp>
        <p:nvSpPr>
          <p:cNvPr id="99331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7. </a:t>
            </a:r>
            <a:r>
              <a:rPr lang="ko-KR" altLang="en-US"/>
              <a:t>히프의 개념과 연산 및 구현</a:t>
            </a:r>
            <a:endParaRPr lang="ko-KR" altLang="en-US" dirty="0"/>
          </a:p>
        </p:txBody>
      </p:sp>
      <p:pic>
        <p:nvPicPr>
          <p:cNvPr id="6758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755576" y="2348880"/>
            <a:ext cx="8102160" cy="1825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86185187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내용 개체 틀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lvl="3"/>
            <a:endParaRPr lang="en-US" altLang="ko-KR" dirty="0"/>
          </a:p>
          <a:p>
            <a:pPr lvl="3"/>
            <a:endParaRPr lang="en-US" altLang="ko-KR" dirty="0"/>
          </a:p>
          <a:p>
            <a:pPr lvl="3"/>
            <a:endParaRPr lang="en-US" altLang="ko-KR" dirty="0"/>
          </a:p>
          <a:p>
            <a:pPr lvl="3"/>
            <a:endParaRPr lang="en-US" altLang="ko-KR" dirty="0"/>
          </a:p>
          <a:p>
            <a:pPr lvl="3"/>
            <a:endParaRPr lang="en-US" altLang="ko-KR" dirty="0"/>
          </a:p>
          <a:p>
            <a:pPr lvl="3"/>
            <a:endParaRPr lang="en-US" altLang="ko-KR" dirty="0"/>
          </a:p>
          <a:p>
            <a:pPr lvl="3"/>
            <a:endParaRPr lang="en-US" altLang="ko-KR" dirty="0"/>
          </a:p>
          <a:p>
            <a:pPr lvl="3"/>
            <a:endParaRPr lang="en-US" altLang="ko-KR" dirty="0"/>
          </a:p>
          <a:p>
            <a:pPr lvl="3"/>
            <a:r>
              <a:rPr lang="en-US" altLang="ko-KR" dirty="0" err="1"/>
              <a:t>i</a:t>
            </a:r>
            <a:r>
              <a:rPr lang="en-US" altLang="ko-KR" dirty="0"/>
              <a:t> = 2</a:t>
            </a:r>
            <a:r>
              <a:rPr lang="ko-KR" altLang="en-US" dirty="0"/>
              <a:t>일 때 </a:t>
            </a:r>
            <a:r>
              <a:rPr lang="en-US" altLang="ko-KR" dirty="0"/>
              <a:t>: </a:t>
            </a:r>
            <a:r>
              <a:rPr lang="ko-KR" altLang="en-US" dirty="0"/>
              <a:t>루트 </a:t>
            </a:r>
            <a:r>
              <a:rPr lang="ko-KR" altLang="en-US" dirty="0" err="1"/>
              <a:t>노드를</a:t>
            </a:r>
            <a:r>
              <a:rPr lang="ko-KR" altLang="en-US" dirty="0"/>
              <a:t> 삭제하고 나머지 원소들에 대해 </a:t>
            </a:r>
            <a:r>
              <a:rPr lang="ko-KR" altLang="en-US" dirty="0" err="1"/>
              <a:t>히프를</a:t>
            </a:r>
            <a:r>
              <a:rPr lang="ko-KR" altLang="en-US" dirty="0"/>
              <a:t> 재구성한 후에</a:t>
            </a:r>
            <a:r>
              <a:rPr lang="en-US" altLang="ko-KR" dirty="0"/>
              <a:t>, </a:t>
            </a:r>
            <a:r>
              <a:rPr lang="ko-KR" altLang="en-US" dirty="0"/>
              <a:t>삭제된 루트 </a:t>
            </a:r>
            <a:r>
              <a:rPr lang="ko-KR" altLang="en-US" dirty="0" err="1"/>
              <a:t>노드의</a:t>
            </a:r>
            <a:r>
              <a:rPr lang="ko-KR" altLang="en-US" dirty="0"/>
              <a:t> 원소 </a:t>
            </a:r>
            <a:r>
              <a:rPr lang="en-US" altLang="ko-KR" dirty="0"/>
              <a:t>45</a:t>
            </a:r>
            <a:r>
              <a:rPr lang="ko-KR" altLang="en-US" dirty="0"/>
              <a:t>를 출력</a:t>
            </a:r>
            <a:r>
              <a:rPr lang="en-US" altLang="ko-KR" dirty="0"/>
              <a:t>. </a:t>
            </a:r>
            <a:r>
              <a:rPr lang="ko-KR" altLang="en-US" dirty="0"/>
              <a:t>루트 </a:t>
            </a:r>
            <a:r>
              <a:rPr lang="ko-KR" altLang="en-US" dirty="0" err="1"/>
              <a:t>노드의</a:t>
            </a:r>
            <a:r>
              <a:rPr lang="ko-KR" altLang="en-US" dirty="0"/>
              <a:t> 원소를 삭제하여 원소가 세 개로 줄었으므로</a:t>
            </a:r>
            <a:r>
              <a:rPr lang="en-US" altLang="ko-KR" dirty="0"/>
              <a:t>, 4</a:t>
            </a:r>
            <a:r>
              <a:rPr lang="ko-KR" altLang="en-US" dirty="0"/>
              <a:t>번 </a:t>
            </a:r>
            <a:r>
              <a:rPr lang="ko-KR" altLang="en-US" dirty="0" err="1"/>
              <a:t>노드의</a:t>
            </a:r>
            <a:r>
              <a:rPr lang="ko-KR" altLang="en-US" dirty="0"/>
              <a:t> 자리를 삭제하고 </a:t>
            </a:r>
            <a:r>
              <a:rPr lang="en-US" altLang="ko-KR" dirty="0"/>
              <a:t>4</a:t>
            </a:r>
            <a:r>
              <a:rPr lang="ko-KR" altLang="en-US" dirty="0"/>
              <a:t>번 자리에 있던 원소 </a:t>
            </a:r>
            <a:r>
              <a:rPr lang="en-US" altLang="ko-KR" dirty="0"/>
              <a:t>10</a:t>
            </a:r>
            <a:r>
              <a:rPr lang="ko-KR" altLang="en-US" dirty="0"/>
              <a:t>은 루트 </a:t>
            </a:r>
            <a:r>
              <a:rPr lang="ko-KR" altLang="en-US" dirty="0" err="1"/>
              <a:t>노드</a:t>
            </a:r>
            <a:r>
              <a:rPr lang="ko-KR" altLang="en-US" dirty="0"/>
              <a:t> 자리에 임시로 저장</a:t>
            </a:r>
            <a:endParaRPr lang="en-US" altLang="ko-KR" dirty="0"/>
          </a:p>
          <a:p>
            <a:pPr lvl="3"/>
            <a:endParaRPr lang="en-US" altLang="ko-KR" dirty="0"/>
          </a:p>
          <a:p>
            <a:pPr lvl="3"/>
            <a:endParaRPr lang="en-US" altLang="ko-KR" dirty="0"/>
          </a:p>
        </p:txBody>
      </p:sp>
      <p:sp>
        <p:nvSpPr>
          <p:cNvPr id="99331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7. </a:t>
            </a:r>
            <a:r>
              <a:rPr lang="ko-KR" altLang="en-US"/>
              <a:t>히프의 개념과 연산 및 구현</a:t>
            </a:r>
            <a:endParaRPr lang="ko-KR" altLang="en-US" dirty="0"/>
          </a:p>
        </p:txBody>
      </p:sp>
      <p:pic>
        <p:nvPicPr>
          <p:cNvPr id="6861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817266" y="1196752"/>
            <a:ext cx="7698309" cy="17670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8611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027554" y="4581128"/>
            <a:ext cx="7277731" cy="18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16939518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내용 개체 틀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lvl="3"/>
            <a:r>
              <a:rPr lang="en-US" altLang="ko-KR" dirty="0" err="1"/>
              <a:t>i</a:t>
            </a:r>
            <a:r>
              <a:rPr lang="en-US" altLang="ko-KR" dirty="0"/>
              <a:t> = 3</a:t>
            </a:r>
            <a:r>
              <a:rPr lang="ko-KR" altLang="en-US" dirty="0"/>
              <a:t>일 때 </a:t>
            </a:r>
            <a:r>
              <a:rPr lang="en-US" altLang="ko-KR" dirty="0"/>
              <a:t>: </a:t>
            </a:r>
            <a:r>
              <a:rPr lang="ko-KR" altLang="en-US" dirty="0"/>
              <a:t>루트 </a:t>
            </a:r>
            <a:r>
              <a:rPr lang="ko-KR" altLang="en-US" dirty="0" err="1"/>
              <a:t>노드를</a:t>
            </a:r>
            <a:r>
              <a:rPr lang="ko-KR" altLang="en-US" dirty="0"/>
              <a:t> 삭제하고 나머지 원소들에 대해 </a:t>
            </a:r>
            <a:r>
              <a:rPr lang="ko-KR" altLang="en-US" dirty="0" err="1"/>
              <a:t>히프를</a:t>
            </a:r>
            <a:r>
              <a:rPr lang="ko-KR" altLang="en-US" dirty="0"/>
              <a:t> 재구성한 후에</a:t>
            </a:r>
            <a:r>
              <a:rPr lang="en-US" altLang="ko-KR" dirty="0"/>
              <a:t>, </a:t>
            </a:r>
            <a:r>
              <a:rPr lang="ko-KR" altLang="en-US" dirty="0"/>
              <a:t>삭제된 루트 </a:t>
            </a:r>
            <a:r>
              <a:rPr lang="ko-KR" altLang="en-US" dirty="0" err="1"/>
              <a:t>노드의</a:t>
            </a:r>
            <a:r>
              <a:rPr lang="ko-KR" altLang="en-US" dirty="0"/>
              <a:t> 원소 </a:t>
            </a:r>
            <a:r>
              <a:rPr lang="en-US" altLang="ko-KR" dirty="0"/>
              <a:t>19</a:t>
            </a:r>
            <a:r>
              <a:rPr lang="ko-KR" altLang="en-US" dirty="0"/>
              <a:t>를 출력</a:t>
            </a:r>
            <a:r>
              <a:rPr lang="en-US" altLang="ko-KR" dirty="0"/>
              <a:t>. </a:t>
            </a:r>
            <a:r>
              <a:rPr lang="ko-KR" altLang="en-US" dirty="0"/>
              <a:t>루트 </a:t>
            </a:r>
            <a:r>
              <a:rPr lang="ko-KR" altLang="en-US" dirty="0" err="1"/>
              <a:t>노드의</a:t>
            </a:r>
            <a:r>
              <a:rPr lang="ko-KR" altLang="en-US" dirty="0"/>
              <a:t> 원소를 삭제하여 원소가 두 개로 줄었으므로</a:t>
            </a:r>
            <a:r>
              <a:rPr lang="en-US" altLang="ko-KR" dirty="0"/>
              <a:t>, 3</a:t>
            </a:r>
            <a:r>
              <a:rPr lang="ko-KR" altLang="en-US" dirty="0"/>
              <a:t>번 </a:t>
            </a:r>
            <a:r>
              <a:rPr lang="ko-KR" altLang="en-US" dirty="0" err="1"/>
              <a:t>노드의</a:t>
            </a:r>
            <a:r>
              <a:rPr lang="ko-KR" altLang="en-US" dirty="0"/>
              <a:t> 자리를 삭제하고 </a:t>
            </a:r>
            <a:r>
              <a:rPr lang="en-US" altLang="ko-KR" dirty="0"/>
              <a:t>3</a:t>
            </a:r>
            <a:r>
              <a:rPr lang="ko-KR" altLang="en-US" dirty="0"/>
              <a:t>번 자리에 있던 원소 </a:t>
            </a:r>
            <a:r>
              <a:rPr lang="en-US" altLang="ko-KR" dirty="0"/>
              <a:t>10</a:t>
            </a:r>
            <a:r>
              <a:rPr lang="ko-KR" altLang="en-US" dirty="0"/>
              <a:t>은 루트 </a:t>
            </a:r>
            <a:r>
              <a:rPr lang="ko-KR" altLang="en-US" dirty="0" err="1"/>
              <a:t>노드</a:t>
            </a:r>
            <a:r>
              <a:rPr lang="ko-KR" altLang="en-US" dirty="0"/>
              <a:t> 자리에 임시로 저장</a:t>
            </a:r>
            <a:endParaRPr lang="en-US" altLang="ko-KR" dirty="0"/>
          </a:p>
          <a:p>
            <a:pPr lvl="3"/>
            <a:endParaRPr lang="en-US" altLang="ko-KR" dirty="0"/>
          </a:p>
          <a:p>
            <a:pPr lvl="3"/>
            <a:endParaRPr lang="en-US" altLang="ko-KR" dirty="0"/>
          </a:p>
          <a:p>
            <a:pPr lvl="3"/>
            <a:endParaRPr lang="en-US" altLang="ko-KR" dirty="0"/>
          </a:p>
          <a:p>
            <a:pPr lvl="3"/>
            <a:endParaRPr lang="en-US" altLang="ko-KR" dirty="0"/>
          </a:p>
          <a:p>
            <a:pPr lvl="3"/>
            <a:endParaRPr lang="en-US" altLang="ko-KR" dirty="0"/>
          </a:p>
          <a:p>
            <a:pPr lvl="3"/>
            <a:endParaRPr lang="en-US" altLang="ko-KR" dirty="0"/>
          </a:p>
          <a:p>
            <a:pPr lvl="3"/>
            <a:r>
              <a:rPr lang="en-US" altLang="ko-KR" dirty="0" err="1"/>
              <a:t>i</a:t>
            </a:r>
            <a:r>
              <a:rPr lang="en-US" altLang="ko-KR" dirty="0"/>
              <a:t> = 4</a:t>
            </a:r>
            <a:r>
              <a:rPr lang="ko-KR" altLang="en-US" dirty="0"/>
              <a:t>일 때 </a:t>
            </a:r>
            <a:r>
              <a:rPr lang="en-US" altLang="ko-KR" dirty="0"/>
              <a:t>: </a:t>
            </a:r>
            <a:r>
              <a:rPr lang="ko-KR" altLang="en-US" dirty="0"/>
              <a:t>루트 </a:t>
            </a:r>
            <a:r>
              <a:rPr lang="ko-KR" altLang="en-US" dirty="0" err="1"/>
              <a:t>노드를</a:t>
            </a:r>
            <a:r>
              <a:rPr lang="ko-KR" altLang="en-US" dirty="0"/>
              <a:t> 삭제하고 나머지 원소들에 대해 </a:t>
            </a:r>
            <a:r>
              <a:rPr lang="ko-KR" altLang="en-US" dirty="0" err="1"/>
              <a:t>히프를</a:t>
            </a:r>
            <a:r>
              <a:rPr lang="ko-KR" altLang="en-US" dirty="0"/>
              <a:t> 재구성한 후에</a:t>
            </a:r>
            <a:r>
              <a:rPr lang="en-US" altLang="ko-KR" dirty="0"/>
              <a:t>, </a:t>
            </a:r>
            <a:r>
              <a:rPr lang="ko-KR" altLang="en-US" dirty="0"/>
              <a:t>삭제된 루트 </a:t>
            </a:r>
            <a:r>
              <a:rPr lang="ko-KR" altLang="en-US" dirty="0" err="1"/>
              <a:t>노드의</a:t>
            </a:r>
            <a:r>
              <a:rPr lang="ko-KR" altLang="en-US" dirty="0"/>
              <a:t> 원소 </a:t>
            </a:r>
            <a:r>
              <a:rPr lang="en-US" altLang="ko-KR" dirty="0"/>
              <a:t>11</a:t>
            </a:r>
            <a:r>
              <a:rPr lang="ko-KR" altLang="en-US" dirty="0"/>
              <a:t>을 출력</a:t>
            </a:r>
            <a:r>
              <a:rPr lang="en-US" altLang="ko-KR" dirty="0"/>
              <a:t>. </a:t>
            </a:r>
            <a:r>
              <a:rPr lang="ko-KR" altLang="en-US" dirty="0"/>
              <a:t>루트 </a:t>
            </a:r>
            <a:r>
              <a:rPr lang="ko-KR" altLang="en-US" dirty="0" err="1"/>
              <a:t>노드의</a:t>
            </a:r>
            <a:r>
              <a:rPr lang="ko-KR" altLang="en-US" dirty="0"/>
              <a:t> 원소를 삭제하여 원소가 한 개로 줄었으므로</a:t>
            </a:r>
            <a:r>
              <a:rPr lang="en-US" altLang="ko-KR" dirty="0"/>
              <a:t>, 2</a:t>
            </a:r>
            <a:r>
              <a:rPr lang="ko-KR" altLang="en-US" dirty="0"/>
              <a:t>번 </a:t>
            </a:r>
            <a:r>
              <a:rPr lang="ko-KR" altLang="en-US" dirty="0" err="1"/>
              <a:t>노드의</a:t>
            </a:r>
            <a:r>
              <a:rPr lang="ko-KR" altLang="en-US" dirty="0"/>
              <a:t> 자리를 삭제하고 </a:t>
            </a:r>
            <a:r>
              <a:rPr lang="en-US" altLang="ko-KR" dirty="0"/>
              <a:t>2</a:t>
            </a:r>
            <a:r>
              <a:rPr lang="ko-KR" altLang="en-US" dirty="0"/>
              <a:t>번 자리에 있던 원소 </a:t>
            </a:r>
            <a:r>
              <a:rPr lang="en-US" altLang="ko-KR" dirty="0"/>
              <a:t>10</a:t>
            </a:r>
            <a:r>
              <a:rPr lang="ko-KR" altLang="en-US" dirty="0"/>
              <a:t>은 루트 </a:t>
            </a:r>
            <a:r>
              <a:rPr lang="ko-KR" altLang="en-US" dirty="0" err="1"/>
              <a:t>노드</a:t>
            </a:r>
            <a:r>
              <a:rPr lang="ko-KR" altLang="en-US" dirty="0"/>
              <a:t> 자리에 임시로 저장</a:t>
            </a:r>
            <a:r>
              <a:rPr lang="en-US" altLang="ko-KR" dirty="0"/>
              <a:t>. </a:t>
            </a:r>
            <a:r>
              <a:rPr lang="ko-KR" altLang="en-US" dirty="0"/>
              <a:t>원소 </a:t>
            </a:r>
            <a:r>
              <a:rPr lang="en-US" altLang="ko-KR" dirty="0"/>
              <a:t>10</a:t>
            </a:r>
            <a:r>
              <a:rPr lang="ko-KR" altLang="en-US" dirty="0"/>
              <a:t>의 현재 위치가 단말 </a:t>
            </a:r>
            <a:r>
              <a:rPr lang="ko-KR" altLang="en-US" dirty="0" err="1"/>
              <a:t>노드로</a:t>
            </a:r>
            <a:r>
              <a:rPr lang="ko-KR" altLang="en-US" dirty="0"/>
              <a:t> 비교할 자식 </a:t>
            </a:r>
            <a:r>
              <a:rPr lang="ko-KR" altLang="en-US" dirty="0" err="1"/>
              <a:t>노드가</a:t>
            </a:r>
            <a:r>
              <a:rPr lang="ko-KR" altLang="en-US" dirty="0"/>
              <a:t> 없으므로 현재 위치를 확정</a:t>
            </a:r>
            <a:endParaRPr lang="en-US" altLang="ko-KR" dirty="0"/>
          </a:p>
        </p:txBody>
      </p:sp>
      <p:sp>
        <p:nvSpPr>
          <p:cNvPr id="99331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7. </a:t>
            </a:r>
            <a:r>
              <a:rPr lang="ko-KR" altLang="en-US"/>
              <a:t>히프의 개념과 연산 및 구현</a:t>
            </a:r>
            <a:endParaRPr lang="ko-KR" altLang="en-US" dirty="0"/>
          </a:p>
        </p:txBody>
      </p:sp>
      <p:pic>
        <p:nvPicPr>
          <p:cNvPr id="6963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632008" y="2108129"/>
            <a:ext cx="6680380" cy="13825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963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979712" y="5085184"/>
            <a:ext cx="4248472" cy="14963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03730553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내용 개체 틀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lvl="3"/>
            <a:r>
              <a:rPr lang="en-US" altLang="ko-KR" dirty="0" err="1"/>
              <a:t>i</a:t>
            </a:r>
            <a:r>
              <a:rPr lang="en-US" altLang="ko-KR" dirty="0"/>
              <a:t> = 5</a:t>
            </a:r>
            <a:r>
              <a:rPr lang="ko-KR" altLang="en-US" dirty="0"/>
              <a:t>일 때 </a:t>
            </a:r>
            <a:r>
              <a:rPr lang="en-US" altLang="ko-KR" dirty="0"/>
              <a:t>: </a:t>
            </a:r>
            <a:r>
              <a:rPr lang="ko-KR" altLang="en-US" dirty="0"/>
              <a:t>루트 </a:t>
            </a:r>
            <a:r>
              <a:rPr lang="ko-KR" altLang="en-US" dirty="0" err="1"/>
              <a:t>노드를</a:t>
            </a:r>
            <a:r>
              <a:rPr lang="ko-KR" altLang="en-US" dirty="0"/>
              <a:t> 삭제하고 삭제된 루트 </a:t>
            </a:r>
            <a:r>
              <a:rPr lang="ko-KR" altLang="en-US" dirty="0" err="1"/>
              <a:t>노드의</a:t>
            </a:r>
            <a:r>
              <a:rPr lang="ko-KR" altLang="en-US" dirty="0"/>
              <a:t> 원소 </a:t>
            </a:r>
            <a:r>
              <a:rPr lang="en-US" altLang="ko-KR" dirty="0"/>
              <a:t>10</a:t>
            </a:r>
            <a:r>
              <a:rPr lang="ko-KR" altLang="en-US" dirty="0"/>
              <a:t>을 출력</a:t>
            </a:r>
            <a:r>
              <a:rPr lang="en-US" altLang="ko-KR" dirty="0"/>
              <a:t>. </a:t>
            </a:r>
            <a:r>
              <a:rPr lang="ko-KR" altLang="en-US" dirty="0"/>
              <a:t>원소가 다섯 개인 </a:t>
            </a:r>
            <a:r>
              <a:rPr lang="ko-KR" altLang="en-US" dirty="0" err="1"/>
              <a:t>히프에서</a:t>
            </a:r>
            <a:r>
              <a:rPr lang="ko-KR" altLang="en-US" dirty="0"/>
              <a:t> 삭제 연산을 다섯 번 수행하였으므로 </a:t>
            </a:r>
            <a:r>
              <a:rPr lang="ko-KR" altLang="en-US" dirty="0" err="1"/>
              <a:t>히프가</a:t>
            </a:r>
            <a:r>
              <a:rPr lang="ko-KR" altLang="en-US" dirty="0"/>
              <a:t> 공백이 됨</a:t>
            </a:r>
            <a:r>
              <a:rPr lang="en-US" altLang="ko-KR" dirty="0"/>
              <a:t>.</a:t>
            </a:r>
          </a:p>
          <a:p>
            <a:pPr marL="895350" lvl="3" indent="0">
              <a:buNone/>
            </a:pPr>
            <a:r>
              <a:rPr lang="en-US" altLang="ko-KR" dirty="0"/>
              <a:t>  f or </a:t>
            </a:r>
            <a:r>
              <a:rPr lang="ko-KR" altLang="en-US" dirty="0"/>
              <a:t>문의 반복 연산을 종료</a:t>
            </a:r>
            <a:endParaRPr lang="en-US" altLang="ko-KR" dirty="0"/>
          </a:p>
        </p:txBody>
      </p:sp>
      <p:sp>
        <p:nvSpPr>
          <p:cNvPr id="99331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7. </a:t>
            </a:r>
            <a:r>
              <a:rPr lang="ko-KR" altLang="en-US"/>
              <a:t>히프의 개념과 연산 및 구현</a:t>
            </a:r>
            <a:endParaRPr lang="ko-KR" altLang="en-US" dirty="0"/>
          </a:p>
        </p:txBody>
      </p:sp>
      <p:pic>
        <p:nvPicPr>
          <p:cNvPr id="7065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663621" y="1988840"/>
            <a:ext cx="1330186" cy="695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31348479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008927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bBLBiWEQYdFTOe9rzf4UGm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QaA7ftul0JWsMpeaCqdWEG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WmrJcpDEHKI9Cmj7M6klC5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DXEE9qJ3A1uChqGXbC2ta3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6AXERznfiRjRIu5yfcUEaH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ydN8Ho1F7ROPKA1bGalCcV"/>
</p:tagLst>
</file>

<file path=ppt/theme/theme1.xml><?xml version="1.0" encoding="utf-8"?>
<a:theme xmlns:a="http://schemas.openxmlformats.org/drawingml/2006/main" name="2_마스터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 sz="160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마스터</Template>
  <TotalTime>2944</TotalTime>
  <Words>5964</Words>
  <Application>Microsoft Office PowerPoint</Application>
  <PresentationFormat>화면 슬라이드 쇼(4:3)</PresentationFormat>
  <Paragraphs>860</Paragraphs>
  <Slides>117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11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117</vt:i4>
      </vt:variant>
    </vt:vector>
  </HeadingPairs>
  <TitlesOfParts>
    <vt:vector size="129" baseType="lpstr">
      <vt:lpstr>HY견고딕</vt:lpstr>
      <vt:lpstr>HY견명조</vt:lpstr>
      <vt:lpstr>굴림</vt:lpstr>
      <vt:lpstr>돋움</vt:lpstr>
      <vt:lpstr>맑은 고딕</vt:lpstr>
      <vt:lpstr>샘물</vt:lpstr>
      <vt:lpstr>Arial</vt:lpstr>
      <vt:lpstr>Cambria Math</vt:lpstr>
      <vt:lpstr>Times New Roman</vt:lpstr>
      <vt:lpstr>Verdana</vt:lpstr>
      <vt:lpstr>Wingdings</vt:lpstr>
      <vt:lpstr>2_마스터</vt:lpstr>
      <vt:lpstr>Chapter 07 트리</vt:lpstr>
      <vt:lpstr>PowerPoint 프레젠테이션</vt:lpstr>
      <vt:lpstr>1. 트리의 이해</vt:lpstr>
      <vt:lpstr>1. 트리의 이해</vt:lpstr>
      <vt:lpstr>1. 트리의 이해</vt:lpstr>
      <vt:lpstr>1. 트리의 이해</vt:lpstr>
      <vt:lpstr>1. 트리의 이해</vt:lpstr>
      <vt:lpstr>1. 트리의 이해</vt:lpstr>
      <vt:lpstr>1. 트리의 이해</vt:lpstr>
      <vt:lpstr>2. 이진 트리 : 개념과 구조</vt:lpstr>
      <vt:lpstr>2. 이진 트리 : 개념과 구조 </vt:lpstr>
      <vt:lpstr>2. 이진 트리 : 개념과 구조</vt:lpstr>
      <vt:lpstr>2. 이진 트리 : 추상 자료형</vt:lpstr>
      <vt:lpstr>2. 이진 트리 : 추상 자료형</vt:lpstr>
      <vt:lpstr>2. 이진 트리 : 추상 자료형</vt:lpstr>
      <vt:lpstr>2. 이진 트리 : 종류</vt:lpstr>
      <vt:lpstr>2. 이진 트리 : 종류</vt:lpstr>
      <vt:lpstr>2. 이진 트리 : 종류</vt:lpstr>
      <vt:lpstr>2. 이진 트리 : 종류 </vt:lpstr>
      <vt:lpstr>3. 이진 트리 구현 : 순차 자료구조를 이용한 구현</vt:lpstr>
      <vt:lpstr>3. 이진 트리 구현 : 순차 자료구조를 이용한 구현</vt:lpstr>
      <vt:lpstr>3. 이진 트리 구현 : 순차 자료구조를 이용한 구현</vt:lpstr>
      <vt:lpstr>3. 이진 트리 구현 : 연결 자료구조를 이용한 구현</vt:lpstr>
      <vt:lpstr>3. 이진 트리 구현 : 연결 자료구조를 이용한 구현</vt:lpstr>
      <vt:lpstr>3. 이진 트리 구현 : 연결 자료구조를 이용한 구현</vt:lpstr>
      <vt:lpstr>4. 이진 트리의 순회</vt:lpstr>
      <vt:lpstr>4. 이진 트리의 순회</vt:lpstr>
      <vt:lpstr>4. 이진 트리의 순회</vt:lpstr>
      <vt:lpstr>4. 이진 트리의 순회</vt:lpstr>
      <vt:lpstr>4. 이진 트리의 순회</vt:lpstr>
      <vt:lpstr>4. 이진 트리의 순회</vt:lpstr>
      <vt:lpstr>4. 이진 트리의 순회</vt:lpstr>
      <vt:lpstr>4. 이진 트리의 순회</vt:lpstr>
      <vt:lpstr>4. 이진 트리의 순회</vt:lpstr>
      <vt:lpstr>4. 이진 트리의 순회</vt:lpstr>
      <vt:lpstr>4. 이진 트리의 순회</vt:lpstr>
      <vt:lpstr>4. 이진 트리의 순회 </vt:lpstr>
      <vt:lpstr>4. 이진 트리의 순회</vt:lpstr>
      <vt:lpstr>4. 이진 트리의 순회</vt:lpstr>
      <vt:lpstr>4. 이진 트리의 순회</vt:lpstr>
      <vt:lpstr>4. 이진 트리의 순회</vt:lpstr>
      <vt:lpstr>4. 이진 트리의 순회</vt:lpstr>
      <vt:lpstr>4. 이진 트리의 순회</vt:lpstr>
      <vt:lpstr>4. 이진 트리의 순회</vt:lpstr>
      <vt:lpstr>4. 이진 트리의 순회</vt:lpstr>
      <vt:lpstr>4. 이진 트리의 순회</vt:lpstr>
      <vt:lpstr>4. 이진 트리의 순회</vt:lpstr>
      <vt:lpstr>4. 이진 트리의 순회</vt:lpstr>
      <vt:lpstr>4. 이진 트리의 순회</vt:lpstr>
      <vt:lpstr>4. 이진 트리의 순회</vt:lpstr>
      <vt:lpstr>4. 이진 트리의 순회</vt:lpstr>
      <vt:lpstr>4. 이진 트리의 순회</vt:lpstr>
      <vt:lpstr>4. 이진 트리의 순회</vt:lpstr>
      <vt:lpstr>5. 이진 탐색 트리</vt:lpstr>
      <vt:lpstr>5. 이진 탐색 트리</vt:lpstr>
      <vt:lpstr>5. 이진 탐색 트리</vt:lpstr>
      <vt:lpstr>5. 이진 탐색 트리</vt:lpstr>
      <vt:lpstr>5. 이진 탐색 트리</vt:lpstr>
      <vt:lpstr>5. 이진 탐색 트리</vt:lpstr>
      <vt:lpstr>5. 이진 탐색 트리</vt:lpstr>
      <vt:lpstr>5. 이진 탐색 트리</vt:lpstr>
      <vt:lpstr>5. 이진 탐색 트리</vt:lpstr>
      <vt:lpstr>5. 이진 탐색 트리</vt:lpstr>
      <vt:lpstr>5. 이진 탐색 트리</vt:lpstr>
      <vt:lpstr>5. 이진 탐색 트리</vt:lpstr>
      <vt:lpstr>5. 이진 탐색 트리</vt:lpstr>
      <vt:lpstr>5. 이진 탐색 트리</vt:lpstr>
      <vt:lpstr>5. 이진 탐색 트리</vt:lpstr>
      <vt:lpstr>5. 이진 탐색 트리</vt:lpstr>
      <vt:lpstr>5. 이진 탐색 트리</vt:lpstr>
      <vt:lpstr>5. 이진 탐색 트리</vt:lpstr>
      <vt:lpstr>5. 이진 탐색 트리</vt:lpstr>
      <vt:lpstr>5. 이진 탐색 트리</vt:lpstr>
      <vt:lpstr>5. 이진 탐색 트리</vt:lpstr>
      <vt:lpstr>5. 이진 탐색 트리</vt:lpstr>
      <vt:lpstr>6. 균형 이진 탐색 트리</vt:lpstr>
      <vt:lpstr>6. 균형 이진 탐색 트리</vt:lpstr>
      <vt:lpstr>6. 균형 이진 탐색 트리</vt:lpstr>
      <vt:lpstr>6. 균형 이진 탐색 트리</vt:lpstr>
      <vt:lpstr>6. 균형 이진 탐색 트리</vt:lpstr>
      <vt:lpstr>6. 균형 이진 탐색 트리</vt:lpstr>
      <vt:lpstr>6. 균형 이진 탐색 트리</vt:lpstr>
      <vt:lpstr>6. 균형 이진 탐색 트리</vt:lpstr>
      <vt:lpstr>6. 균형 이진 탐색 트리</vt:lpstr>
      <vt:lpstr>6. 균형 이진 탐색 트리</vt:lpstr>
      <vt:lpstr>6. 균형 이진 탐색 트리</vt:lpstr>
      <vt:lpstr>6. 균형 이진 탐색 트리</vt:lpstr>
      <vt:lpstr>6. 균형 이진 탐색 트리</vt:lpstr>
      <vt:lpstr>6. 균형 이진 탐색 트리</vt:lpstr>
      <vt:lpstr>6. 균형 이진 탐색 트리</vt:lpstr>
      <vt:lpstr>6. 균형 이진 탐색 트리</vt:lpstr>
      <vt:lpstr>6. 균형 이진 탐색 트리</vt:lpstr>
      <vt:lpstr>6. 균형 이진 탐색 트리</vt:lpstr>
      <vt:lpstr>6. 균형 이진 탐색 트리</vt:lpstr>
      <vt:lpstr>7. 히프의 개념과 연산 및 구현</vt:lpstr>
      <vt:lpstr>7. 히프의 개념과 연산 및 구현</vt:lpstr>
      <vt:lpstr>7. 히프의 개념과 연산 및 구현</vt:lpstr>
      <vt:lpstr>7. 히프의 개념과 연산 및 구현 : 추상 자료형</vt:lpstr>
      <vt:lpstr>7. 히프의 개념과 연산 및 구현 : 삽입 연산</vt:lpstr>
      <vt:lpstr>7. 히프의 개념과 연산 및 구현 : 삽입 연산</vt:lpstr>
      <vt:lpstr>7. 히프의 개념과 연산 및 구현 : 삽입 연산</vt:lpstr>
      <vt:lpstr>7. 히프의 개념과 연산 및 구현 : 삽입 연산</vt:lpstr>
      <vt:lpstr>7. 히프의 개념과 연산 및 구현 : 삽입 연산</vt:lpstr>
      <vt:lpstr>7. 히프의 개념과 연산 및 구현 : 삭제 연산</vt:lpstr>
      <vt:lpstr>7. 히프의 개념과 연산 및 구현 : 삭제 연산</vt:lpstr>
      <vt:lpstr>7. 히프의 개념과 연산 및 구현 : 삭제 연산</vt:lpstr>
      <vt:lpstr>7. 히프의 개념과 연산 및 구현 : 삭제 연산</vt:lpstr>
      <vt:lpstr>7. 히프의 개념과 연산 및 구현</vt:lpstr>
      <vt:lpstr>7. 히프의 개념과 연산 및 구현</vt:lpstr>
      <vt:lpstr>7. 히프의 개념과 연산 및 구현</vt:lpstr>
      <vt:lpstr>7. 히프의 개념과 연산 및 구현</vt:lpstr>
      <vt:lpstr>7. 히프의 개념과 연산 및 구현</vt:lpstr>
      <vt:lpstr>7. 히프의 개념과 연산 및 구현</vt:lpstr>
      <vt:lpstr>7. 히프의 개념과 연산 및 구현</vt:lpstr>
      <vt:lpstr>7. 히프의 개념과 연산 및 구현</vt:lpstr>
      <vt:lpstr>7. 히프의 개념과 연산 및 구현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e-비즈니스 전략 수립</dc:title>
  <dc:creator>bhkim</dc:creator>
  <cp:lastModifiedBy>인선</cp:lastModifiedBy>
  <cp:revision>239</cp:revision>
  <dcterms:created xsi:type="dcterms:W3CDTF">2011-01-05T15:14:06Z</dcterms:created>
  <dcterms:modified xsi:type="dcterms:W3CDTF">2026-05-05T03:41:46Z</dcterms:modified>
</cp:coreProperties>
</file>